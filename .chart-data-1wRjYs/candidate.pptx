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0.xml" ContentType="application/vnd.openxmlformats-officedocument.drawingml.chart+xml"/>
  <Override PartName="/ppt/charts/chart1001.xml" ContentType="application/vnd.openxmlformats-officedocument.drawingml.chart+xml"/>
  <Override PartName="/ppt/charts/chart1002.xml" ContentType="application/vnd.openxmlformats-officedocument.drawingml.chart+xml"/>
  <Override PartName="/ppt/charts/chart1003.xml" ContentType="application/vnd.openxmlformats-officedocument.drawingml.chart+xml"/>
  <Override PartName="/ppt/charts/chart1004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7.xml" ContentType="application/vnd.openxmlformats-officedocument.drawingml.chart+xml"/>
  <Override PartName="/ppt/charts/chart1008.xml" ContentType="application/vnd.openxmlformats-officedocument.drawingml.chart+xml"/>
  <Override PartName="/ppt/charts/chart1009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14.xml" ContentType="application/vnd.openxmlformats-officedocument.drawingml.chart+xml"/>
  <Override PartName="/ppt/charts/chart1015.xml" ContentType="application/vnd.openxmlformats-officedocument.drawingml.chart+xml"/>
  <Override PartName="/ppt/charts/chart1016.xml" ContentType="application/vnd.openxmlformats-officedocument.drawingml.chart+xml"/>
  <Override PartName="/ppt/charts/chart1017.xml" ContentType="application/vnd.openxmlformats-officedocument.drawingml.chart+xml"/>
  <Override PartName="/ppt/charts/chart1018.xml" ContentType="application/vnd.openxmlformats-officedocument.drawingml.chart+xml"/>
  <Override PartName="/ppt/charts/chart1019.xml" ContentType="application/vnd.openxmlformats-officedocument.drawingml.chart+xml"/>
  <Override PartName="/ppt/charts/chart1020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  <Override PartName="/ppt/charts/chart1028.xml" ContentType="application/vnd.openxmlformats-officedocument.drawingml.chart+xml"/>
  <Override PartName="/ppt/charts/chart1029.xml" ContentType="application/vnd.openxmlformats-officedocument.drawingml.chart+xml"/>
  <Override PartName="/ppt/charts/chart1030.xml" ContentType="application/vnd.openxmlformats-officedocument.drawingml.chart+xml"/>
  <Override PartName="/ppt/charts/chart1031.xml" ContentType="application/vnd.openxmlformats-officedocument.drawingml.chart+xml"/>
  <Override PartName="/ppt/charts/chart1032.xml" ContentType="application/vnd.openxmlformats-officedocument.drawingml.chart+xml"/>
  <Override PartName="/ppt/charts/chart1033.xml" ContentType="application/vnd.openxmlformats-officedocument.drawingml.chart+xml"/>
  <Override PartName="/ppt/charts/chart1034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000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1001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1002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_rels/chart1003.xml.rels><Relationships xmlns="http://schemas.openxmlformats.org/package/2006/relationships"><Relationship Id="rIdChartSnapshot1" Type="http://schemas.openxmlformats.org/officeDocument/2006/relationships/package" Target="../embeddings/chart-data-snapshot-004.xlsx"/></Relationships>
</file>

<file path=ppt/charts/_rels/chart1004.xml.rels><Relationships xmlns="http://schemas.openxmlformats.org/package/2006/relationships"><Relationship Id="rIdChartSnapshot1" Type="http://schemas.openxmlformats.org/officeDocument/2006/relationships/package" Target="../embeddings/chart-data-snapshot-005.xlsx"/></Relationships>
</file>

<file path=ppt/charts/_rels/chart1005.xml.rels><Relationships xmlns="http://schemas.openxmlformats.org/package/2006/relationships"><Relationship Id="rIdChartSnapshot1" Type="http://schemas.openxmlformats.org/officeDocument/2006/relationships/package" Target="../embeddings/chart-data-snapshot-006.xlsx"/></Relationships>
</file>

<file path=ppt/charts/_rels/chart1006.xml.rels><Relationships xmlns="http://schemas.openxmlformats.org/package/2006/relationships"><Relationship Id="rIdChartSnapshot1" Type="http://schemas.openxmlformats.org/officeDocument/2006/relationships/package" Target="../embeddings/chart-data-snapshot-007.xlsx"/></Relationships>
</file>

<file path=ppt/charts/_rels/chart1007.xml.rels><Relationships xmlns="http://schemas.openxmlformats.org/package/2006/relationships"><Relationship Id="rIdChartSnapshot1" Type="http://schemas.openxmlformats.org/officeDocument/2006/relationships/package" Target="../embeddings/chart-data-snapshot-008.xlsx"/></Relationships>
</file>

<file path=ppt/charts/_rels/chart1008.xml.rels><Relationships xmlns="http://schemas.openxmlformats.org/package/2006/relationships"><Relationship Id="rIdChartSnapshot1" Type="http://schemas.openxmlformats.org/officeDocument/2006/relationships/package" Target="../embeddings/chart-data-snapshot-009.xlsx"/></Relationships>
</file>

<file path=ppt/charts/_rels/chart1009.xml.rels><Relationships xmlns="http://schemas.openxmlformats.org/package/2006/relationships"><Relationship Id="rIdChartSnapshot1" Type="http://schemas.openxmlformats.org/officeDocument/2006/relationships/package" Target="../embeddings/chart-data-snapshot-010.xlsx"/></Relationships>
</file>

<file path=ppt/charts/_rels/chart1010.xml.rels><Relationships xmlns="http://schemas.openxmlformats.org/package/2006/relationships"><Relationship Id="rIdChartSnapshot1" Type="http://schemas.openxmlformats.org/officeDocument/2006/relationships/package" Target="../embeddings/chart-data-snapshot-011.xlsx"/></Relationships>
</file>

<file path=ppt/charts/_rels/chart1011.xml.rels><Relationships xmlns="http://schemas.openxmlformats.org/package/2006/relationships"><Relationship Id="rIdChartSnapshot1" Type="http://schemas.openxmlformats.org/officeDocument/2006/relationships/package" Target="../embeddings/chart-data-snapshot-012.xlsx"/></Relationships>
</file>

<file path=ppt/charts/_rels/chart1012.xml.rels><Relationships xmlns="http://schemas.openxmlformats.org/package/2006/relationships"><Relationship Id="rIdChartSnapshot1" Type="http://schemas.openxmlformats.org/officeDocument/2006/relationships/package" Target="../embeddings/chart-data-snapshot-013.xlsx"/></Relationships>
</file>

<file path=ppt/charts/_rels/chart1013.xml.rels><Relationships xmlns="http://schemas.openxmlformats.org/package/2006/relationships"><Relationship Id="rIdChartSnapshot1" Type="http://schemas.openxmlformats.org/officeDocument/2006/relationships/package" Target="../embeddings/chart-data-snapshot-014.xlsx"/></Relationships>
</file>

<file path=ppt/charts/_rels/chart1014.xml.rels><Relationships xmlns="http://schemas.openxmlformats.org/package/2006/relationships"><Relationship Id="rIdChartSnapshot1" Type="http://schemas.openxmlformats.org/officeDocument/2006/relationships/package" Target="../embeddings/chart-data-snapshot-015.xlsx"/></Relationships>
</file>

<file path=ppt/charts/_rels/chart1015.xml.rels><Relationships xmlns="http://schemas.openxmlformats.org/package/2006/relationships"><Relationship Id="rIdChartSnapshot1" Type="http://schemas.openxmlformats.org/officeDocument/2006/relationships/package" Target="../embeddings/chart-data-snapshot-016.xlsx"/></Relationships>
</file>

<file path=ppt/charts/_rels/chart1016.xml.rels><Relationships xmlns="http://schemas.openxmlformats.org/package/2006/relationships"><Relationship Id="rIdChartSnapshot1" Type="http://schemas.openxmlformats.org/officeDocument/2006/relationships/package" Target="../embeddings/chart-data-snapshot-017.xlsx"/></Relationships>
</file>

<file path=ppt/charts/_rels/chart1017.xml.rels><Relationships xmlns="http://schemas.openxmlformats.org/package/2006/relationships"><Relationship Id="rIdChartSnapshot1" Type="http://schemas.openxmlformats.org/officeDocument/2006/relationships/package" Target="../embeddings/chart-data-snapshot-018.xlsx"/></Relationships>
</file>

<file path=ppt/charts/_rels/chart1018.xml.rels><Relationships xmlns="http://schemas.openxmlformats.org/package/2006/relationships"><Relationship Id="rIdChartSnapshot1" Type="http://schemas.openxmlformats.org/officeDocument/2006/relationships/package" Target="../embeddings/chart-data-snapshot-019.xlsx"/></Relationships>
</file>

<file path=ppt/charts/_rels/chart1019.xml.rels><Relationships xmlns="http://schemas.openxmlformats.org/package/2006/relationships"><Relationship Id="rIdChartSnapshot1" Type="http://schemas.openxmlformats.org/officeDocument/2006/relationships/package" Target="../embeddings/chart-data-snapshot-020.xlsx"/></Relationships>
</file>

<file path=ppt/charts/_rels/chart1020.xml.rels><Relationships xmlns="http://schemas.openxmlformats.org/package/2006/relationships"><Relationship Id="rIdChartSnapshot1" Type="http://schemas.openxmlformats.org/officeDocument/2006/relationships/package" Target="../embeddings/chart-data-snapshot-021.xlsx"/></Relationships>
</file>

<file path=ppt/charts/_rels/chart1021.xml.rels><Relationships xmlns="http://schemas.openxmlformats.org/package/2006/relationships"><Relationship Id="rIdChartSnapshot1" Type="http://schemas.openxmlformats.org/officeDocument/2006/relationships/package" Target="../embeddings/chart-data-snapshot-022.xlsx"/></Relationships>
</file>

<file path=ppt/charts/_rels/chart1022.xml.rels><Relationships xmlns="http://schemas.openxmlformats.org/package/2006/relationships"><Relationship Id="rIdChartSnapshot1" Type="http://schemas.openxmlformats.org/officeDocument/2006/relationships/package" Target="../embeddings/chart-data-snapshot-023.xlsx"/></Relationships>
</file>

<file path=ppt/charts/_rels/chart1023.xml.rels><Relationships xmlns="http://schemas.openxmlformats.org/package/2006/relationships"><Relationship Id="rIdChartSnapshot1" Type="http://schemas.openxmlformats.org/officeDocument/2006/relationships/package" Target="../embeddings/chart-data-snapshot-024.xlsx"/></Relationships>
</file>

<file path=ppt/charts/_rels/chart1024.xml.rels><Relationships xmlns="http://schemas.openxmlformats.org/package/2006/relationships"><Relationship Id="rIdChartSnapshot1" Type="http://schemas.openxmlformats.org/officeDocument/2006/relationships/package" Target="../embeddings/chart-data-snapshot-025.xlsx"/></Relationships>
</file>

<file path=ppt/charts/_rels/chart1025.xml.rels><Relationships xmlns="http://schemas.openxmlformats.org/package/2006/relationships"><Relationship Id="rIdChartSnapshot1" Type="http://schemas.openxmlformats.org/officeDocument/2006/relationships/package" Target="../embeddings/chart-data-snapshot-026.xlsx"/></Relationships>
</file>

<file path=ppt/charts/_rels/chart1026.xml.rels><Relationships xmlns="http://schemas.openxmlformats.org/package/2006/relationships"><Relationship Id="rIdChartSnapshot1" Type="http://schemas.openxmlformats.org/officeDocument/2006/relationships/package" Target="../embeddings/chart-data-snapshot-027.xlsx"/></Relationships>
</file>

<file path=ppt/charts/_rels/chart1027.xml.rels><Relationships xmlns="http://schemas.openxmlformats.org/package/2006/relationships"><Relationship Id="rIdChartSnapshot1" Type="http://schemas.openxmlformats.org/officeDocument/2006/relationships/package" Target="../embeddings/chart-data-snapshot-028.xlsx"/></Relationships>
</file>

<file path=ppt/charts/_rels/chart1028.xml.rels><Relationships xmlns="http://schemas.openxmlformats.org/package/2006/relationships"><Relationship Id="rIdChartSnapshot1" Type="http://schemas.openxmlformats.org/officeDocument/2006/relationships/package" Target="../embeddings/chart-data-snapshot-029.xlsx"/></Relationships>
</file>

<file path=ppt/charts/_rels/chart1029.xml.rels><Relationships xmlns="http://schemas.openxmlformats.org/package/2006/relationships"><Relationship Id="rIdChartSnapshot1" Type="http://schemas.openxmlformats.org/officeDocument/2006/relationships/package" Target="../embeddings/chart-data-snapshot-030.xlsx"/></Relationships>
</file>

<file path=ppt/charts/_rels/chart1030.xml.rels><Relationships xmlns="http://schemas.openxmlformats.org/package/2006/relationships"><Relationship Id="rIdChartSnapshot1" Type="http://schemas.openxmlformats.org/officeDocument/2006/relationships/package" Target="../embeddings/chart-data-snapshot-031.xlsx"/></Relationships>
</file>

<file path=ppt/charts/_rels/chart1031.xml.rels><Relationships xmlns="http://schemas.openxmlformats.org/package/2006/relationships"><Relationship Id="rIdChartSnapshot1" Type="http://schemas.openxmlformats.org/officeDocument/2006/relationships/package" Target="../embeddings/chart-data-snapshot-032.xlsx"/></Relationships>
</file>

<file path=ppt/charts/_rels/chart1032.xml.rels><Relationships xmlns="http://schemas.openxmlformats.org/package/2006/relationships"><Relationship Id="rIdChartSnapshot1" Type="http://schemas.openxmlformats.org/officeDocument/2006/relationships/package" Target="../embeddings/chart-data-snapshot-033.xlsx"/></Relationships>
</file>

<file path=ppt/charts/_rels/chart1033.xml.rels><Relationships xmlns="http://schemas.openxmlformats.org/package/2006/relationships"><Relationship Id="rIdChartSnapshot1" Type="http://schemas.openxmlformats.org/officeDocument/2006/relationships/package" Target="../embeddings/chart-data-snapshot-034.xlsx"/></Relationships>
</file>

<file path=ppt/charts/_rels/chart1034.xml.rels><Relationships xmlns="http://schemas.openxmlformats.org/package/2006/relationships"><Relationship Id="rIdChartSnapshot1" Type="http://schemas.openxmlformats.org/officeDocument/2006/relationships/package" Target="../embeddings/chart-data-snapshot-03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Cobertura de lecturas (%)</a:t>
            </a:r>
          </a:p>
        </c:rich>
      </c:tx>
      <c:layout/>
      <c:overlay val="0"/>
    </c:title>
    <c:plotArea>
      <c:layout/>
      <c:pieChart>
        <c:varyColors val="1"/>
        <c:ser>
          <c:idx val="0"/>
          <c:order val="0"/>
          <c:tx>
            <c:v>Porcentaje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dPt>
            <c:idx val="0"/>
            <c:spPr>
              <a:solidFill>
                <a:srgbClr val="0B5A43"/>
              </a:solidFill>
            </c:spPr>
          </c:dPt>
          <c:dPt>
            <c:idx val="1"/>
            <c:spPr>
              <a:solidFill>
                <a:srgbClr val="4472C4"/>
              </a:solidFill>
            </c:spPr>
          </c:dPt>
          <c:dPt>
            <c:idx val="2"/>
            <c:spPr>
              <a:solidFill>
                <a:srgbClr val="C49A32"/>
              </a:solidFill>
            </c:spPr>
          </c:dPt>
          <c:dPt>
            <c:idx val="3"/>
            <c:spPr>
              <a:solidFill>
                <a:srgbClr val="A95C3F"/>
              </a:solidFill>
            </c:spPr>
          </c:dPt>
          <c:dPt>
            <c:idx val="4"/>
            <c:spPr>
              <a:solidFill>
                <a:srgbClr val="6E7D91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8 lecturas</c:v>
                </c:pt>
                <c:pt idx="1">
                  <c:v>7 lecturas</c:v>
                </c:pt>
                <c:pt idx="2">
                  <c:v>6 lecturas</c:v>
                </c:pt>
                <c:pt idx="3">
                  <c:v>5 lecturas</c:v>
                </c:pt>
                <c:pt idx="4">
                  <c:v>≤4 lecturas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</c:numCache>
            </c:numRef>
          </c:val>
        </c:ser>
        <c:dLbls>
          <c:numFmt formatCode="0.0&quot;%&quot;" sourceLinked="0"/>
          <c:dLblPos val="bestFit"/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Data'!$A$2:$A$2</c:f>
              <c:strCache>
                <c:ptCount val="1"/>
                <c:pt idx="0">
                  <c:v>R7 Terminal de embarque</c:v>
                </c:pt>
              </c:strCache>
            </c:strRef>
          </c:cat>
          <c:val>
            <c:numRef>
              <c:f>'Chart Data'!$B$2:$B$2</c:f>
              <c:numCache>
                <c:formatCode>0</c:formatCode>
                <c:ptCount val="1"/>
                <c:pt idx="0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</c:numCache>
            </c:numRef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200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  <c:pt idx="5">
                  <c:v>200</c:v>
                </c:pt>
                <c:pt idx="6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Volumen por cuarto de turno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Q1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</c:numCache>
            </c:numRef>
          </c:val>
        </c:ser>
        <c:ser>
          <c:idx val="1"/>
          <c:order val="1"/>
          <c:tx>
            <c:v>Q2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200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  <c:pt idx="5">
                  <c:v>200</c:v>
                </c:pt>
                <c:pt idx="6">
                  <c:v>200</c:v>
                </c:pt>
              </c:numCache>
            </c:numRef>
          </c:val>
        </c:ser>
        <c:ser>
          <c:idx val="2"/>
          <c:order val="2"/>
          <c:tx>
            <c:v>Q3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cat>
            <c:strRef>
              <c:f>'Chart Data'!$E$2:$E$8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Data'!$F$2:$F$8</c:f>
              <c:numCache>
                <c:formatCode>0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</c:numCache>
            </c:numRef>
          </c:val>
        </c:ser>
        <c:ser>
          <c:idx val="3"/>
          <c:order val="3"/>
          <c:tx>
            <c:v>Q4</c:v>
          </c:tx>
          <c:spPr>
            <a:solidFill>
              <a:srgbClr val="A95C3F"/>
            </a:solidFill>
            <a:ln w="19050">
              <a:solidFill>
                <a:srgbClr val="A95C3F"/>
              </a:solidFill>
            </a:ln>
          </c:spPr>
          <c:cat>
            <c:strRef>
              <c:f>'Chart Data'!$G$2:$G$8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Data'!$H$2:$H$8</c:f>
              <c:numCache>
                <c:formatCode>0</c:formatCode>
                <c:ptCount val="7"/>
                <c:pt idx="0">
                  <c:v>200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  <c:pt idx="5">
                  <c:v>200</c:v>
                </c:pt>
                <c:pt idx="6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 medio diario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  <c:pt idx="5">
                  <c:v>200</c:v>
                </c:pt>
                <c:pt idx="6">
                  <c:v>100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200</c:v>
                </c:pt>
                <c:pt idx="1">
                  <c:v>100</c:v>
                </c:pt>
                <c:pt idx="2">
                  <c:v>200</c:v>
                </c:pt>
                <c:pt idx="3">
                  <c:v>100</c:v>
                </c:pt>
                <c:pt idx="4">
                  <c:v>200</c:v>
                </c:pt>
                <c:pt idx="5">
                  <c:v>100</c:v>
                </c:pt>
                <c:pt idx="6">
                  <c:v>200</c:v>
                </c:pt>
                <c:pt idx="7">
                  <c:v>100</c:v>
                </c:pt>
                <c:pt idx="8">
                  <c:v>200</c:v>
                </c:pt>
                <c:pt idx="9">
                  <c:v>100</c:v>
                </c:pt>
                <c:pt idx="10">
                  <c:v>200</c:v>
                </c:pt>
                <c:pt idx="11">
                  <c:v>100</c:v>
                </c:pt>
                <c:pt idx="12">
                  <c:v>200</c:v>
                </c:pt>
                <c:pt idx="13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  <c:pt idx="5">
                  <c:v>200</c:v>
                </c:pt>
                <c:pt idx="6">
                  <c:v>100</c:v>
                </c:pt>
                <c:pt idx="7">
                  <c:v>200</c:v>
                </c:pt>
                <c:pt idx="8">
                  <c:v>100</c:v>
                </c:pt>
                <c:pt idx="9">
                  <c:v>200</c:v>
                </c:pt>
                <c:pt idx="10">
                  <c:v>100</c:v>
                </c:pt>
                <c:pt idx="11">
                  <c:v>200</c:v>
                </c:pt>
                <c:pt idx="12">
                  <c:v>100</c:v>
                </c:pt>
                <c:pt idx="13">
                  <c:v>200</c:v>
                </c:pt>
              </c:numCache>
            </c:numRef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Ref>
              <c:f>'Chart Data'!$E$2:$E$15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Data'!$F$2:$F$15</c:f>
              <c:numCache>
                <c:formatCode>0</c:formatCode>
                <c:ptCount val="14"/>
                <c:pt idx="0">
                  <c:v>200</c:v>
                </c:pt>
                <c:pt idx="1">
                  <c:v>100</c:v>
                </c:pt>
                <c:pt idx="2">
                  <c:v>200</c:v>
                </c:pt>
                <c:pt idx="3">
                  <c:v>100</c:v>
                </c:pt>
                <c:pt idx="4">
                  <c:v>200</c:v>
                </c:pt>
                <c:pt idx="5">
                  <c:v>100</c:v>
                </c:pt>
                <c:pt idx="6">
                  <c:v>200</c:v>
                </c:pt>
                <c:pt idx="7">
                  <c:v>100</c:v>
                </c:pt>
                <c:pt idx="8">
                  <c:v>200</c:v>
                </c:pt>
                <c:pt idx="9">
                  <c:v>100</c:v>
                </c:pt>
                <c:pt idx="10">
                  <c:v>200</c:v>
                </c:pt>
                <c:pt idx="11">
                  <c:v>100</c:v>
                </c:pt>
                <c:pt idx="12">
                  <c:v>200</c:v>
                </c:pt>
                <c:pt idx="13">
                  <c:v>100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200</c:v>
                </c:pt>
                <c:pt idx="1">
                  <c:v>100</c:v>
                </c:pt>
                <c:pt idx="2">
                  <c:v>200</c:v>
                </c:pt>
                <c:pt idx="3">
                  <c:v>100</c:v>
                </c:pt>
                <c:pt idx="4">
                  <c:v>200</c:v>
                </c:pt>
                <c:pt idx="5">
                  <c:v>100</c:v>
                </c:pt>
                <c:pt idx="6">
                  <c:v>200</c:v>
                </c:pt>
                <c:pt idx="7">
                  <c:v>100</c:v>
                </c:pt>
                <c:pt idx="8">
                  <c:v>200</c:v>
                </c:pt>
                <c:pt idx="9">
                  <c:v>100</c:v>
                </c:pt>
                <c:pt idx="10">
                  <c:v>200</c:v>
                </c:pt>
                <c:pt idx="11">
                  <c:v>100</c:v>
                </c:pt>
                <c:pt idx="12">
                  <c:v>200</c:v>
                </c:pt>
                <c:pt idx="13">
                  <c:v>100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Camiones por día del operativo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Lunes</c:v>
                </c:pt>
                <c:pt idx="1">
                  <c:v>Martes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200</c:v>
                </c:pt>
                <c:pt idx="1">
                  <c:v>100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Lunes</c:v>
                </c:pt>
                <c:pt idx="1">
                  <c:v>Martes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200</c:v>
                </c:pt>
                <c:pt idx="1">
                  <c:v>200</c:v>
                </c:pt>
              </c:numCache>
            </c:numRef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Data'!$C$2:$C$3</c:f>
              <c:strCache>
                <c:ptCount val="2"/>
                <c:pt idx="0">
                  <c:v>Lunes</c:v>
                </c:pt>
                <c:pt idx="1">
                  <c:v>Martes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Cobertura de lecturas (%)</a:t>
            </a:r>
          </a:p>
        </c:rich>
      </c:tx>
      <c:layout/>
      <c:overlay val="0"/>
    </c:title>
    <c:plotArea>
      <c:layout/>
      <c:pieChart>
        <c:varyColors val="1"/>
        <c:ser>
          <c:idx val="0"/>
          <c:order val="0"/>
          <c:tx>
            <c:v>Porcentaje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dPt>
            <c:idx val="0"/>
            <c:spPr>
              <a:solidFill>
                <a:srgbClr val="0B5A43"/>
              </a:solidFill>
            </c:spPr>
          </c:dPt>
          <c:dPt>
            <c:idx val="1"/>
            <c:spPr>
              <a:solidFill>
                <a:srgbClr val="4472C4"/>
              </a:solidFill>
            </c:spPr>
          </c:dPt>
          <c:dPt>
            <c:idx val="2"/>
            <c:spPr>
              <a:solidFill>
                <a:srgbClr val="C49A32"/>
              </a:solidFill>
            </c:spPr>
          </c:dPt>
          <c:dPt>
            <c:idx val="3"/>
            <c:spPr>
              <a:solidFill>
                <a:srgbClr val="A95C3F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7 lecturas</c:v>
                </c:pt>
                <c:pt idx="1">
                  <c:v>6 lecturas</c:v>
                </c:pt>
                <c:pt idx="2">
                  <c:v>5 lecturas</c:v>
                </c:pt>
                <c:pt idx="3">
                  <c:v>≤4 lecturas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200</c:v>
                </c:pt>
                <c:pt idx="1">
                  <c:v>100</c:v>
                </c:pt>
                <c:pt idx="2">
                  <c:v>200</c:v>
                </c:pt>
                <c:pt idx="3">
                  <c:v>100</c:v>
                </c:pt>
              </c:numCache>
            </c:numRef>
          </c:val>
        </c:ser>
        <c:dLbls>
          <c:numFmt formatCode="0.0&quot;%&quot;" sourceLinked="0"/>
          <c:dLblPos val="bestFit"/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R5 Volcable 1</c:v>
                </c:pt>
                <c:pt idx="1">
                  <c:v>R6 Volcable 2</c:v>
                </c:pt>
                <c:pt idx="2">
                  <c:v>R4 Silos Kepler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200</c:v>
                </c:pt>
                <c:pt idx="1">
                  <c:v>100</c:v>
                </c:pt>
                <c:pt idx="2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200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  <c:pt idx="5">
                  <c:v>200</c:v>
                </c:pt>
                <c:pt idx="6">
                  <c:v>200</c:v>
                </c:pt>
                <c:pt idx="7">
                  <c:v>200</c:v>
                </c:pt>
                <c:pt idx="8">
                  <c:v>200</c:v>
                </c:pt>
                <c:pt idx="9">
                  <c:v>200</c:v>
                </c:pt>
                <c:pt idx="10">
                  <c:v>200</c:v>
                </c:pt>
                <c:pt idx="11">
                  <c:v>200</c:v>
                </c:pt>
                <c:pt idx="12">
                  <c:v>200</c:v>
                </c:pt>
                <c:pt idx="13">
                  <c:v>200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  <c:pt idx="5">
                  <c:v>200</c:v>
                </c:pt>
                <c:pt idx="6">
                  <c:v>100</c:v>
                </c:pt>
                <c:pt idx="7">
                  <c:v>200</c:v>
                </c:pt>
                <c:pt idx="8">
                  <c:v>100</c:v>
                </c:pt>
                <c:pt idx="9">
                  <c:v>200</c:v>
                </c:pt>
                <c:pt idx="10">
                  <c:v>100</c:v>
                </c:pt>
                <c:pt idx="11">
                  <c:v>200</c:v>
                </c:pt>
                <c:pt idx="12">
                  <c:v>100</c:v>
                </c:pt>
                <c:pt idx="13">
                  <c:v>200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  <c:pt idx="5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  <c:pt idx="5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  <c:pt idx="5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  <c:pt idx="5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  <c:pt idx="5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  <c:pt idx="5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  <c:pt idx="5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  <c:pt idx="5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  <c:pt idx="5">
                  <c:v>200</c:v>
                </c:pt>
                <c:pt idx="6">
                  <c:v>100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200</c:v>
                </c:pt>
                <c:pt idx="1">
                  <c:v>100</c:v>
                </c:pt>
                <c:pt idx="2">
                  <c:v>200</c:v>
                </c:pt>
                <c:pt idx="3">
                  <c:v>100</c:v>
                </c:pt>
                <c:pt idx="4">
                  <c:v>200</c:v>
                </c:pt>
                <c:pt idx="5">
                  <c:v>100</c:v>
                </c:pt>
                <c:pt idx="6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Volcable 1</c:v>
                </c:pt>
                <c:pt idx="1">
                  <c:v>Volcable 2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100</c:v>
                </c:pt>
                <c:pt idx="1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</c:numCache>
            </c:numRef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200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  <c:pt idx="5">
                  <c:v>200</c:v>
                </c:pt>
                <c:pt idx="6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  <c:pt idx="5">
                  <c:v>200</c:v>
                </c:pt>
                <c:pt idx="6">
                  <c:v>100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200</c:v>
                </c:pt>
                <c:pt idx="1">
                  <c:v>100</c:v>
                </c:pt>
                <c:pt idx="2">
                  <c:v>200</c:v>
                </c:pt>
                <c:pt idx="3">
                  <c:v>100</c:v>
                </c:pt>
                <c:pt idx="4">
                  <c:v>200</c:v>
                </c:pt>
                <c:pt idx="5">
                  <c:v>100</c:v>
                </c:pt>
                <c:pt idx="6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200</c:v>
                </c:pt>
                <c:pt idx="1">
                  <c:v>100</c:v>
                </c:pt>
                <c:pt idx="2">
                  <c:v>200</c:v>
                </c:pt>
                <c:pt idx="3">
                  <c:v>100</c:v>
                </c:pt>
                <c:pt idx="4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200</c:v>
                </c:pt>
                <c:pt idx="1">
                  <c:v>100</c:v>
                </c:pt>
                <c:pt idx="2">
                  <c:v>200</c:v>
                </c:pt>
                <c:pt idx="3">
                  <c:v>100</c:v>
                </c:pt>
                <c:pt idx="4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200</c:v>
                </c:pt>
                <c:pt idx="1">
                  <c:v>100</c:v>
                </c:pt>
                <c:pt idx="2">
                  <c:v>200</c:v>
                </c:pt>
                <c:pt idx="3">
                  <c:v>100</c:v>
                </c:pt>
                <c:pt idx="4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100</c:v>
                </c:pt>
                <c:pt idx="1">
                  <c:v>200</c:v>
                </c:pt>
                <c:pt idx="2">
                  <c:v>100</c:v>
                </c:pt>
                <c:pt idx="3">
                  <c:v>200</c:v>
                </c:pt>
                <c:pt idx="4">
                  <c:v>100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200</c:v>
                </c:pt>
                <c:pt idx="1">
                  <c:v>100</c:v>
                </c:pt>
                <c:pt idx="2">
                  <c:v>200</c:v>
                </c:pt>
                <c:pt idx="3">
                  <c:v>100</c:v>
                </c:pt>
                <c:pt idx="4">
                  <c:v>200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0" Type="http://schemas.openxmlformats.org/officeDocument/2006/relationships/chart" Target="../charts/chart1000.xml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Manual1002" Type="http://schemas.openxmlformats.org/officeDocument/2006/relationships/chart" Target="../charts/chart100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Manual1003" Type="http://schemas.openxmlformats.org/officeDocument/2006/relationships/chart" Target="../charts/chart1003.xml"/><Relationship Id="rIdManual1004" Type="http://schemas.openxmlformats.org/officeDocument/2006/relationships/chart" Target="../charts/chart100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Relationship Id="rIdManual1007" Type="http://schemas.openxmlformats.org/officeDocument/2006/relationships/chart" Target="../charts/chart10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Relationship Id="rIdManual1008" Type="http://schemas.openxmlformats.org/officeDocument/2006/relationships/chart" Target="../charts/chart100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09" Type="http://schemas.openxmlformats.org/officeDocument/2006/relationships/chart" Target="../charts/chart1009.xml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4" Type="http://schemas.openxmlformats.org/officeDocument/2006/relationships/chart" Target="../charts/chart10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Manual1015" Type="http://schemas.openxmlformats.org/officeDocument/2006/relationships/chart" Target="../charts/chart10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Manual1016" Type="http://schemas.openxmlformats.org/officeDocument/2006/relationships/chart" Target="../charts/chart10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Relationship Id="rIdManual1017" Type="http://schemas.openxmlformats.org/officeDocument/2006/relationships/chart" Target="../charts/chart10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Relationship Id="rIdManual1018" Type="http://schemas.openxmlformats.org/officeDocument/2006/relationships/chart" Target="../charts/chart10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Relationship Id="rIdManual1019" Type="http://schemas.openxmlformats.org/officeDocument/2006/relationships/chart" Target="../charts/chart10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Relationship Id="rIdManual1020" Type="http://schemas.openxmlformats.org/officeDocument/2006/relationships/chart" Target="../charts/chart102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Relationship Id="rIdManual1028" Type="http://schemas.openxmlformats.org/officeDocument/2006/relationships/chart" Target="../charts/chart10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Relationship Id="rIdManual1029" Type="http://schemas.openxmlformats.org/officeDocument/2006/relationships/chart" Target="../charts/chart10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Manual1030" Type="http://schemas.openxmlformats.org/officeDocument/2006/relationships/chart" Target="../charts/chart103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Relationship Id="rIdManual1031" Type="http://schemas.openxmlformats.org/officeDocument/2006/relationships/chart" Target="../charts/chart10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Relationship Id="rIdManual1032" Type="http://schemas.openxmlformats.org/officeDocument/2006/relationships/chart" Target="../charts/chart10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Relationship Id="rIdManual1033" Type="http://schemas.openxmlformats.org/officeDocument/2006/relationships/chart" Target="../charts/chart10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34" Type="http://schemas.openxmlformats.org/officeDocument/2006/relationships/chart" Target="../charts/chart103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100</a:t>
            </a: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5/72</a:t>
            </a:r>
          </a:p>
        </p:txBody>
      </p:sp>
      <p:graphicFrame>
        <p:nvGraphicFramePr>
          <p:cNvPr id="130" name="D05_G1"/>
          <p:cNvGraphicFramePr/>
          <p:nvPr/>
        </p:nvGraphicFramePr>
        <p:xfrm>
          <a:off x="4691086" y="1370979"/>
          <a:ext cx="3532260" cy="1921320"/>
        </p:xfrm>
        <a:graphic>
          <a:graphicData uri="http://schemas.openxmlformats.org/drawingml/2006/chart">
            <c:chart r:id="rIdManual1000"/>
          </a:graphicData>
        </a:graphic>
      </p:graphicFrame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15/72</a:t>
            </a:r>
          </a:p>
        </p:txBody>
      </p:sp>
      <p:graphicFrame>
        <p:nvGraphicFramePr>
          <p:cNvPr id="701" name="D15_G1"/>
          <p:cNvGraphicFramePr/>
          <p:nvPr/>
        </p:nvGraphicFramePr>
        <p:xfrm>
          <a:off x="1281763" y="741174"/>
          <a:ext cx="6801876" cy="4205827"/>
        </p:xfrm>
        <a:graphic>
          <a:graphicData uri="http://schemas.openxmlformats.org/drawingml/2006/chart">
            <c:chart r:id="rIdManual100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16/72</a:t>
            </a:r>
          </a:p>
        </p:txBody>
      </p:sp>
      <p:graphicFrame>
        <p:nvGraphicFramePr>
          <p:cNvPr id="707" name="D16_G1"/>
          <p:cNvGraphicFramePr/>
          <p:nvPr/>
        </p:nvGraphicFramePr>
        <p:xfrm>
          <a:off x="1881750" y="2955400"/>
          <a:ext cx="5448501" cy="2110300"/>
        </p:xfrm>
        <a:graphic>
          <a:graphicData uri="http://schemas.openxmlformats.org/drawingml/2006/chart">
            <c:chart r:id="rIdManual1003"/>
          </a:graphicData>
        </a:graphic>
      </p:graphicFrame>
      <p:graphicFrame>
        <p:nvGraphicFramePr>
          <p:cNvPr id="708" name="D16_G2"/>
          <p:cNvGraphicFramePr/>
          <p:nvPr/>
        </p:nvGraphicFramePr>
        <p:xfrm>
          <a:off x="2025814" y="597150"/>
          <a:ext cx="5152173" cy="2322835"/>
        </p:xfrm>
        <a:graphic>
          <a:graphicData uri="http://schemas.openxmlformats.org/drawingml/2006/chart">
            <c:chart r:id="rIdManual100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100</a:t>
            </a: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20/72</a:t>
            </a:r>
          </a:p>
        </p:txBody>
      </p:sp>
      <p:graphicFrame>
        <p:nvGraphicFramePr>
          <p:cNvPr id="760" name="D20_G1"/>
          <p:cNvGraphicFramePr/>
          <p:nvPr/>
        </p:nvGraphicFramePr>
        <p:xfrm>
          <a:off x="3591150" y="1341900"/>
          <a:ext cx="5428950" cy="2967401"/>
        </p:xfrm>
        <a:graphic>
          <a:graphicData uri="http://schemas.openxmlformats.org/drawingml/2006/chart">
            <c:chart r:id="rIdManual100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100</a:t>
            </a:r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200</a:t>
            </a:r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25/72</a:t>
            </a:r>
          </a:p>
        </p:txBody>
      </p:sp>
      <p:graphicFrame>
        <p:nvGraphicFramePr>
          <p:cNvPr id="1064" name="D25_G1"/>
          <p:cNvGraphicFramePr/>
          <p:nvPr/>
        </p:nvGraphicFramePr>
        <p:xfrm>
          <a:off x="1625150" y="743124"/>
          <a:ext cx="6801876" cy="4205827"/>
        </p:xfrm>
        <a:graphic>
          <a:graphicData uri="http://schemas.openxmlformats.org/drawingml/2006/chart">
            <c:chart r:id="rIdManual1008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200</a:t>
            </a: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28/72</a:t>
            </a:r>
          </a:p>
        </p:txBody>
      </p:sp>
      <p:graphicFrame>
        <p:nvGraphicFramePr>
          <p:cNvPr id="1085" name="D28_G1"/>
          <p:cNvGraphicFramePr/>
          <p:nvPr/>
        </p:nvGraphicFramePr>
        <p:xfrm>
          <a:off x="3805154" y="1172153"/>
          <a:ext cx="4118034" cy="2258910"/>
        </p:xfrm>
        <a:graphic>
          <a:graphicData uri="http://schemas.openxmlformats.org/drawingml/2006/chart">
            <c:chart r:id="rIdManual1009"/>
          </a:graphicData>
        </a:graphic>
      </p:graphicFrame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</a:t>
            </a: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100</a:t>
            </a: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200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36/72</a:t>
            </a:r>
          </a:p>
        </p:txBody>
      </p:sp>
      <p:graphicFrame>
        <p:nvGraphicFramePr>
          <p:cNvPr id="1287" name="D36_G1"/>
          <p:cNvGraphicFramePr/>
          <p:nvPr/>
        </p:nvGraphicFramePr>
        <p:xfrm>
          <a:off x="1063050" y="960625"/>
          <a:ext cx="7309251" cy="3541425"/>
        </p:xfrm>
        <a:graphic>
          <a:graphicData uri="http://schemas.openxmlformats.org/drawingml/2006/chart">
            <c:chart r:id="rIdManual101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38/72</a:t>
            </a:r>
          </a:p>
        </p:txBody>
      </p:sp>
      <p:graphicFrame>
        <p:nvGraphicFramePr>
          <p:cNvPr id="1325" name="D38_G1"/>
          <p:cNvGraphicFramePr/>
          <p:nvPr/>
        </p:nvGraphicFramePr>
        <p:xfrm>
          <a:off x="1171063" y="785274"/>
          <a:ext cx="6801876" cy="4205827"/>
        </p:xfrm>
        <a:graphic>
          <a:graphicData uri="http://schemas.openxmlformats.org/drawingml/2006/chart">
            <c:chart r:id="rIdManual101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40/72</a:t>
            </a:r>
          </a:p>
        </p:txBody>
      </p:sp>
      <p:graphicFrame>
        <p:nvGraphicFramePr>
          <p:cNvPr id="1359" name="D40_G1"/>
          <p:cNvGraphicFramePr/>
          <p:nvPr/>
        </p:nvGraphicFramePr>
        <p:xfrm>
          <a:off x="1171050" y="755499"/>
          <a:ext cx="6801876" cy="4205827"/>
        </p:xfrm>
        <a:graphic>
          <a:graphicData uri="http://schemas.openxmlformats.org/drawingml/2006/chart">
            <c:chart r:id="rIdManual101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42/72</a:t>
            </a:r>
          </a:p>
        </p:txBody>
      </p:sp>
      <p:graphicFrame>
        <p:nvGraphicFramePr>
          <p:cNvPr id="1393" name="D42_G1"/>
          <p:cNvGraphicFramePr/>
          <p:nvPr/>
        </p:nvGraphicFramePr>
        <p:xfrm>
          <a:off x="1171063" y="844799"/>
          <a:ext cx="6801876" cy="4205827"/>
        </p:xfrm>
        <a:graphic>
          <a:graphicData uri="http://schemas.openxmlformats.org/drawingml/2006/chart">
            <c:chart r:id="rIdManual1017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44/72</a:t>
            </a:r>
          </a:p>
        </p:txBody>
      </p:sp>
      <p:graphicFrame>
        <p:nvGraphicFramePr>
          <p:cNvPr id="1427" name="D44_G1"/>
          <p:cNvGraphicFramePr/>
          <p:nvPr/>
        </p:nvGraphicFramePr>
        <p:xfrm>
          <a:off x="1171063" y="800174"/>
          <a:ext cx="6801876" cy="4205827"/>
        </p:xfrm>
        <a:graphic>
          <a:graphicData uri="http://schemas.openxmlformats.org/drawingml/2006/chart">
            <c:chart r:id="rIdManual1018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46/72</a:t>
            </a:r>
          </a:p>
        </p:txBody>
      </p:sp>
      <p:graphicFrame>
        <p:nvGraphicFramePr>
          <p:cNvPr id="1461" name="D46_G1"/>
          <p:cNvGraphicFramePr/>
          <p:nvPr/>
        </p:nvGraphicFramePr>
        <p:xfrm>
          <a:off x="1171063" y="632874"/>
          <a:ext cx="6801876" cy="4205827"/>
        </p:xfrm>
        <a:graphic>
          <a:graphicData uri="http://schemas.openxmlformats.org/drawingml/2006/chart">
            <c:chart r:id="rIdManual1019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48/72</a:t>
            </a:r>
          </a:p>
        </p:txBody>
      </p:sp>
      <p:graphicFrame>
        <p:nvGraphicFramePr>
          <p:cNvPr id="1495" name="D48_G1"/>
          <p:cNvGraphicFramePr/>
          <p:nvPr/>
        </p:nvGraphicFramePr>
        <p:xfrm>
          <a:off x="1171063" y="829924"/>
          <a:ext cx="6801876" cy="4205827"/>
        </p:xfrm>
        <a:graphic>
          <a:graphicData uri="http://schemas.openxmlformats.org/drawingml/2006/chart">
            <c:chart r:id="rIdManual1020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200</a:t>
            </a: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59/72</a:t>
            </a:r>
          </a:p>
        </p:txBody>
      </p:sp>
      <p:graphicFrame>
        <p:nvGraphicFramePr>
          <p:cNvPr id="1680" name="D59_G1"/>
          <p:cNvGraphicFramePr/>
          <p:nvPr/>
        </p:nvGraphicFramePr>
        <p:xfrm>
          <a:off x="1451275" y="685374"/>
          <a:ext cx="6801876" cy="4205827"/>
        </p:xfrm>
        <a:graphic>
          <a:graphicData uri="http://schemas.openxmlformats.org/drawingml/2006/chart">
            <c:chart r:id="rIdManual1028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61/72</a:t>
            </a:r>
          </a:p>
        </p:txBody>
      </p:sp>
      <p:graphicFrame>
        <p:nvGraphicFramePr>
          <p:cNvPr id="1714" name="D61_G1"/>
          <p:cNvGraphicFramePr/>
          <p:nvPr/>
        </p:nvGraphicFramePr>
        <p:xfrm>
          <a:off x="1364675" y="805249"/>
          <a:ext cx="6801876" cy="4205827"/>
        </p:xfrm>
        <a:graphic>
          <a:graphicData uri="http://schemas.openxmlformats.org/drawingml/2006/chart">
            <c:chart r:id="rIdManual1029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63/72</a:t>
            </a:r>
          </a:p>
        </p:txBody>
      </p:sp>
      <p:graphicFrame>
        <p:nvGraphicFramePr>
          <p:cNvPr id="1748" name="D63_G1"/>
          <p:cNvGraphicFramePr/>
          <p:nvPr/>
        </p:nvGraphicFramePr>
        <p:xfrm>
          <a:off x="1195950" y="775999"/>
          <a:ext cx="6801876" cy="4205827"/>
        </p:xfrm>
        <a:graphic>
          <a:graphicData uri="http://schemas.openxmlformats.org/drawingml/2006/chart">
            <c:chart r:id="rIdManual1030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65/72</a:t>
            </a:r>
          </a:p>
        </p:txBody>
      </p:sp>
      <p:graphicFrame>
        <p:nvGraphicFramePr>
          <p:cNvPr id="1782" name="D65_G1"/>
          <p:cNvGraphicFramePr/>
          <p:nvPr/>
        </p:nvGraphicFramePr>
        <p:xfrm>
          <a:off x="1578275" y="773724"/>
          <a:ext cx="6801876" cy="4205827"/>
        </p:xfrm>
        <a:graphic>
          <a:graphicData uri="http://schemas.openxmlformats.org/drawingml/2006/chart">
            <c:chart r:id="rIdManual103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67/72</a:t>
            </a:r>
          </a:p>
        </p:txBody>
      </p:sp>
      <p:graphicFrame>
        <p:nvGraphicFramePr>
          <p:cNvPr id="1816" name="D67_G1"/>
          <p:cNvGraphicFramePr/>
          <p:nvPr/>
        </p:nvGraphicFramePr>
        <p:xfrm>
          <a:off x="1376825" y="701774"/>
          <a:ext cx="6801876" cy="4205827"/>
        </p:xfrm>
        <a:graphic>
          <a:graphicData uri="http://schemas.openxmlformats.org/drawingml/2006/chart">
            <c:chart r:id="rIdManual103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69/72</a:t>
            </a:r>
          </a:p>
        </p:txBody>
      </p:sp>
      <p:graphicFrame>
        <p:nvGraphicFramePr>
          <p:cNvPr id="1850" name="D69_G1"/>
          <p:cNvGraphicFramePr/>
          <p:nvPr/>
        </p:nvGraphicFramePr>
        <p:xfrm>
          <a:off x="1171063" y="715699"/>
          <a:ext cx="6801876" cy="4205827"/>
        </p:xfrm>
        <a:graphic>
          <a:graphicData uri="http://schemas.openxmlformats.org/drawingml/2006/chart">
            <c:chart r:id="rIdManual1033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71/72</a:t>
            </a:r>
          </a:p>
        </p:txBody>
      </p:sp>
      <p:graphicFrame>
        <p:nvGraphicFramePr>
          <p:cNvPr id="1880" name="D71_G1"/>
          <p:cNvGraphicFramePr/>
          <p:nvPr/>
        </p:nvGraphicFramePr>
        <p:xfrm>
          <a:off x="1547273" y="728925"/>
          <a:ext cx="6296400" cy="3893276"/>
        </p:xfrm>
        <a:graphic>
          <a:graphicData uri="http://schemas.openxmlformats.org/drawingml/2006/chart">
            <c:chart r:id="rIdManual1034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100</a:t>
            </a: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200</a:t>
            </a: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PRUEBA 100 / 200 · DATOS FICTICIOS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