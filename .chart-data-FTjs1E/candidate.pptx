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1.xml" ContentType="application/vnd.openxmlformats-officedocument.drawingml.chart+xml"/>
  <Override PartName="/ppt/charts/chart1002.xml" ContentType="application/vnd.openxmlformats-officedocument.drawingml.chart+xml"/>
  <Override PartName="/ppt/charts/chart1003.xml" ContentType="application/vnd.openxmlformats-officedocument.drawingml.chart+xml"/>
  <Override PartName="/ppt/charts/chart1004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7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14.xml" ContentType="application/vnd.openxmlformats-officedocument.drawingml.chart+xml"/>
  <Override PartName="/ppt/charts/chart1015.xml" ContentType="application/vnd.openxmlformats-officedocument.drawingml.chart+xml"/>
  <Override PartName="/ppt/charts/chart1016.xml" ContentType="application/vnd.openxmlformats-officedocument.drawingml.chart+xml"/>
  <Override PartName="/ppt/charts/chart1017.xml" ContentType="application/vnd.openxmlformats-officedocument.drawingml.chart+xml"/>
  <Override PartName="/ppt/charts/chart1018.xml" ContentType="application/vnd.openxmlformats-officedocument.drawingml.chart+xml"/>
  <Override PartName="/ppt/charts/chart1019.xml" ContentType="application/vnd.openxmlformats-officedocument.drawingml.chart+xml"/>
  <Override PartName="/ppt/charts/chart1020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  <Override PartName="/ppt/charts/chart1028.xml" ContentType="application/vnd.openxmlformats-officedocument.drawingml.chart+xml"/>
  <Override PartName="/ppt/charts/chart1029.xml" ContentType="application/vnd.openxmlformats-officedocument.drawingml.chart+xml"/>
  <Override PartName="/ppt/charts/chart1030.xml" ContentType="application/vnd.openxmlformats-officedocument.drawingml.chart+xml"/>
  <Override PartName="/ppt/charts/chart1031.xml" ContentType="application/vnd.openxmlformats-officedocument.drawingml.chart+xml"/>
  <Override PartName="/ppt/charts/chart1032.xml" ContentType="application/vnd.openxmlformats-officedocument.drawingml.chart+xml"/>
  <Override PartName="/ppt/charts/chart1033.xml" ContentType="application/vnd.openxmlformats-officedocument.drawingml.chart+xml"/>
  <Override PartName="/ppt/charts/chart1034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0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_rels/chart1002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1003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_rels/chart1004.xml.rels><Relationships xmlns="http://schemas.openxmlformats.org/package/2006/relationships"><Relationship Id="rIdChartSnapshot1" Type="http://schemas.openxmlformats.org/officeDocument/2006/relationships/package" Target="../embeddings/chart-data-snapshot-004.xlsx"/></Relationships>
</file>

<file path=ppt/charts/_rels/chart1005.xml.rels><Relationships xmlns="http://schemas.openxmlformats.org/package/2006/relationships"><Relationship Id="rIdChartSnapshot1" Type="http://schemas.openxmlformats.org/officeDocument/2006/relationships/package" Target="../embeddings/chart-data-snapshot-005.xlsx"/></Relationships>
</file>

<file path=ppt/charts/_rels/chart1006.xml.rels><Relationships xmlns="http://schemas.openxmlformats.org/package/2006/relationships"><Relationship Id="rIdChartSnapshot1" Type="http://schemas.openxmlformats.org/officeDocument/2006/relationships/package" Target="../embeddings/chart-data-snapshot-006.xlsx"/></Relationships>
</file>

<file path=ppt/charts/_rels/chart1007.xml.rels><Relationships xmlns="http://schemas.openxmlformats.org/package/2006/relationships"><Relationship Id="rIdChartSnapshot1" Type="http://schemas.openxmlformats.org/officeDocument/2006/relationships/package" Target="../embeddings/chart-data-snapshot-007.xlsx"/></Relationships>
</file>

<file path=ppt/charts/_rels/chart1010.xml.rels><Relationships xmlns="http://schemas.openxmlformats.org/package/2006/relationships"><Relationship Id="rIdChartSnapshot1" Type="http://schemas.openxmlformats.org/officeDocument/2006/relationships/package" Target="../embeddings/chart-data-snapshot-008.xlsx"/></Relationships>
</file>

<file path=ppt/charts/_rels/chart1011.xml.rels><Relationships xmlns="http://schemas.openxmlformats.org/package/2006/relationships"><Relationship Id="rIdChartSnapshot1" Type="http://schemas.openxmlformats.org/officeDocument/2006/relationships/package" Target="../embeddings/chart-data-snapshot-009.xlsx"/></Relationships>
</file>

<file path=ppt/charts/_rels/chart1012.xml.rels><Relationships xmlns="http://schemas.openxmlformats.org/package/2006/relationships"><Relationship Id="rIdChartSnapshot1" Type="http://schemas.openxmlformats.org/officeDocument/2006/relationships/package" Target="../embeddings/chart-data-snapshot-010.xlsx"/></Relationships>
</file>

<file path=ppt/charts/_rels/chart1013.xml.rels><Relationships xmlns="http://schemas.openxmlformats.org/package/2006/relationships"><Relationship Id="rIdChartSnapshot1" Type="http://schemas.openxmlformats.org/officeDocument/2006/relationships/package" Target="../embeddings/chart-data-snapshot-011.xlsx"/></Relationships>
</file>

<file path=ppt/charts/_rels/chart1014.xml.rels><Relationships xmlns="http://schemas.openxmlformats.org/package/2006/relationships"><Relationship Id="rIdChartSnapshot1" Type="http://schemas.openxmlformats.org/officeDocument/2006/relationships/package" Target="../embeddings/chart-data-snapshot-012.xlsx"/></Relationships>
</file>

<file path=ppt/charts/_rels/chart1015.xml.rels><Relationships xmlns="http://schemas.openxmlformats.org/package/2006/relationships"><Relationship Id="rIdChartSnapshot1" Type="http://schemas.openxmlformats.org/officeDocument/2006/relationships/package" Target="../embeddings/chart-data-snapshot-013.xlsx"/></Relationships>
</file>

<file path=ppt/charts/_rels/chart1016.xml.rels><Relationships xmlns="http://schemas.openxmlformats.org/package/2006/relationships"><Relationship Id="rIdChartSnapshot1" Type="http://schemas.openxmlformats.org/officeDocument/2006/relationships/package" Target="../embeddings/chart-data-snapshot-014.xlsx"/></Relationships>
</file>

<file path=ppt/charts/_rels/chart1017.xml.rels><Relationships xmlns="http://schemas.openxmlformats.org/package/2006/relationships"><Relationship Id="rIdChartSnapshot1" Type="http://schemas.openxmlformats.org/officeDocument/2006/relationships/package" Target="../embeddings/chart-data-snapshot-015.xlsx"/></Relationships>
</file>

<file path=ppt/charts/_rels/chart1018.xml.rels><Relationships xmlns="http://schemas.openxmlformats.org/package/2006/relationships"><Relationship Id="rIdChartSnapshot1" Type="http://schemas.openxmlformats.org/officeDocument/2006/relationships/package" Target="../embeddings/chart-data-snapshot-016.xlsx"/></Relationships>
</file>

<file path=ppt/charts/_rels/chart1019.xml.rels><Relationships xmlns="http://schemas.openxmlformats.org/package/2006/relationships"><Relationship Id="rIdChartSnapshot1" Type="http://schemas.openxmlformats.org/officeDocument/2006/relationships/package" Target="../embeddings/chart-data-snapshot-017.xlsx"/></Relationships>
</file>

<file path=ppt/charts/_rels/chart1020.xml.rels><Relationships xmlns="http://schemas.openxmlformats.org/package/2006/relationships"><Relationship Id="rIdChartSnapshot1" Type="http://schemas.openxmlformats.org/officeDocument/2006/relationships/package" Target="../embeddings/chart-data-snapshot-018.xlsx"/></Relationships>
</file>

<file path=ppt/charts/_rels/chart1021.xml.rels><Relationships xmlns="http://schemas.openxmlformats.org/package/2006/relationships"><Relationship Id="rIdChartSnapshot1" Type="http://schemas.openxmlformats.org/officeDocument/2006/relationships/package" Target="../embeddings/chart-data-snapshot-019.xlsx"/></Relationships>
</file>

<file path=ppt/charts/_rels/chart1022.xml.rels><Relationships xmlns="http://schemas.openxmlformats.org/package/2006/relationships"><Relationship Id="rIdChartSnapshot1" Type="http://schemas.openxmlformats.org/officeDocument/2006/relationships/package" Target="../embeddings/chart-data-snapshot-020.xlsx"/></Relationships>
</file>

<file path=ppt/charts/_rels/chart1023.xml.rels><Relationships xmlns="http://schemas.openxmlformats.org/package/2006/relationships"><Relationship Id="rIdChartSnapshot1" Type="http://schemas.openxmlformats.org/officeDocument/2006/relationships/package" Target="../embeddings/chart-data-snapshot-021.xlsx"/></Relationships>
</file>

<file path=ppt/charts/_rels/chart1024.xml.rels><Relationships xmlns="http://schemas.openxmlformats.org/package/2006/relationships"><Relationship Id="rIdChartSnapshot1" Type="http://schemas.openxmlformats.org/officeDocument/2006/relationships/package" Target="../embeddings/chart-data-snapshot-022.xlsx"/></Relationships>
</file>

<file path=ppt/charts/_rels/chart1025.xml.rels><Relationships xmlns="http://schemas.openxmlformats.org/package/2006/relationships"><Relationship Id="rIdChartSnapshot1" Type="http://schemas.openxmlformats.org/officeDocument/2006/relationships/package" Target="../embeddings/chart-data-snapshot-023.xlsx"/></Relationships>
</file>

<file path=ppt/charts/_rels/chart1026.xml.rels><Relationships xmlns="http://schemas.openxmlformats.org/package/2006/relationships"><Relationship Id="rIdChartSnapshot1" Type="http://schemas.openxmlformats.org/officeDocument/2006/relationships/package" Target="../embeddings/chart-data-snapshot-024.xlsx"/></Relationships>
</file>

<file path=ppt/charts/_rels/chart1027.xml.rels><Relationships xmlns="http://schemas.openxmlformats.org/package/2006/relationships"><Relationship Id="rIdChartSnapshot1" Type="http://schemas.openxmlformats.org/officeDocument/2006/relationships/package" Target="../embeddings/chart-data-snapshot-025.xlsx"/></Relationships>
</file>

<file path=ppt/charts/_rels/chart1028.xml.rels><Relationships xmlns="http://schemas.openxmlformats.org/package/2006/relationships"><Relationship Id="rIdChartSnapshot1" Type="http://schemas.openxmlformats.org/officeDocument/2006/relationships/package" Target="../embeddings/chart-data-snapshot-026.xlsx"/></Relationships>
</file>

<file path=ppt/charts/_rels/chart1029.xml.rels><Relationships xmlns="http://schemas.openxmlformats.org/package/2006/relationships"><Relationship Id="rIdChartSnapshot1" Type="http://schemas.openxmlformats.org/officeDocument/2006/relationships/package" Target="../embeddings/chart-data-snapshot-027.xlsx"/></Relationships>
</file>

<file path=ppt/charts/_rels/chart1030.xml.rels><Relationships xmlns="http://schemas.openxmlformats.org/package/2006/relationships"><Relationship Id="rIdChartSnapshot1" Type="http://schemas.openxmlformats.org/officeDocument/2006/relationships/package" Target="../embeddings/chart-data-snapshot-028.xlsx"/></Relationships>
</file>

<file path=ppt/charts/_rels/chart1031.xml.rels><Relationships xmlns="http://schemas.openxmlformats.org/package/2006/relationships"><Relationship Id="rIdChartSnapshot1" Type="http://schemas.openxmlformats.org/officeDocument/2006/relationships/package" Target="../embeddings/chart-data-snapshot-029.xlsx"/></Relationships>
</file>

<file path=ppt/charts/_rels/chart1032.xml.rels><Relationships xmlns="http://schemas.openxmlformats.org/package/2006/relationships"><Relationship Id="rIdChartSnapshot1" Type="http://schemas.openxmlformats.org/officeDocument/2006/relationships/package" Target="../embeddings/chart-data-snapshot-030.xlsx"/></Relationships>
</file>

<file path=ppt/charts/_rels/chart1033.xml.rels><Relationships xmlns="http://schemas.openxmlformats.org/package/2006/relationships"><Relationship Id="rIdChartSnapshot1" Type="http://schemas.openxmlformats.org/officeDocument/2006/relationships/package" Target="../embeddings/chart-data-snapshot-031.xlsx"/></Relationships>
</file>

<file path=ppt/charts/_rels/chart1034.xml.rels><Relationships xmlns="http://schemas.openxmlformats.org/package/2006/relationships"><Relationship Id="rIdChartSnapshot1" Type="http://schemas.openxmlformats.org/officeDocument/2006/relationships/package" Target="../embeddings/chart-data-snapshot-03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Data'!$A$2:$A$2</c:f>
              <c:strCache>
                <c:ptCount val="1"/>
                <c:pt idx="0">
                  <c:v>R7 Terminal de embarque</c:v>
                </c:pt>
              </c:strCache>
            </c:strRef>
          </c:cat>
          <c:val>
            <c:numRef>
              <c:f>'Chart Data'!$B$2:$B$2</c:f>
              <c:numCache>
                <c:formatCode>0</c:formatCode>
                <c:ptCount val="1"/>
                <c:pt idx="0">
                  <c:v>1122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Tiempos por planta (min)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Ricardone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138.8</c:v>
                </c:pt>
                <c:pt idx="1">
                  <c:v>92.7</c:v>
                </c:pt>
                <c:pt idx="2">
                  <c:v>87.4</c:v>
                </c:pt>
                <c:pt idx="3">
                  <c:v>70</c:v>
                </c:pt>
                <c:pt idx="4">
                  <c:v>84.3</c:v>
                </c:pt>
                <c:pt idx="5">
                  <c:v>75.5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San Lorenzo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0.0</c:formatCode>
                <c:ptCount val="7"/>
                <c:pt idx="0">
                  <c:v>192</c:v>
                </c:pt>
                <c:pt idx="1">
                  <c:v>66.2</c:v>
                </c:pt>
                <c:pt idx="2">
                  <c:v>94.5</c:v>
                </c:pt>
                <c:pt idx="3">
                  <c:v>79.5</c:v>
                </c:pt>
                <c:pt idx="4">
                  <c:v>44.7</c:v>
                </c:pt>
                <c:pt idx="5">
                  <c:v>53.8</c:v>
                </c:pt>
                <c:pt idx="6">
                  <c:v>0</c:v>
                </c:pt>
              </c:numCache>
            </c:numRef>
          </c:val>
        </c:ser>
        <c:dLbls>
          <c:numFmt formatCode="0.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Volumen por cuarto de turno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Q1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131</c:v>
                </c:pt>
                <c:pt idx="1">
                  <c:v>129</c:v>
                </c:pt>
                <c:pt idx="2">
                  <c:v>83</c:v>
                </c:pt>
                <c:pt idx="3">
                  <c:v>28</c:v>
                </c:pt>
                <c:pt idx="4">
                  <c:v>31</c:v>
                </c:pt>
                <c:pt idx="5">
                  <c:v>38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Q2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91</c:v>
                </c:pt>
                <c:pt idx="1">
                  <c:v>65</c:v>
                </c:pt>
                <c:pt idx="2">
                  <c:v>27</c:v>
                </c:pt>
                <c:pt idx="3">
                  <c:v>17</c:v>
                </c:pt>
                <c:pt idx="4">
                  <c:v>39</c:v>
                </c:pt>
                <c:pt idx="5">
                  <c:v>20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v>Q3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cat>
            <c:strRef>
              <c:f>'Chart Data'!$E$2:$E$8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Data'!$F$2:$F$8</c:f>
              <c:numCache>
                <c:formatCode>0</c:formatCode>
                <c:ptCount val="7"/>
                <c:pt idx="0">
                  <c:v>92</c:v>
                </c:pt>
                <c:pt idx="1">
                  <c:v>86</c:v>
                </c:pt>
                <c:pt idx="2">
                  <c:v>32</c:v>
                </c:pt>
                <c:pt idx="3">
                  <c:v>23</c:v>
                </c:pt>
                <c:pt idx="4">
                  <c:v>26</c:v>
                </c:pt>
                <c:pt idx="5">
                  <c:v>14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v>Q4</c:v>
          </c:tx>
          <c:spPr>
            <a:solidFill>
              <a:srgbClr val="A95C3F"/>
            </a:solidFill>
            <a:ln w="19050">
              <a:solidFill>
                <a:srgbClr val="A95C3F"/>
              </a:solidFill>
            </a:ln>
          </c:spPr>
          <c:cat>
            <c:strRef>
              <c:f>'Chart Data'!$G$2:$G$8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Data'!$H$2:$H$8</c:f>
              <c:numCache>
                <c:formatCode>0</c:formatCode>
                <c:ptCount val="7"/>
                <c:pt idx="0">
                  <c:v>62</c:v>
                </c:pt>
                <c:pt idx="1">
                  <c:v>63</c:v>
                </c:pt>
                <c:pt idx="2">
                  <c:v>32</c:v>
                </c:pt>
                <c:pt idx="3">
                  <c:v>35</c:v>
                </c:pt>
                <c:pt idx="4">
                  <c:v>34</c:v>
                </c:pt>
                <c:pt idx="5">
                  <c:v>20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Tiempo medio diario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0.0</c:formatCode>
                <c:ptCount val="7"/>
                <c:pt idx="0">
                  <c:v>372.3</c:v>
                </c:pt>
                <c:pt idx="1">
                  <c:v>359.8</c:v>
                </c:pt>
                <c:pt idx="2">
                  <c:v>226.5</c:v>
                </c:pt>
                <c:pt idx="3">
                  <c:v>232.2</c:v>
                </c:pt>
                <c:pt idx="4">
                  <c:v>225.8</c:v>
                </c:pt>
                <c:pt idx="5">
                  <c:v>261</c:v>
                </c:pt>
                <c:pt idx="6">
                  <c:v>0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Ref>
              <c:f>'Chart Data'!$E$2:$E$15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Data'!$F$2:$F$15</c:f>
              <c:numCache>
                <c:formatCode>0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Camiones por día del operativo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Lunes</c:v>
                </c:pt>
                <c:pt idx="1">
                  <c:v>Martes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16</c:v>
                </c:pt>
                <c:pt idx="1">
                  <c:v>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R5 Volcable 1</c:v>
                </c:pt>
                <c:pt idx="1">
                  <c:v>R6 Volcable 2</c:v>
                </c:pt>
                <c:pt idx="2">
                  <c:v>R4 Silos Kepler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217</c:v>
                </c:pt>
                <c:pt idx="1">
                  <c:v>16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Ref>
              <c:f>'Chart Data'!$C$2:$C$15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Data'!$D$2:$D$15</c:f>
              <c:numCache>
                <c:formatCode>0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 (min)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Ref>
              <c:f>'Chart Data'!$A$2:$A$15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'Chart Data'!$B$2:$B$15</c:f>
              <c:numCache>
                <c:formatCode>0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255</c:v>
                </c:pt>
                <c:pt idx="1">
                  <c:v>242</c:v>
                </c:pt>
                <c:pt idx="2">
                  <c:v>537</c:v>
                </c:pt>
                <c:pt idx="3">
                  <c:v>544</c:v>
                </c:pt>
                <c:pt idx="4">
                  <c:v>23</c:v>
                </c:pt>
                <c:pt idx="5">
                  <c:v>29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138</c:v>
                </c:pt>
                <c:pt idx="1">
                  <c:v>146</c:v>
                </c:pt>
                <c:pt idx="2">
                  <c:v>91</c:v>
                </c:pt>
                <c:pt idx="3">
                  <c:v>91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32</c:v>
                </c:pt>
                <c:pt idx="1">
                  <c:v>33</c:v>
                </c:pt>
                <c:pt idx="2">
                  <c:v>161</c:v>
                </c:pt>
                <c:pt idx="3">
                  <c:v>168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39</c:v>
                </c:pt>
                <c:pt idx="1">
                  <c:v>36</c:v>
                </c:pt>
                <c:pt idx="2">
                  <c:v>52</c:v>
                </c:pt>
                <c:pt idx="3">
                  <c:v>51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46</c:v>
                </c:pt>
                <c:pt idx="3">
                  <c:v>53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46</c:v>
                </c:pt>
                <c:pt idx="1">
                  <c:v>26</c:v>
                </c:pt>
                <c:pt idx="2">
                  <c:v>77</c:v>
                </c:pt>
                <c:pt idx="3">
                  <c:v>68</c:v>
                </c:pt>
                <c:pt idx="4">
                  <c:v>22</c:v>
                </c:pt>
                <c:pt idx="5">
                  <c:v>19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1</c:v>
                </c:pt>
                <c:pt idx="2">
                  <c:v>110</c:v>
                </c:pt>
                <c:pt idx="3">
                  <c:v>115</c:v>
                </c:pt>
                <c:pt idx="4">
                  <c:v>0</c:v>
                </c:pt>
                <c:pt idx="5">
                  <c:v>10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por calle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Data'!$A$2:$A$7</c:f>
              <c:strCache>
                <c:ptCount val="6"/>
                <c:pt idx="0">
                  <c:v>Calle 1</c:v>
                </c:pt>
                <c:pt idx="1">
                  <c:v>Calle 2</c:v>
                </c:pt>
                <c:pt idx="2">
                  <c:v>Calle 3</c:v>
                </c:pt>
                <c:pt idx="3">
                  <c:v>Calle 4</c:v>
                </c:pt>
                <c:pt idx="4">
                  <c:v>Calle 5</c:v>
                </c:pt>
                <c:pt idx="5">
                  <c:v>Calle 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36</c:v>
                </c:pt>
                <c:pt idx="1">
                  <c:v>12</c:v>
                </c:pt>
                <c:pt idx="2">
                  <c:v>0</c:v>
                </c:pt>
                <c:pt idx="3">
                  <c:v>0</c:v>
                </c:pt>
                <c:pt idx="4">
                  <c:v>112</c:v>
                </c:pt>
                <c:pt idx="5">
                  <c:v>104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49</c:v>
                </c:pt>
                <c:pt idx="1">
                  <c:v>39</c:v>
                </c:pt>
                <c:pt idx="2">
                  <c:v>16</c:v>
                </c:pt>
                <c:pt idx="3">
                  <c:v>4</c:v>
                </c:pt>
                <c:pt idx="4">
                  <c:v>62</c:v>
                </c:pt>
                <c:pt idx="5">
                  <c:v>35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Volcable 1</c:v>
                </c:pt>
                <c:pt idx="1">
                  <c:v>Volcable 2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254</c:v>
                </c:pt>
                <c:pt idx="1">
                  <c:v>53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68</c:v>
                </c:pt>
                <c:pt idx="1">
                  <c:v>60</c:v>
                </c:pt>
                <c:pt idx="2">
                  <c:v>41</c:v>
                </c:pt>
                <c:pt idx="3">
                  <c:v>14</c:v>
                </c:pt>
                <c:pt idx="4">
                  <c:v>56</c:v>
                </c:pt>
                <c:pt idx="5">
                  <c:v>25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Ref>
              <c:f>'Chart Data'!$C$2:$C$8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Data'!$D$2:$D$8</c:f>
              <c:numCache>
                <c:formatCode>0</c:formatCode>
                <c:ptCount val="7"/>
                <c:pt idx="0">
                  <c:v>12</c:v>
                </c:pt>
                <c:pt idx="1">
                  <c:v>7</c:v>
                </c:pt>
                <c:pt idx="2">
                  <c:v>17</c:v>
                </c:pt>
                <c:pt idx="3">
                  <c:v>8</c:v>
                </c:pt>
                <c:pt idx="4">
                  <c:v>8</c:v>
                </c:pt>
                <c:pt idx="5">
                  <c:v>14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3</c:v>
                </c:pt>
                <c:pt idx="1">
                  <c:v>4</c:v>
                </c:pt>
                <c:pt idx="2">
                  <c:v>7</c:v>
                </c:pt>
                <c:pt idx="3">
                  <c:v>13</c:v>
                </c:pt>
                <c:pt idx="4">
                  <c:v>99</c:v>
                </c:pt>
                <c:pt idx="5">
                  <c:v>103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Data'!$A$2:$A$8</c:f>
              <c:strCache>
                <c:ptCount val="7"/>
                <c:pt idx="0">
                  <c:v>Jueves</c:v>
                </c:pt>
                <c:pt idx="1">
                  <c:v>Viernes</c:v>
                </c:pt>
                <c:pt idx="2">
                  <c:v>Sábado</c:v>
                </c:pt>
                <c:pt idx="3">
                  <c:v>Domingo</c:v>
                </c:pt>
                <c:pt idx="4">
                  <c:v>Lunes</c:v>
                </c:pt>
                <c:pt idx="5">
                  <c:v>Martes</c:v>
                </c:pt>
                <c:pt idx="6">
                  <c:v>Miércoles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400</c:v>
                </c:pt>
                <c:pt idx="1">
                  <c:v>325</c:v>
                </c:pt>
                <c:pt idx="2">
                  <c:v>185</c:v>
                </c:pt>
                <c:pt idx="3">
                  <c:v>97</c:v>
                </c:pt>
                <c:pt idx="4">
                  <c:v>126</c:v>
                </c:pt>
                <c:pt idx="5">
                  <c:v>109</c:v>
                </c:pt>
                <c:pt idx="6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31</c:v>
                </c:pt>
                <c:pt idx="1">
                  <c:v>175</c:v>
                </c:pt>
                <c:pt idx="2">
                  <c:v>233</c:v>
                </c:pt>
                <c:pt idx="3">
                  <c:v>235</c:v>
                </c:pt>
                <c:pt idx="4">
                  <c:v>568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Jueves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138</c:v>
                </c:pt>
                <c:pt idx="3">
                  <c:v>129</c:v>
                </c:pt>
                <c:pt idx="4">
                  <c:v>133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Viernes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30</c:v>
                </c:pt>
                <c:pt idx="1">
                  <c:v>39</c:v>
                </c:pt>
                <c:pt idx="2">
                  <c:v>78</c:v>
                </c:pt>
                <c:pt idx="3">
                  <c:v>80</c:v>
                </c:pt>
                <c:pt idx="4">
                  <c:v>98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Sábado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</c:v>
                </c:pt>
                <c:pt idx="1">
                  <c:v>43</c:v>
                </c:pt>
                <c:pt idx="2">
                  <c:v>0</c:v>
                </c:pt>
                <c:pt idx="3">
                  <c:v>26</c:v>
                </c:pt>
                <c:pt idx="4">
                  <c:v>115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Domingo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15</c:v>
                </c:pt>
                <c:pt idx="3">
                  <c:v>0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Lunes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44</c:v>
                </c:pt>
                <c:pt idx="2">
                  <c:v>0</c:v>
                </c:pt>
                <c:pt idx="3">
                  <c:v>0</c:v>
                </c:pt>
                <c:pt idx="4">
                  <c:v>82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Martes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49</c:v>
                </c:pt>
                <c:pt idx="2">
                  <c:v>2</c:v>
                </c:pt>
                <c:pt idx="3">
                  <c:v>0</c:v>
                </c:pt>
                <c:pt idx="4">
                  <c:v>58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charts/chart10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equipo · Miércoles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Volcable 1</c:v>
                </c:pt>
                <c:pt idx="1">
                  <c:v>Volcable 2</c:v>
                </c:pt>
                <c:pt idx="2">
                  <c:v>Volcable 3</c:v>
                </c:pt>
                <c:pt idx="3">
                  <c:v>Volcable 4</c:v>
                </c:pt>
                <c:pt idx="4">
                  <c:v>Volcable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  <c:externalData r:id="rIdChartSnapshot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Manual1002" Type="http://schemas.openxmlformats.org/officeDocument/2006/relationships/chart" Target="../charts/chart100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Manual1003" Type="http://schemas.openxmlformats.org/officeDocument/2006/relationships/chart" Target="../charts/chart1003.xml"/><Relationship Id="rIdManual1004" Type="http://schemas.openxmlformats.org/officeDocument/2006/relationships/chart" Target="../charts/chart100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Relationship Id="rIdManual1007" Type="http://schemas.openxmlformats.org/officeDocument/2006/relationships/chart" Target="../charts/chart100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4" Type="http://schemas.openxmlformats.org/officeDocument/2006/relationships/chart" Target="../charts/chart10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Manual1015" Type="http://schemas.openxmlformats.org/officeDocument/2006/relationships/chart" Target="../charts/chart10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Relationship Id="rIdManual1016" Type="http://schemas.openxmlformats.org/officeDocument/2006/relationships/chart" Target="../charts/chart10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Relationship Id="rIdManual1017" Type="http://schemas.openxmlformats.org/officeDocument/2006/relationships/chart" Target="../charts/chart101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Relationship Id="rIdManual1018" Type="http://schemas.openxmlformats.org/officeDocument/2006/relationships/chart" Target="../charts/chart101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Relationship Id="rIdManual1019" Type="http://schemas.openxmlformats.org/officeDocument/2006/relationships/chart" Target="../charts/chart101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Relationship Id="rIdManual1020" Type="http://schemas.openxmlformats.org/officeDocument/2006/relationships/chart" Target="../charts/chart102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Relationship Id="rIdManual1028" Type="http://schemas.openxmlformats.org/officeDocument/2006/relationships/chart" Target="../charts/chart10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Relationship Id="rIdManual1029" Type="http://schemas.openxmlformats.org/officeDocument/2006/relationships/chart" Target="../charts/chart10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Relationship Id="rIdManual1030" Type="http://schemas.openxmlformats.org/officeDocument/2006/relationships/chart" Target="../charts/chart103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Relationship Id="rIdManual1031" Type="http://schemas.openxmlformats.org/officeDocument/2006/relationships/chart" Target="../charts/chart103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Relationship Id="rIdManual1032" Type="http://schemas.openxmlformats.org/officeDocument/2006/relationships/chart" Target="../charts/chart103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Relationship Id="rIdManual1033" Type="http://schemas.openxmlformats.org/officeDocument/2006/relationships/chart" Target="../charts/chart103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34" Type="http://schemas.openxmlformats.org/officeDocument/2006/relationships/chart" Target="../charts/chart103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17/09 al 22/09/2026</a:t>
            </a:r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17/09</a:t>
            </a:r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22/09</a:t>
            </a:r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6</a:t>
            </a:r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1.721</a:t>
            </a:r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recorridos de cámara clasificados</a:t>
            </a:r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1.304</a:t>
            </a:r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234</a:t>
            </a:r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159</a:t>
            </a:r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24</a:t>
            </a:r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1086" y="1370979"/>
            <a:ext cx="353226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91086" y="1700979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8 / Todas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750764" y="1767814"/>
            <a:ext cx="200925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510020" y="1767814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849  (33%)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91086" y="2019243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7 Cámaras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750764" y="2086078"/>
            <a:ext cx="1706329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207093" y="2086078"/>
            <a:ext cx="121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721  (28,2%)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91086" y="2337507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50764" y="2404342"/>
            <a:ext cx="1093376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69140" y="2404342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462  (18,1%)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91086" y="2655771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750764" y="2722606"/>
            <a:ext cx="724184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499948" y="2722606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306  (12%)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691086" y="2974035"/>
            <a:ext cx="1019678" cy="3182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750764" y="3040870"/>
            <a:ext cx="518288" cy="184593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94052" y="3040870"/>
            <a:ext cx="1250000" cy="184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219  (8,6%)</a:t>
            </a:r>
          </a:p>
        </p:txBody>
      </p:sp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graphicFrame>
        <p:nvGraphicFramePr>
          <p:cNvPr id="701" name="D15_G1"/>
          <p:cNvGraphicFramePr/>
          <p:nvPr/>
        </p:nvGraphicFramePr>
        <p:xfrm>
          <a:off x="1281763" y="741174"/>
          <a:ext cx="6801876" cy="4205827"/>
        </p:xfrm>
        <a:graphic>
          <a:graphicData uri="http://schemas.openxmlformats.org/drawingml/2006/chart">
            <c:chart r:id="rIdManual100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  <p:graphicFrame>
        <p:nvGraphicFramePr>
          <p:cNvPr id="707" name="D16_G1"/>
          <p:cNvGraphicFramePr/>
          <p:nvPr/>
        </p:nvGraphicFramePr>
        <p:xfrm>
          <a:off x="1881750" y="2955400"/>
          <a:ext cx="5448501" cy="2110300"/>
        </p:xfrm>
        <a:graphic>
          <a:graphicData uri="http://schemas.openxmlformats.org/drawingml/2006/chart">
            <c:chart r:id="rIdManual1003"/>
          </a:graphicData>
        </a:graphic>
      </p:graphicFrame>
      <p:graphicFrame>
        <p:nvGraphicFramePr>
          <p:cNvPr id="708" name="D16_G2"/>
          <p:cNvGraphicFramePr/>
          <p:nvPr/>
        </p:nvGraphicFramePr>
        <p:xfrm>
          <a:off x="2025814" y="597150"/>
          <a:ext cx="5152173" cy="2322835"/>
        </p:xfrm>
        <a:graphic>
          <a:graphicData uri="http://schemas.openxmlformats.org/drawingml/2006/chart">
            <c:chart r:id="rIdManual100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graphicFrame>
        <p:nvGraphicFramePr>
          <p:cNvPr id="760" name="D20_G1"/>
          <p:cNvGraphicFramePr/>
          <p:nvPr/>
        </p:nvGraphicFramePr>
        <p:xfrm>
          <a:off x="3591150" y="1341900"/>
          <a:ext cx="5428950" cy="2967401"/>
        </p:xfrm>
        <a:graphic>
          <a:graphicData uri="http://schemas.openxmlformats.org/drawingml/2006/chart">
            <c:chart r:id="rIdManual1007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FALTAN DATOS</a:t>
            </a: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3805154" y="1172153"/>
            <a:ext cx="4118034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Distribución de calidad de lectura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3805154" y="1502153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Todas</a:t>
            </a:r>
          </a:p>
        </p:txBody>
      </p:sp>
      <p:sp>
        <p:nvSpPr>
          <p:cNvPr id="1112" name="Rectangle 1111"/>
          <p:cNvSpPr/>
          <p:nvPr/>
        </p:nvSpPr>
        <p:spPr>
          <a:xfrm>
            <a:off x="5040564" y="1603421"/>
            <a:ext cx="2722295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3" name="TextBox 1112"/>
          <p:cNvSpPr txBox="1"/>
          <p:nvPr/>
        </p:nvSpPr>
        <p:spPr>
          <a:xfrm>
            <a:off x="6512859" y="1603421"/>
            <a:ext cx="121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Inter"/>
              </a:rPr>
              <a:t>296  (60%)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3805154" y="1984380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6 Cámaras</a:t>
            </a:r>
          </a:p>
        </p:txBody>
      </p:sp>
      <p:sp>
        <p:nvSpPr>
          <p:cNvPr id="1115" name="Rectangle 1114"/>
          <p:cNvSpPr/>
          <p:nvPr/>
        </p:nvSpPr>
        <p:spPr>
          <a:xfrm>
            <a:off x="5040564" y="2085648"/>
            <a:ext cx="910497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Box 1115"/>
          <p:cNvSpPr txBox="1"/>
          <p:nvPr/>
        </p:nvSpPr>
        <p:spPr>
          <a:xfrm>
            <a:off x="5976061" y="2085648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99  (20%)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3805154" y="2466607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5 Cámaras</a:t>
            </a:r>
          </a:p>
        </p:txBody>
      </p:sp>
      <p:sp>
        <p:nvSpPr>
          <p:cNvPr id="1118" name="Rectangle 1117"/>
          <p:cNvSpPr/>
          <p:nvPr/>
        </p:nvSpPr>
        <p:spPr>
          <a:xfrm>
            <a:off x="5040564" y="2567875"/>
            <a:ext cx="432256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TextBox 1118"/>
          <p:cNvSpPr txBox="1"/>
          <p:nvPr/>
        </p:nvSpPr>
        <p:spPr>
          <a:xfrm>
            <a:off x="5497820" y="2567875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47  (9,1%)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3805154" y="2948834"/>
            <a:ext cx="1195410" cy="48222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≤ 4 Cámaras</a:t>
            </a:r>
          </a:p>
        </p:txBody>
      </p:sp>
      <p:sp>
        <p:nvSpPr>
          <p:cNvPr id="1121" name="Rectangle 1120"/>
          <p:cNvSpPr/>
          <p:nvPr/>
        </p:nvSpPr>
        <p:spPr>
          <a:xfrm>
            <a:off x="5040564" y="3050102"/>
            <a:ext cx="469044" cy="279691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Box 1121"/>
          <p:cNvSpPr txBox="1"/>
          <p:nvPr/>
        </p:nvSpPr>
        <p:spPr>
          <a:xfrm>
            <a:off x="5534608" y="3050102"/>
            <a:ext cx="1250000" cy="2796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34343"/>
                </a:solidFill>
                <a:latin typeface="Inter"/>
              </a:rPr>
              <a:t>51  (10,9%)</a:t>
            </a:r>
          </a:p>
        </p:txBody>
      </p:sp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graphicFrame>
        <p:nvGraphicFramePr>
          <p:cNvPr id="1287" name="D36_G1"/>
          <p:cNvGraphicFramePr/>
          <p:nvPr/>
        </p:nvGraphicFramePr>
        <p:xfrm>
          <a:off x="1063050" y="960625"/>
          <a:ext cx="7309251" cy="3541425"/>
        </p:xfrm>
        <a:graphic>
          <a:graphicData uri="http://schemas.openxmlformats.org/drawingml/2006/chart">
            <c:chart r:id="rIdManual1014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graphicFrame>
        <p:nvGraphicFramePr>
          <p:cNvPr id="1325" name="D38_G1"/>
          <p:cNvGraphicFramePr/>
          <p:nvPr/>
        </p:nvGraphicFramePr>
        <p:xfrm>
          <a:off x="1171063" y="785274"/>
          <a:ext cx="6801876" cy="4205827"/>
        </p:xfrm>
        <a:graphic>
          <a:graphicData uri="http://schemas.openxmlformats.org/drawingml/2006/chart">
            <c:chart r:id="rIdManual101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graphicFrame>
        <p:nvGraphicFramePr>
          <p:cNvPr id="1359" name="D40_G1"/>
          <p:cNvGraphicFramePr/>
          <p:nvPr/>
        </p:nvGraphicFramePr>
        <p:xfrm>
          <a:off x="1171050" y="755499"/>
          <a:ext cx="6801876" cy="4205827"/>
        </p:xfrm>
        <a:graphic>
          <a:graphicData uri="http://schemas.openxmlformats.org/drawingml/2006/chart">
            <c:chart r:id="rIdManual1016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graphicFrame>
        <p:nvGraphicFramePr>
          <p:cNvPr id="1393" name="D42_G1"/>
          <p:cNvGraphicFramePr/>
          <p:nvPr/>
        </p:nvGraphicFramePr>
        <p:xfrm>
          <a:off x="1171063" y="844799"/>
          <a:ext cx="6801876" cy="4205827"/>
        </p:xfrm>
        <a:graphic>
          <a:graphicData uri="http://schemas.openxmlformats.org/drawingml/2006/chart">
            <c:chart r:id="rIdManual1017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graphicFrame>
        <p:nvGraphicFramePr>
          <p:cNvPr id="1427" name="D44_G1"/>
          <p:cNvGraphicFramePr/>
          <p:nvPr/>
        </p:nvGraphicFramePr>
        <p:xfrm>
          <a:off x="1171063" y="800174"/>
          <a:ext cx="6801876" cy="4205827"/>
        </p:xfrm>
        <a:graphic>
          <a:graphicData uri="http://schemas.openxmlformats.org/drawingml/2006/chart">
            <c:chart r:id="rIdManual1018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graphicFrame>
        <p:nvGraphicFramePr>
          <p:cNvPr id="1461" name="D46_G1"/>
          <p:cNvGraphicFramePr/>
          <p:nvPr/>
        </p:nvGraphicFramePr>
        <p:xfrm>
          <a:off x="1171063" y="632874"/>
          <a:ext cx="6801876" cy="4205827"/>
        </p:xfrm>
        <a:graphic>
          <a:graphicData uri="http://schemas.openxmlformats.org/drawingml/2006/chart">
            <c:chart r:id="rIdManual1019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graphicFrame>
        <p:nvGraphicFramePr>
          <p:cNvPr id="1495" name="D48_G1"/>
          <p:cNvGraphicFramePr/>
          <p:nvPr/>
        </p:nvGraphicFramePr>
        <p:xfrm>
          <a:off x="1171063" y="829924"/>
          <a:ext cx="6801876" cy="4205827"/>
        </p:xfrm>
        <a:graphic>
          <a:graphicData uri="http://schemas.openxmlformats.org/drawingml/2006/chart">
            <c:chart r:id="rIdManual1020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graphicFrame>
        <p:nvGraphicFramePr>
          <p:cNvPr id="1680" name="D59_G1"/>
          <p:cNvGraphicFramePr/>
          <p:nvPr/>
        </p:nvGraphicFramePr>
        <p:xfrm>
          <a:off x="1451275" y="685374"/>
          <a:ext cx="6801876" cy="4205827"/>
        </p:xfrm>
        <a:graphic>
          <a:graphicData uri="http://schemas.openxmlformats.org/drawingml/2006/chart">
            <c:chart r:id="rIdManual1028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graphicFrame>
        <p:nvGraphicFramePr>
          <p:cNvPr id="1714" name="D61_G1"/>
          <p:cNvGraphicFramePr/>
          <p:nvPr/>
        </p:nvGraphicFramePr>
        <p:xfrm>
          <a:off x="1364675" y="805249"/>
          <a:ext cx="6801876" cy="4205827"/>
        </p:xfrm>
        <a:graphic>
          <a:graphicData uri="http://schemas.openxmlformats.org/drawingml/2006/chart">
            <c:chart r:id="rIdManual1029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graphicFrame>
        <p:nvGraphicFramePr>
          <p:cNvPr id="1748" name="D63_G1"/>
          <p:cNvGraphicFramePr/>
          <p:nvPr/>
        </p:nvGraphicFramePr>
        <p:xfrm>
          <a:off x="1195950" y="775999"/>
          <a:ext cx="6801876" cy="4205827"/>
        </p:xfrm>
        <a:graphic>
          <a:graphicData uri="http://schemas.openxmlformats.org/drawingml/2006/chart">
            <c:chart r:id="rIdManual1030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graphicFrame>
        <p:nvGraphicFramePr>
          <p:cNvPr id="1782" name="D65_G1"/>
          <p:cNvGraphicFramePr/>
          <p:nvPr/>
        </p:nvGraphicFramePr>
        <p:xfrm>
          <a:off x="1578275" y="773724"/>
          <a:ext cx="6801876" cy="4205827"/>
        </p:xfrm>
        <a:graphic>
          <a:graphicData uri="http://schemas.openxmlformats.org/drawingml/2006/chart">
            <c:chart r:id="rIdManual103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graphicFrame>
        <p:nvGraphicFramePr>
          <p:cNvPr id="1816" name="D67_G1"/>
          <p:cNvGraphicFramePr/>
          <p:nvPr/>
        </p:nvGraphicFramePr>
        <p:xfrm>
          <a:off x="1376825" y="701774"/>
          <a:ext cx="6801876" cy="4205827"/>
        </p:xfrm>
        <a:graphic>
          <a:graphicData uri="http://schemas.openxmlformats.org/drawingml/2006/chart">
            <c:chart r:id="rIdManual103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graphicFrame>
        <p:nvGraphicFramePr>
          <p:cNvPr id="1850" name="D69_G1"/>
          <p:cNvGraphicFramePr/>
          <p:nvPr/>
        </p:nvGraphicFramePr>
        <p:xfrm>
          <a:off x="1171063" y="715699"/>
          <a:ext cx="6801876" cy="4205827"/>
        </p:xfrm>
        <a:graphic>
          <a:graphicData uri="http://schemas.openxmlformats.org/drawingml/2006/chart">
            <c:chart r:id="rIdManual1033"/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graphicFrame>
        <p:nvGraphicFramePr>
          <p:cNvPr id="1880" name="D71_G1"/>
          <p:cNvGraphicFramePr/>
          <p:nvPr/>
        </p:nvGraphicFramePr>
        <p:xfrm>
          <a:off x="1547273" y="728925"/>
          <a:ext cx="6296400" cy="3893276"/>
        </p:xfrm>
        <a:graphic>
          <a:graphicData uri="http://schemas.openxmlformats.org/drawingml/2006/chart">
            <c:chart r:id="rIdManual1034"/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