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webp" ContentType="image/webp"/>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4.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9" r:id="rId2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  <Relationship Id="rId20" Type="http://schemas.openxmlformats.org/officeDocument/2006/relationships/slide" Target="slides/slide14.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Universo: 545 camiones del Excel de Movimientos por Contrato de Ricardone y Terminal Embarque con salida del 12 al 18 de octubre. Corrida 2026-10-12_2026-10-18, etl_transform_v17. Se compara contra la semana anterior, del 5 al 11 de octubre (897 camiones). La reconstrucción es la del algoritmo por lote: los 560 camiones que ingresaron en la semana son el universo conocido y avanzan nodo por nodo, con las capturas del feed y del export del DSS (color, marca y tipo). Prueba con patentes borradas: 321 de 709 reubicadas, 8 errores (97,6 % de las asignadas correctas).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Criterio: una patente mal leída se puede reconstruir con el algoritmo; lo grave es que la cámara no capture el camión. Captura = camiones leídos más los que tienen, cerca de la hora de su paso (±30 minutos), una captura de la cámara con patente inválida, cortada o parecida a la suya, que no corresponde a otro camión. Totales de Ricardone: lee 78 % (82 % de día, 74 % de noche) y captura 86 % (88 % y 84 %). Con el algoritmo por lote (sin Ingreso ni Balanza ingreso, fuera por falla de cámara), de cada 100 pasos la cámara lee 68, se reconstruyen 14 (captura dudosa asignada a su camión), se deducen 17 (sin captura, pero el camión se identificó antes y después) y falta 1. Balanza ingreso: lee 28 % y captura 51 %; de noche captura 24 %, de día 70 %. Volcable 2: lee 59 %, captura 75 % (76 % de noche, 75 % de día). Ingreso: lee 74 % (la semana anterior 50 %), captura 82 %. Playa 3: de día lee 89 %. Balanza egreso: lee 74 %, captura 80 %.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Porcentaje de camiones con la patente leída sobre los que pasaron por el nodo según su circuito. Semana anterior: 2026-10-05 a 2026-10-11, 897 camiones. Esta semana: 2026-10-12 a 2026-10-18, 545 camiones. El cambio se mide sobre el total del nodo (día y noche juntos); ±3 puntos se considera igual. Nodos con menos de 20 camiones en la semana fuera de la tabla.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Porcentaje de camiones leídos sobre los que pasaron por el nodo según su circuito, del 2026-10-12 al 2026-10-18. Arriba, de día (6 a 18 h); abajo, de noche (18 a 6 h). En gris, turnos con menos de 5 camiones; guion, sin camiones. Cámaras: Ingreso RicIngCamFrente; Preingreso RicPreIngInFr, RicPreIngEgFr; Calada RicCal01, RicCal02, RicCal03, RicCal04, RicCal05, RicCal06, RicCalLiq; Balanza ingreso (B1) RicB1Ingreso, RicB2Ingreso, RicB3Ingreso; Playa 3 RicS6Playa3; Volcable 2 RicVolcable2; Balanza egreso (B2) RicB1Egreso, RicB2Egreso, RicB3Egreso; Salida RicEgrCamFrente.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Algoritmo por lote: los camiones que ingresaron en la semana son el universo conocido y avanzan nodo por nodo. En cada nodo, una captura dudosa (patente mal leída, cortada o vacía) se compara solo contra los camiones del lote que tienen ese paso pendiente, pesados por el tiempo de tramo, la patente, color, marca y tipo del DSS y el acoplado. Leyó la cámara: la patente salió bien. Reconstruido: captura dudosa asignada a su camión. Deducido: sin captura, pero el camión se identificó en un punto anterior y en uno posterior, o terminó su recorrido. Falta: no se pudo ubicar. Total de la planta: 68 % cámara, 14 % reconstruido, 17 % deducido, 1 % falta, sobre 1377 pasos. Ingreso y Balanza ingreso de Ricardone quedan fuera del lote por falla de las cámaras en el período. Prueba: a 1 de cada 4 lecturas buenas se le borró la patente; el lote volvió a ubicar 321 de 709 y se equivocó en 8 (de las asignadas, 97.6 % correctas). Detalle: Preingreso: 402 pasos, 278 leídos por la cámara, 84 reconstruidos, 36 deducidos, 4 faltan. Calada: 402 pasos, 288 leídos por la cámara, 51 reconstruidos, 59 deducidos, 4 faltan. Playa 3: 79 pasos, 53 leídos por la cámara, 7 reconstruidos, 18 deducidos, 1 faltan. Volcable 2: 70 pasos, 34 leídos por la cámara, 6 reconstruidos, 30 deducidos, 0 faltan. Balanza egreso (B2): 139 pasos, 80 leídos por la cámara, 4 reconstruidos, 53 deducidos, 2 faltan. Salida: 280 pasos, 202 leídos por la cámara, 38 reconstruidos, 37 deducidos, 3 faltan.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Totales del puerto: lee 83 % (95 % de día, 66 % de noche) y captura 89 % (96 % y 80 %). Con el algoritmo por lote, de cada 100 pasos la cámara lee 64, se reconstruyen 18 (captura dudosa asignada a su camión), se deducen 17 (sin captura, pero el camión se identificó antes y después) y falta 1. Balanza egreso (SLZBalSC1Fte y SLZBalSC2Fte): lee 72 % (la semana anterior 33 %); de día lee 98 % y captura 99 %, de noche lee 36 % y captura 58 %. Carga OSL (Renova): lee 68 %, captura 71 %; de noche captura 54 %. Volcables: de día lee 97 %, de noche 48 % con captura 76 %. Egreso: de noche lee 82 % y captura 94 %.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Porcentaje de camiones con la patente leída sobre los que pasaron por el nodo según su circuito. Semana anterior: 2026-10-05 a 2026-10-11, 897 camiones. Esta semana: 2026-10-12 a 2026-10-18, 545 camiones. El cambio se mide sobre el total del nodo (día y noche juntos); ±3 puntos se considera igual. Nodos con menos de 20 camiones en la semana fuera de la tabla.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Porcentaje de camiones leídos sobre los que pasaron por el nodo según su circuito, del 2026-10-12 al 2026-10-18. Arriba, de día (6 a 18 h); abajo, de noche (18 a 6 h). En gris, turnos con menos de 5 camiones; guion, sin camiones. Cámaras: Ingreso SLZIngCamFrente; Balanza ingreso SLZBalIngFte; Carga OSL RenCargFte, RenDescFte; Volcables SLZVolcableC1, SLZVolcableC2, SLZVolcableC3, SLZVolcableC4, SLZVolcableC5, SLZDescCam; Balanza egreso SLZBalSC1Fte, SLZBalSC2Fte; Egreso SLZSalidaC1Fte, SLZSalidaC2Fte.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Algoritmo por lote: los camiones que ingresaron en la semana son el universo conocido y avanzan nodo por nodo. En cada nodo, una captura dudosa (patente mal leída, cortada o vacía) se compara solo contra los camiones del lote que tienen ese paso pendiente, pesados por el tiempo de tramo, la patente, color, marca y tipo del DSS y el acoplado. Leyó la cámara: la patente salió bien. Reconstruido: captura dudosa asignada a su camión. Deducido: sin captura, pero el camión se identificó en un punto anterior y en uno posterior, o terminó su recorrido. Falta: no se pudo ubicar. Total de la planta: 64 % cámara, 18 % reconstruido, 17 % deducido, 1 % falta, sobre 2041 pasos. Prueba: a 1 de cada 4 lecturas buenas se le borró la patente; el lote volvió a ubicar 321 de 709 y se equivocó en 8 (de las asignadas, 97.6 % correctas). Detalle: Ingreso: 409 pasos, 286 leídos por la cámara, 84 reconstruidos, 35 deducidos, 4 faltan. Balanza ingreso: 409 pasos, 266 leídos por la cámara, 92 reconstruidos, 47 deducidos, 4 faltan. Carga OSL: 134 pasos, 64 leídos por la cámara, 28 reconstruidos, 41 deducidos, 1 faltan. Volcables: 263 pasos, 146 leídos por la cámara, 50 reconstruidos, 65 deducidos, 2 faltan. Balanza egreso: 409 pasos, 243 leídos por la cámara, 45 reconstruidos, 117 deducidos, 4 faltan. Egreso: 409 pasos, 291 leídos por la cámara, 72 reconstruidos, 41 deducidos, 5 faltan.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Tres camiones del circuito R7 (grano de Ricardone al puerto), con la hora de cámara de cada paso. AB436BP (martes 13/10): las cámaras leyeron su patente en los 8 puntos, de Preingreso 07:55 a Egreso del puerto 10:52. KQI971 (sábado 17/10): las cámaras leyeron bien 5 puntos y en 3 la patente salió mal; esas tres capturas se asignaron a KQI971 porque era el único camión del lote con ese paso pendiente a esa hora: Balanza de ingreso del puerto 22:48 leyó KOI971 (93 %), Balanza de egreso 23:07 leyó QI971 (100 %) y Egreso 23:11 leyó KOI971 (87 %). En las fotos de las láminas siguientes se ve que es el mismo Mercedes Axor. AI342EV (martes 13/10): se lo leyó en la balanza de ingreso del puerto a las 23:37 y en el egreso a las 23:52; en el medio no hay captura de los volcables ni de la balanza de egreso, pero el circuito pasa por ahí, así que esos dos pasos se deducen. Ingreso de Ricardone queda fuera del análisis por falla de la cámara en el período. Fuente: algoritmo por lote, semana 12–18 de octubre, con el export del DSS.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AB436BP, circuito R7, martes 13 de octubre. Cada recuadro es el recorte de la patente que guardó la cámara del punto, con la hora de cámara: Preingreso 07:55 (RicPreIngInFr), Calada 08:44 (RicCal04), Salida 08:54 (RicEgrCamFrente), Ingreso del puerto 09:04 (SLZIngCamFrente), Balanza de ingreso 09:37 (SLZBalIngFte), Volcables 10:40 (SLZVolcableC5), Balanza de egreso 10:49 (SLZBalSC2Fte) y Egreso 10:52 (SLZSalidaC1Fte). Fotos del DSS.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KQI971, circuito R7, sábado 17 de octubre. Preingreso 21:14, Calada 22:24, Salida 22:35, Ingreso del puerto 22:45 y Volcables 22:53 los leyó bien la cámara. Tres capturas salieron con la patente mal y el algoritmo por lote las asignó a KQI971: Balanza de ingreso del puerto 22:48 leyó KOI971 (probabilidad 93 %, la Q se leyó como O), Balanza de egreso 23:07 leyó QI971 (100 %, patente a medio ver por la niebla) y Egreso 23:11 leyó KOI971 (87 %). Las fotos muestran el mismo Mercedes Axor en los cuatro puntos. Sin pasos deducidos: los 8 puntos tienen captura.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AI342EV, circuito R7, martes 13 de octubre. Las cámaras lo leyeron en Preingreso 20:37, Calada 23:11, Salida 23:17, Ingreso del puerto 23:25, Balanza de ingreso 23:37 (foto izquierda) y Egreso 23:52 (foto derecha). Entre esos dos puntos ninguna cámara de los volcables ni de la balanza de egreso lo capturó; como el circuito R7 pasa por ambos y el camión se identificó antes y después, esos dos pasos quedan deducidos. Un paso deducido no tiene foto: es una inferencia por recorrido, no una lectura.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8F4"/>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076920"/>
            <a:ext cx="10566400" cy="460921"/>
          </a:xfrm>
          <a:prstGeom prst="rect">
            <a:avLst/>
          </a:prstGeom>
          <a:noFill/>
          <a:ln/>
        </p:spPr>
        <p:txBody>
          <a:bodyPr wrap="square" lIns="0" tIns="0" rIns="0" bIns="0" rtlCol="0" anchor="t"/>
          <a:lstStyle>
            <a:lvl1pPr algn="l" indent="0" marL="0">
              <a:lnSpc>
                <a:spcPct val="115000"/>
              </a:lnSpc>
              <a:buNone/>
              <a:defRPr lang="en-US" sz="2200" dirty="0">
                <a:solidFill>
                  <a:srgbClr val="14281E"/>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2200" dirty="0"/>
          </a:p>
        </p:txBody>
      </p:sp>
      <p:sp>
        <p:nvSpPr>
          <p:cNvPr id="3" name="Text Placeholder 2"/>
          <p:cNvSpPr/>
          <p:nvPr>
            <p:ph idx="101" type="body"/>
          </p:nvPr>
        </p:nvSpPr>
        <p:spPr>
          <a:xfrm>
            <a:off x="812800" y="1842641"/>
            <a:ext cx="10566400" cy="4202559"/>
          </a:xfrm>
          <a:prstGeom prst="rect">
            <a:avLst/>
          </a:prstGeom>
          <a:noFill/>
          <a:ln/>
        </p:spPr>
        <p:txBody>
          <a:bodyPr wrap="square" lIns="0" tIns="0" rIns="0" bIns="0" rtlCol="0" anchor="t"/>
          <a:lstStyle>
            <a:lvl1pPr algn="l" indent="0" marL="0">
              <a:lnSpc>
                <a:spcPct val="140000"/>
              </a:lnSpc>
              <a:buNone/>
              <a:defRPr lang="en-US" sz="1600" dirty="0">
                <a:solidFill>
                  <a:srgbClr val="14281E"/>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8F4"/>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076920"/>
            <a:ext cx="10566400" cy="460921"/>
          </a:xfrm>
          <a:prstGeom prst="rect">
            <a:avLst/>
          </a:prstGeom>
          <a:noFill/>
          <a:ln/>
        </p:spPr>
        <p:txBody>
          <a:bodyPr wrap="square" lIns="0" tIns="0" rIns="0" bIns="0" rtlCol="0" anchor="t"/>
          <a:lstStyle>
            <a:lvl1pPr algn="l" indent="0" marL="0">
              <a:lnSpc>
                <a:spcPct val="115000"/>
              </a:lnSpc>
              <a:buNone/>
              <a:defRPr lang="en-US" sz="2200" dirty="0">
                <a:solidFill>
                  <a:srgbClr val="14281E"/>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2200" dirty="0"/>
          </a:p>
        </p:txBody>
      </p:sp>
      <p:sp>
        <p:nvSpPr>
          <p:cNvPr id="3" name="Text Placeholder 2"/>
          <p:cNvSpPr/>
          <p:nvPr>
            <p:ph idx="101" type="body"/>
          </p:nvPr>
        </p:nvSpPr>
        <p:spPr>
          <a:xfrm>
            <a:off x="812800" y="1842641"/>
            <a:ext cx="10566400" cy="4202559"/>
          </a:xfrm>
          <a:prstGeom prst="rect">
            <a:avLst/>
          </a:prstGeom>
          <a:noFill/>
          <a:ln/>
        </p:spPr>
        <p:txBody>
          <a:bodyPr wrap="square" lIns="0" tIns="0" rIns="0" bIns="0" rtlCol="0" anchor="t"/>
          <a:lstStyle>
            <a:lvl1pPr algn="l" indent="0" marL="0">
              <a:lnSpc>
                <a:spcPct val="140000"/>
              </a:lnSpc>
              <a:buNone/>
              <a:defRPr lang="en-US" sz="1600" dirty="0">
                <a:solidFill>
                  <a:srgbClr val="14281E"/>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webp"/><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image" Target="../media/image-11-2.jpeg"/><Relationship Id="rId3" Type="http://schemas.openxmlformats.org/officeDocument/2006/relationships/image" Target="../media/image-11-3.jpeg"/><Relationship Id="rId4" Type="http://schemas.openxmlformats.org/officeDocument/2006/relationships/image" Target="../media/image-11-4.jpeg"/><Relationship Id="rId5" Type="http://schemas.openxmlformats.org/officeDocument/2006/relationships/image" Target="../media/image-11-5.jpeg"/><Relationship Id="rId6" Type="http://schemas.openxmlformats.org/officeDocument/2006/relationships/image" Target="../media/image-11-6.jpeg"/><Relationship Id="rId7" Type="http://schemas.openxmlformats.org/officeDocument/2006/relationships/image" Target="../media/image-11-7.jpeg"/><Relationship Id="rId8" Type="http://schemas.openxmlformats.org/officeDocument/2006/relationships/image" Target="../media/image-11-8.jpeg"/><Relationship Id="rId9" Type="http://schemas.openxmlformats.org/officeDocument/2006/relationships/image" Target="../media/image-11-9.jpeg"/><Relationship Id="rId10" Type="http://schemas.openxmlformats.org/officeDocument/2006/relationships/image" Target="../media/image-11-10.png"/><Relationship Id="rId11" Type="http://schemas.openxmlformats.org/officeDocument/2006/relationships/image" Target="../media/image-11-11.png"/><Relationship Id="rId12" Type="http://schemas.openxmlformats.org/officeDocument/2006/relationships/slideLayout" Target="../slideLayouts/slideLayout2.xml"/><Relationship Id="rId1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image" Target="../media/image-12-2.jpeg"/><Relationship Id="rId3" Type="http://schemas.openxmlformats.org/officeDocument/2006/relationships/image" Target="../media/image-12-3.jpeg"/><Relationship Id="rId4" Type="http://schemas.openxmlformats.org/officeDocument/2006/relationships/image" Target="../media/image-12-4.jpeg"/><Relationship Id="rId5" Type="http://schemas.openxmlformats.org/officeDocument/2006/relationships/image" Target="../media/image-12-5.jpeg"/><Relationship Id="rId6" Type="http://schemas.openxmlformats.org/officeDocument/2006/relationships/image" Target="../media/image-12-6.jpeg"/><Relationship Id="rId7" Type="http://schemas.openxmlformats.org/officeDocument/2006/relationships/image" Target="../media/image-12-7.jpeg"/><Relationship Id="rId8" Type="http://schemas.openxmlformats.org/officeDocument/2006/relationships/image" Target="../media/image-12-8.jpeg"/><Relationship Id="rId9" Type="http://schemas.openxmlformats.org/officeDocument/2006/relationships/image" Target="../media/image-12-9.png"/><Relationship Id="rId10" Type="http://schemas.openxmlformats.org/officeDocument/2006/relationships/image" Target="../media/image-12-10.png"/><Relationship Id="rId11" Type="http://schemas.openxmlformats.org/officeDocument/2006/relationships/slideLayout" Target="../slideLayouts/slideLayout2.xml"/><Relationship Id="rId1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eg"/><Relationship Id="rId2" Type="http://schemas.openxmlformats.org/officeDocument/2006/relationships/image" Target="../media/image-13-2.jpeg"/><Relationship Id="rId3" Type="http://schemas.openxmlformats.org/officeDocument/2006/relationships/image" Target="../media/image-13-3.jpeg"/><Relationship Id="rId4" Type="http://schemas.openxmlformats.org/officeDocument/2006/relationships/image" Target="../media/image-13-4.jpe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2.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5638"/>
        </a:solidFill>
      </p:bgPr>
    </p:bg>
    <p:spTree>
      <p:nvGrpSpPr>
        <p:cNvPr id="1" name=""/>
        <p:cNvGrpSpPr/>
        <p:nvPr/>
      </p:nvGrpSpPr>
      <p:grpSpPr>
        <a:xfrm>
          <a:off x="0" y="0"/>
          <a:ext cx="0" cy="0"/>
          <a:chOff x="0" y="0"/>
          <a:chExt cx="0" cy="0"/>
        </a:xfrm>
      </p:grpSpPr>
      <p:pic>
        <p:nvPicPr>
          <p:cNvPr id="2" name="Image 0" descr="">    </p:cNvPr>
          <p:cNvPicPr>
            <a:picLocks noChangeAspect="1"/>
          </p:cNvPicPr>
          <p:nvPr/>
        </p:nvPicPr>
        <p:blipFill>
          <a:blip r:embed="rId1"/>
          <a:srcRect l="6333" r="6333" t="0" b="0"/>
          <a:stretch/>
        </p:blipFill>
        <p:spPr>
          <a:xfrm>
            <a:off x="0" y="0"/>
            <a:ext cx="12192000" cy="6858000"/>
          </a:xfrm>
          <a:prstGeom prst="rect">
            <a:avLst/>
          </a:prstGeom>
        </p:spPr>
      </p:pic>
      <p:sp>
        <p:nvSpPr>
          <p:cNvPr id="3" name="Shape 0"/>
          <p:cNvSpPr/>
          <p:nvPr/>
        </p:nvSpPr>
        <p:spPr>
          <a:xfrm>
            <a:off x="0" y="0"/>
            <a:ext cx="12192000" cy="6858000"/>
          </a:xfrm>
          <a:prstGeom prst="rect">
            <a:avLst/>
          </a:prstGeom>
          <a:gradFill rotWithShape="1">
            <a:gsLst>
              <a:gs pos="0">
                <a:srgbClr val="0B5638">
                  <a:alpha val="74000"/>
                </a:srgbClr>
              </a:gs>
              <a:gs pos="55000">
                <a:srgbClr val="0E4A33">
                  <a:alpha val="50000"/>
                </a:srgbClr>
              </a:gs>
              <a:gs pos="100000">
                <a:srgbClr val="2E1B4E">
                  <a:alpha val="64000"/>
                </a:srgbClr>
              </a:gs>
            </a:gsLst>
            <a:lin ang="1800000" scaled="0"/>
          </a:gradFill>
          <a:ln/>
        </p:spPr>
      </p:sp>
      <p:pic>
        <p:nvPicPr>
          <p:cNvPr id="4" name="Image 1" descr="Nueva Vicentin Argentina">    </p:cNvPr>
          <p:cNvPicPr>
            <a:picLocks noChangeAspect="1"/>
          </p:cNvPicPr>
          <p:nvPr/>
        </p:nvPicPr>
        <p:blipFill>
          <a:blip r:embed="rId2"/>
          <a:srcRect l="0" r="0" t="-56" b="-56"/>
          <a:stretch/>
        </p:blipFill>
        <p:spPr>
          <a:xfrm>
            <a:off x="812800" y="711200"/>
            <a:ext cx="1778000" cy="952500"/>
          </a:xfrm>
          <a:prstGeom prst="rect">
            <a:avLst/>
          </a:prstGeom>
        </p:spPr>
      </p:pic>
      <p:pic>
        <p:nvPicPr>
          <p:cNvPr id="5" name="Image 2" descr="Bimtrazer">    </p:cNvPr>
          <p:cNvPicPr>
            <a:picLocks noChangeAspect="1"/>
          </p:cNvPicPr>
          <p:nvPr/>
        </p:nvPicPr>
        <p:blipFill>
          <a:blip r:embed="rId3"/>
          <a:srcRect l="0" r="0" t="-440" b="-440"/>
          <a:stretch/>
        </p:blipFill>
        <p:spPr>
          <a:xfrm>
            <a:off x="9906000" y="812800"/>
            <a:ext cx="1473200" cy="698500"/>
          </a:xfrm>
          <a:prstGeom prst="rect">
            <a:avLst/>
          </a:prstGeom>
        </p:spPr>
      </p:pic>
      <p:sp>
        <p:nvSpPr>
          <p:cNvPr id="6" name="Text 1"/>
          <p:cNvSpPr/>
          <p:nvPr/>
        </p:nvSpPr>
        <p:spPr>
          <a:xfrm>
            <a:off x="812800" y="2405459"/>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9CCBAE"/>
                </a:solidFill>
                <a:latin typeface="IBM Plex Sans" pitchFamily="34" charset="0"/>
                <a:ea typeface="IBM Plex Sans" pitchFamily="34" charset="-122"/>
                <a:cs typeface="IBM Plex Sans" pitchFamily="34" charset="-120"/>
              </a:rPr>
              <a:t>LOGÍSTICA · RICARDONE Y PUERTO SAN LORENZO</a:t>
            </a:r>
            <a:endParaRPr lang="en-US" sz="1400" dirty="0"/>
          </a:p>
        </p:txBody>
      </p:sp>
      <p:sp>
        <p:nvSpPr>
          <p:cNvPr id="7" name="Text 2"/>
          <p:cNvSpPr/>
          <p:nvPr>
            <p:ph type="title"/>
          </p:nvPr>
        </p:nvSpPr>
        <p:spPr>
          <a:xfrm>
            <a:off x="812800" y="2832100"/>
            <a:ext cx="9810750" cy="16256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1F6F2"/>
                </a:solidFill>
                <a:latin typeface="IBM Plex Sans" pitchFamily="34" charset="0"/>
                <a:ea typeface="IBM Plex Sans" pitchFamily="34" charset="-122"/>
                <a:cs typeface="IBM Plex Sans" pitchFamily="34" charset="-120"/>
              </a:rPr>
              <a:t>Reconocimiento de camiones por cámara</a:t>
            </a:r>
            <a:endParaRPr lang="en-US" sz="6000" dirty="0"/>
          </a:p>
        </p:txBody>
      </p:sp>
      <p:sp>
        <p:nvSpPr>
          <p:cNvPr id="8" name="Text 3"/>
          <p:cNvSpPr/>
          <p:nvPr/>
        </p:nvSpPr>
        <p:spPr>
          <a:xfrm>
            <a:off x="812800" y="4610100"/>
            <a:ext cx="10883392"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D6E4DA"/>
                </a:solidFill>
                <a:latin typeface="IBM Plex Sans" pitchFamily="34" charset="0"/>
                <a:ea typeface="IBM Plex Sans" pitchFamily="34" charset="-122"/>
                <a:cs typeface="IBM Plex Sans" pitchFamily="34" charset="-120"/>
              </a:rPr>
              <a:t>Semana del lunes 12 al domingo 18 de octubre</a:t>
            </a:r>
            <a:endParaRPr lang="en-US" sz="2000" dirty="0"/>
          </a:p>
        </p:txBody>
      </p:sp>
      <p:sp>
        <p:nvSpPr>
          <p:cNvPr id="9" name="Shape 4"/>
          <p:cNvSpPr/>
          <p:nvPr/>
        </p:nvSpPr>
        <p:spPr>
          <a:xfrm>
            <a:off x="812800" y="5118100"/>
            <a:ext cx="1016000" cy="50800"/>
          </a:xfrm>
          <a:prstGeom prst="roundRect">
            <a:avLst>
              <a:gd name="adj" fmla="val 50000"/>
            </a:avLst>
          </a:prstGeom>
          <a:solidFill>
            <a:srgbClr val="9CCBAE"/>
          </a:solidFill>
          <a:ln/>
        </p:spPr>
      </p:sp>
      <p:sp>
        <p:nvSpPr>
          <p:cNvPr id="10" name="Text 5"/>
          <p:cNvSpPr/>
          <p:nvPr/>
        </p:nvSpPr>
        <p:spPr>
          <a:xfrm>
            <a:off x="812800" y="5346700"/>
            <a:ext cx="8502650"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C9D8CE"/>
                </a:solidFill>
                <a:latin typeface="IBM Plex Sans" pitchFamily="34" charset="0"/>
                <a:ea typeface="IBM Plex Sans" pitchFamily="34" charset="-122"/>
                <a:cs typeface="IBM Plex Sans" pitchFamily="34" charset="-120"/>
              </a:rPr>
              <a:t>Cuántos de los camiones que ingresaron a planta identificaron las cámaras a lo largo de su recorrido, de día y de noche, cuántas lecturas corrige el algoritmo y cuántas quedan por corregir.</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8F4"/>
        </a:solidFill>
      </p:bgPr>
    </p:bg>
    <p:spTree>
      <p:nvGrpSpPr>
        <p:cNvPr id="1" name=""/>
        <p:cNvGrpSpPr/>
        <p:nvPr/>
      </p:nvGrpSpPr>
      <p:grpSpPr>
        <a:xfrm>
          <a:off x="0" y="0"/>
          <a:ext cx="0" cy="0"/>
          <a:chOff x="0" y="0"/>
          <a:chExt cx="0" cy="0"/>
        </a:xfrm>
      </p:grpSpPr>
      <p:sp>
        <p:nvSpPr>
          <p:cNvPr id="2" name="Text 0"/>
          <p:cNvSpPr/>
          <p:nvPr/>
        </p:nvSpPr>
        <p:spPr>
          <a:xfrm>
            <a:off x="812800" y="711200"/>
            <a:ext cx="2690912" cy="289520"/>
          </a:xfrm>
          <a:custGeom>
            <a:avLst/>
            <a:gdLst/>
            <a:ahLst/>
            <a:cxnLst/>
            <a:rect l="l" t="t" r="r" b="b"/>
            <a:pathLst>
              <a:path w="2690912" h="289520">
                <a:moveTo>
                  <a:pt x="144760" y="0"/>
                </a:moveTo>
                <a:lnTo>
                  <a:pt x="2546152" y="0"/>
                </a:lnTo>
                <a:arcTo hR="144760" wR="144760" stAng="16200000" swAng="5400000"/>
                <a:lnTo>
                  <a:pt x="2690912" y="144760"/>
                </a:lnTo>
                <a:arcTo hR="144760" wR="144760" stAng="0" swAng="5400000"/>
                <a:lnTo>
                  <a:pt x="144760" y="289520"/>
                </a:lnTo>
                <a:arcTo hR="144760" wR="144760" stAng="5400000" swAng="5400000"/>
                <a:lnTo>
                  <a:pt x="0" y="144760"/>
                </a:lnTo>
                <a:arcTo hR="144760" wR="144760" stAng="10800000" swAng="5400000"/>
                <a:close/>
              </a:path>
            </a:pathLst>
          </a:custGeom>
          <a:solidFill>
            <a:srgbClr val="0B5638"/>
          </a:solidFill>
          <a:ln/>
        </p:spPr>
        <p:txBody>
          <a:bodyPr wrap="none" lIns="0" tIns="0" rIns="0" bIns="0" rtlCol="0" anchor="ctr">
            <a:normAutofit/>
          </a:bodyPr>
          <a:lstStyle/>
          <a:p>
            <a:pPr algn="ctr" indent="0" marL="0">
              <a:lnSpc>
                <a:spcPts val="1680"/>
              </a:lnSpc>
              <a:buNone/>
            </a:pPr>
            <a:r>
              <a:rPr lang="en-US" sz="1200" b="1" spc="100" kern="0" dirty="0">
                <a:solidFill>
                  <a:srgbClr val="F1F6F2"/>
                </a:solidFill>
                <a:latin typeface="IBM Plex Sans" pitchFamily="34" charset="0"/>
                <a:ea typeface="IBM Plex Sans" pitchFamily="34" charset="-122"/>
                <a:cs typeface="IBM Plex Sans" pitchFamily="34" charset="-120"/>
              </a:rPr>
              <a:t>CONCLUSIONES · RICARDONE</a:t>
            </a:r>
            <a:endParaRPr lang="en-US" sz="1200" dirty="0"/>
          </a:p>
        </p:txBody>
      </p:sp>
      <p:sp>
        <p:nvSpPr>
          <p:cNvPr id="3" name="Text 1"/>
          <p:cNvSpPr/>
          <p:nvPr/>
        </p:nvSpPr>
        <p:spPr>
          <a:xfrm>
            <a:off x="3605312" y="749300"/>
            <a:ext cx="28397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Lunes 12 a domingo 18 de octubre</a:t>
            </a:r>
            <a:endParaRPr lang="en-US" sz="1200" dirty="0"/>
          </a:p>
        </p:txBody>
      </p:sp>
      <p:sp>
        <p:nvSpPr>
          <p:cNvPr id="4" name="Text 2"/>
          <p:cNvSpPr/>
          <p:nvPr>
            <p:ph type="title"/>
          </p:nvPr>
        </p:nvSpPr>
        <p:spPr>
          <a:xfrm>
            <a:off x="812800" y="1076920"/>
            <a:ext cx="10883392" cy="332680"/>
          </a:xfrm>
          <a:prstGeom prst="rect">
            <a:avLst/>
          </a:prstGeom>
          <a:noFill/>
          <a:ln/>
        </p:spPr>
        <p:txBody>
          <a:bodyPr wrap="square" lIns="0" tIns="0" rIns="0" bIns="0" rtlCol="0" anchor="t">
            <a:normAutofit/>
          </a:bodyPr>
          <a:lstStyle/>
          <a:p>
            <a:pPr algn="l" indent="0" marL="0">
              <a:lnSpc>
                <a:spcPts val="2420"/>
              </a:lnSpc>
              <a:buNone/>
            </a:pPr>
            <a:r>
              <a:rPr lang="en-US" sz="2200" b="1" i="0" dirty="0">
                <a:solidFill>
                  <a:srgbClr val="14281E"/>
                </a:solidFill>
                <a:latin typeface="IBM Plex Sans" pitchFamily="34" charset="0"/>
                <a:ea typeface="IBM Plex Sans" pitchFamily="34" charset="-122"/>
                <a:cs typeface="IBM Plex Sans" pitchFamily="34" charset="-120"/>
              </a:rPr>
              <a:t>Ingreso volvió a leer; lo urgente sigue siendo la balanza de ingreso de noche</a:t>
            </a:r>
            <a:endParaRPr lang="en-US" sz="2200" dirty="0"/>
          </a:p>
        </p:txBody>
      </p:sp>
      <p:sp>
        <p:nvSpPr>
          <p:cNvPr id="5" name="Shape 3"/>
          <p:cNvSpPr/>
          <p:nvPr/>
        </p:nvSpPr>
        <p:spPr>
          <a:xfrm>
            <a:off x="815975" y="1539776"/>
            <a:ext cx="3431084" cy="615950"/>
          </a:xfrm>
          <a:prstGeom prst="roundRect">
            <a:avLst>
              <a:gd name="adj" fmla="val 11856"/>
            </a:avLst>
          </a:prstGeom>
          <a:solidFill>
            <a:srgbClr val="FCFDFB"/>
          </a:solidFill>
          <a:ln w="6350">
            <a:solidFill>
              <a:srgbClr val="D3E2D7"/>
            </a:solidFill>
            <a:prstDash val="solid"/>
          </a:ln>
        </p:spPr>
      </p:sp>
      <p:sp>
        <p:nvSpPr>
          <p:cNvPr id="6" name="Text 4"/>
          <p:cNvSpPr/>
          <p:nvPr/>
        </p:nvSpPr>
        <p:spPr>
          <a:xfrm>
            <a:off x="971550" y="1644551"/>
            <a:ext cx="1106488"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14281E"/>
                </a:solidFill>
                <a:latin typeface="IBM Plex Sans" pitchFamily="34" charset="0"/>
                <a:ea typeface="IBM Plex Sans" pitchFamily="34" charset="-122"/>
                <a:cs typeface="IBM Plex Sans" pitchFamily="34" charset="-120"/>
              </a:rPr>
              <a:t>78 %</a:t>
            </a:r>
            <a:endParaRPr lang="en-US" sz="3200" dirty="0"/>
          </a:p>
        </p:txBody>
      </p:sp>
      <p:sp>
        <p:nvSpPr>
          <p:cNvPr id="7" name="Text 5"/>
          <p:cNvSpPr/>
          <p:nvPr/>
        </p:nvSpPr>
        <p:spPr>
          <a:xfrm>
            <a:off x="2078038" y="1649710"/>
            <a:ext cx="1591270"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D52"/>
                </a:solidFill>
                <a:latin typeface="IBM Plex Sans" pitchFamily="34" charset="0"/>
                <a:ea typeface="IBM Plex Sans" pitchFamily="34" charset="-122"/>
                <a:cs typeface="IBM Plex Sans" pitchFamily="34" charset="-120"/>
              </a:rPr>
              <a:t>lee la patente</a:t>
            </a:r>
            <a:endParaRPr lang="en-US" sz="1200" dirty="0"/>
          </a:p>
          <a:p>
            <a:pPr algn="l" indent="0" marL="0">
              <a:lnSpc>
                <a:spcPts val="1560"/>
              </a:lnSpc>
              <a:buNone/>
            </a:pPr>
            <a:r>
              <a:rPr lang="en-US" sz="1200" dirty="0">
                <a:solidFill>
                  <a:srgbClr val="4A5D52"/>
                </a:solidFill>
                <a:latin typeface="IBM Plex Sans" pitchFamily="34" charset="0"/>
                <a:ea typeface="IBM Plex Sans" pitchFamily="34" charset="-122"/>
                <a:cs typeface="IBM Plex Sans" pitchFamily="34" charset="-120"/>
              </a:rPr>
              <a:t>82 % día · 74 % noche</a:t>
            </a:r>
            <a:endParaRPr lang="en-US" sz="1200" dirty="0"/>
          </a:p>
        </p:txBody>
      </p:sp>
      <p:sp>
        <p:nvSpPr>
          <p:cNvPr id="8" name="Shape 6"/>
          <p:cNvSpPr/>
          <p:nvPr/>
        </p:nvSpPr>
        <p:spPr>
          <a:xfrm>
            <a:off x="4380409" y="1539776"/>
            <a:ext cx="3431084" cy="615950"/>
          </a:xfrm>
          <a:prstGeom prst="roundRect">
            <a:avLst>
              <a:gd name="adj" fmla="val 11856"/>
            </a:avLst>
          </a:prstGeom>
          <a:solidFill>
            <a:srgbClr val="FCFDFB"/>
          </a:solidFill>
          <a:ln w="6350">
            <a:solidFill>
              <a:srgbClr val="D3E2D7"/>
            </a:solidFill>
            <a:prstDash val="solid"/>
          </a:ln>
        </p:spPr>
      </p:sp>
      <p:sp>
        <p:nvSpPr>
          <p:cNvPr id="9" name="Text 7"/>
          <p:cNvSpPr/>
          <p:nvPr/>
        </p:nvSpPr>
        <p:spPr>
          <a:xfrm>
            <a:off x="4535984" y="1644551"/>
            <a:ext cx="1106488"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0B5638"/>
                </a:solidFill>
                <a:latin typeface="IBM Plex Sans" pitchFamily="34" charset="0"/>
                <a:ea typeface="IBM Plex Sans" pitchFamily="34" charset="-122"/>
                <a:cs typeface="IBM Plex Sans" pitchFamily="34" charset="-120"/>
              </a:rPr>
              <a:t>86 %</a:t>
            </a:r>
            <a:endParaRPr lang="en-US" sz="3200" dirty="0"/>
          </a:p>
        </p:txBody>
      </p:sp>
      <p:sp>
        <p:nvSpPr>
          <p:cNvPr id="10" name="Text 8"/>
          <p:cNvSpPr/>
          <p:nvPr/>
        </p:nvSpPr>
        <p:spPr>
          <a:xfrm>
            <a:off x="5642471" y="1649710"/>
            <a:ext cx="1591270"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D52"/>
                </a:solidFill>
                <a:latin typeface="IBM Plex Sans" pitchFamily="34" charset="0"/>
                <a:ea typeface="IBM Plex Sans" pitchFamily="34" charset="-122"/>
                <a:cs typeface="IBM Plex Sans" pitchFamily="34" charset="-120"/>
              </a:rPr>
              <a:t>captura el camión</a:t>
            </a:r>
            <a:endParaRPr lang="en-US" sz="1200" dirty="0"/>
          </a:p>
          <a:p>
            <a:pPr algn="l" indent="0" marL="0">
              <a:lnSpc>
                <a:spcPts val="1560"/>
              </a:lnSpc>
              <a:buNone/>
            </a:pPr>
            <a:r>
              <a:rPr lang="en-US" sz="1200" dirty="0">
                <a:solidFill>
                  <a:srgbClr val="4A5D52"/>
                </a:solidFill>
                <a:latin typeface="IBM Plex Sans" pitchFamily="34" charset="0"/>
                <a:ea typeface="IBM Plex Sans" pitchFamily="34" charset="-122"/>
                <a:cs typeface="IBM Plex Sans" pitchFamily="34" charset="-120"/>
              </a:rPr>
              <a:t>88 % día · 84 % noche</a:t>
            </a:r>
            <a:endParaRPr lang="en-US" sz="1200" dirty="0"/>
          </a:p>
        </p:txBody>
      </p:sp>
      <p:sp>
        <p:nvSpPr>
          <p:cNvPr id="11" name="Shape 9"/>
          <p:cNvSpPr/>
          <p:nvPr/>
        </p:nvSpPr>
        <p:spPr>
          <a:xfrm>
            <a:off x="7944842" y="1539776"/>
            <a:ext cx="3431084" cy="615950"/>
          </a:xfrm>
          <a:prstGeom prst="roundRect">
            <a:avLst>
              <a:gd name="adj" fmla="val 11856"/>
            </a:avLst>
          </a:prstGeom>
          <a:solidFill>
            <a:srgbClr val="FCFDFB"/>
          </a:solidFill>
          <a:ln w="6350">
            <a:solidFill>
              <a:srgbClr val="D3E2D7"/>
            </a:solidFill>
            <a:prstDash val="solid"/>
          </a:ln>
        </p:spPr>
      </p:sp>
      <p:sp>
        <p:nvSpPr>
          <p:cNvPr id="12" name="Text 10"/>
          <p:cNvSpPr/>
          <p:nvPr/>
        </p:nvSpPr>
        <p:spPr>
          <a:xfrm>
            <a:off x="8100417" y="1644551"/>
            <a:ext cx="1106488"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2E1B4E"/>
                </a:solidFill>
                <a:latin typeface="IBM Plex Sans" pitchFamily="34" charset="0"/>
                <a:ea typeface="IBM Plex Sans" pitchFamily="34" charset="-122"/>
                <a:cs typeface="IBM Plex Sans" pitchFamily="34" charset="-120"/>
              </a:rPr>
              <a:t>99 %</a:t>
            </a:r>
            <a:endParaRPr lang="en-US" sz="3200" dirty="0"/>
          </a:p>
        </p:txBody>
      </p:sp>
      <p:sp>
        <p:nvSpPr>
          <p:cNvPr id="13" name="Text 11"/>
          <p:cNvSpPr/>
          <p:nvPr/>
        </p:nvSpPr>
        <p:spPr>
          <a:xfrm>
            <a:off x="9206905" y="1649710"/>
            <a:ext cx="1491456"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D52"/>
                </a:solidFill>
                <a:latin typeface="IBM Plex Sans" pitchFamily="34" charset="0"/>
                <a:ea typeface="IBM Plex Sans" pitchFamily="34" charset="-122"/>
                <a:cs typeface="IBM Plex Sans" pitchFamily="34" charset="-120"/>
              </a:rPr>
              <a:t>pasos identificados</a:t>
            </a:r>
            <a:endParaRPr lang="en-US" sz="1200" dirty="0"/>
          </a:p>
          <a:p>
            <a:pPr algn="l" indent="0" marL="0">
              <a:lnSpc>
                <a:spcPts val="1560"/>
              </a:lnSpc>
              <a:buNone/>
            </a:pPr>
            <a:r>
              <a:rPr lang="en-US" sz="1200" dirty="0">
                <a:solidFill>
                  <a:srgbClr val="4A5D52"/>
                </a:solidFill>
                <a:latin typeface="IBM Plex Sans" pitchFamily="34" charset="0"/>
                <a:ea typeface="IBM Plex Sans" pitchFamily="34" charset="-122"/>
                <a:cs typeface="IBM Plex Sans" pitchFamily="34" charset="-120"/>
              </a:rPr>
              <a:t>con el lote · falta 1 %</a:t>
            </a:r>
            <a:endParaRPr lang="en-US" sz="1200" dirty="0"/>
          </a:p>
        </p:txBody>
      </p:sp>
      <p:sp>
        <p:nvSpPr>
          <p:cNvPr id="14" name="Text 12"/>
          <p:cNvSpPr/>
          <p:nvPr/>
        </p:nvSpPr>
        <p:spPr>
          <a:xfrm>
            <a:off x="812800" y="2311301"/>
            <a:ext cx="3437434" cy="307280"/>
          </a:xfrm>
          <a:prstGeom prst="roundRect">
            <a:avLst>
              <a:gd name="adj" fmla="val 16532"/>
            </a:avLst>
          </a:prstGeom>
          <a:solidFill>
            <a:srgbClr val="B3261E"/>
          </a:solidFill>
          <a:ln/>
        </p:spPr>
        <p:txBody>
          <a:bodyPr wrap="square" lIns="86721" tIns="23221" rIns="0" bIns="0" rtlCol="0" anchor="t">
            <a:normAutofit/>
          </a:bodyPr>
          <a:lstStyle/>
          <a:p>
            <a:pPr algn="l" indent="0" marL="0">
              <a:lnSpc>
                <a:spcPts val="1820"/>
              </a:lnSpc>
              <a:buNone/>
            </a:pPr>
            <a:r>
              <a:rPr lang="en-US" sz="1300" b="1" dirty="0">
                <a:solidFill>
                  <a:srgbClr val="F1F6F2"/>
                </a:solidFill>
                <a:latin typeface="IBM Plex Sans" pitchFamily="34" charset="0"/>
                <a:ea typeface="IBM Plex Sans" pitchFamily="34" charset="-122"/>
                <a:cs typeface="IBM Plex Sans" pitchFamily="34" charset="-120"/>
              </a:rPr>
              <a:t>No captura · corregir la cámara</a:t>
            </a:r>
            <a:endParaRPr lang="en-US" sz="1300" dirty="0"/>
          </a:p>
        </p:txBody>
      </p:sp>
      <p:sp>
        <p:nvSpPr>
          <p:cNvPr id="15" name="Shape 13"/>
          <p:cNvSpPr/>
          <p:nvPr/>
        </p:nvSpPr>
        <p:spPr>
          <a:xfrm>
            <a:off x="815975" y="2697956"/>
            <a:ext cx="3431084" cy="859631"/>
          </a:xfrm>
          <a:prstGeom prst="roundRect">
            <a:avLst>
              <a:gd name="adj" fmla="val 7018"/>
            </a:avLst>
          </a:prstGeom>
          <a:solidFill>
            <a:srgbClr val="FCFDFB"/>
          </a:solidFill>
          <a:ln w="6350">
            <a:solidFill>
              <a:srgbClr val="E6C6C2"/>
            </a:solidFill>
            <a:prstDash val="solid"/>
          </a:ln>
        </p:spPr>
      </p:sp>
      <p:sp>
        <p:nvSpPr>
          <p:cNvPr id="16" name="Text 14"/>
          <p:cNvSpPr/>
          <p:nvPr/>
        </p:nvSpPr>
        <p:spPr>
          <a:xfrm>
            <a:off x="933450" y="2777331"/>
            <a:ext cx="3292018"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Balanza ingreso (B1)</a:t>
            </a:r>
            <a:endParaRPr lang="en-US" sz="1300" dirty="0"/>
          </a:p>
        </p:txBody>
      </p:sp>
      <p:sp>
        <p:nvSpPr>
          <p:cNvPr id="17" name="Text 15"/>
          <p:cNvSpPr/>
          <p:nvPr/>
        </p:nvSpPr>
        <p:spPr>
          <a:xfrm>
            <a:off x="933450" y="3021112"/>
            <a:ext cx="3292018"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3261E"/>
                </a:solidFill>
                <a:latin typeface="IBM Plex Sans" pitchFamily="34" charset="0"/>
                <a:ea typeface="IBM Plex Sans" pitchFamily="34" charset="-122"/>
                <a:cs typeface="IBM Plex Sans" pitchFamily="34" charset="-120"/>
              </a:rPr>
              <a:t>No captura 76 % de noche</a:t>
            </a:r>
            <a:endParaRPr lang="en-US" sz="1300" dirty="0"/>
          </a:p>
        </p:txBody>
      </p:sp>
      <p:sp>
        <p:nvSpPr>
          <p:cNvPr id="18" name="Text 16"/>
          <p:cNvSpPr/>
          <p:nvPr/>
        </p:nvSpPr>
        <p:spPr>
          <a:xfrm>
            <a:off x="933450" y="3264892"/>
            <a:ext cx="32920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Iluminación y revisión</a:t>
            </a:r>
            <a:endParaRPr lang="en-US" sz="1200" dirty="0"/>
          </a:p>
        </p:txBody>
      </p:sp>
      <p:sp>
        <p:nvSpPr>
          <p:cNvPr id="19" name="Shape 17"/>
          <p:cNvSpPr/>
          <p:nvPr/>
        </p:nvSpPr>
        <p:spPr>
          <a:xfrm>
            <a:off x="815975" y="3640138"/>
            <a:ext cx="3431084" cy="859631"/>
          </a:xfrm>
          <a:prstGeom prst="roundRect">
            <a:avLst>
              <a:gd name="adj" fmla="val 7018"/>
            </a:avLst>
          </a:prstGeom>
          <a:solidFill>
            <a:srgbClr val="FCFDFB"/>
          </a:solidFill>
          <a:ln w="6350">
            <a:solidFill>
              <a:srgbClr val="E6C6C2"/>
            </a:solidFill>
            <a:prstDash val="solid"/>
          </a:ln>
        </p:spPr>
      </p:sp>
      <p:sp>
        <p:nvSpPr>
          <p:cNvPr id="20" name="Text 18"/>
          <p:cNvSpPr/>
          <p:nvPr/>
        </p:nvSpPr>
        <p:spPr>
          <a:xfrm>
            <a:off x="933450" y="3719512"/>
            <a:ext cx="3292018"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Volcable 2</a:t>
            </a:r>
            <a:endParaRPr lang="en-US" sz="1300" dirty="0"/>
          </a:p>
        </p:txBody>
      </p:sp>
      <p:sp>
        <p:nvSpPr>
          <p:cNvPr id="21" name="Text 19"/>
          <p:cNvSpPr/>
          <p:nvPr/>
        </p:nvSpPr>
        <p:spPr>
          <a:xfrm>
            <a:off x="933450" y="3963293"/>
            <a:ext cx="3292018"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3261E"/>
                </a:solidFill>
                <a:latin typeface="IBM Plex Sans" pitchFamily="34" charset="0"/>
                <a:ea typeface="IBM Plex Sans" pitchFamily="34" charset="-122"/>
                <a:cs typeface="IBM Plex Sans" pitchFamily="34" charset="-120"/>
              </a:rPr>
              <a:t>No captura 25 %</a:t>
            </a:r>
            <a:endParaRPr lang="en-US" sz="1300" dirty="0"/>
          </a:p>
        </p:txBody>
      </p:sp>
      <p:sp>
        <p:nvSpPr>
          <p:cNvPr id="22" name="Text 20"/>
          <p:cNvSpPr/>
          <p:nvPr/>
        </p:nvSpPr>
        <p:spPr>
          <a:xfrm>
            <a:off x="933450" y="4207073"/>
            <a:ext cx="32920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Parejo de día y de noche: encuadre</a:t>
            </a:r>
            <a:endParaRPr lang="en-US" sz="1200" dirty="0"/>
          </a:p>
        </p:txBody>
      </p:sp>
      <p:sp>
        <p:nvSpPr>
          <p:cNvPr id="23" name="Text 21"/>
          <p:cNvSpPr/>
          <p:nvPr/>
        </p:nvSpPr>
        <p:spPr>
          <a:xfrm>
            <a:off x="4377234" y="2311301"/>
            <a:ext cx="3437434" cy="307280"/>
          </a:xfrm>
          <a:prstGeom prst="roundRect">
            <a:avLst>
              <a:gd name="adj" fmla="val 16532"/>
            </a:avLst>
          </a:prstGeom>
          <a:solidFill>
            <a:srgbClr val="E8B931"/>
          </a:solidFill>
          <a:ln/>
        </p:spPr>
        <p:txBody>
          <a:bodyPr wrap="square" lIns="86721" tIns="23221" rIns="0" bIns="0" rtlCol="0" anchor="t">
            <a:normAutofit/>
          </a:bodyPr>
          <a:lstStyle/>
          <a:p>
            <a:pPr algn="l" indent="0" marL="0">
              <a:lnSpc>
                <a:spcPts val="1820"/>
              </a:lnSpc>
              <a:buNone/>
            </a:pPr>
            <a:r>
              <a:rPr lang="en-US" sz="1300" b="1" dirty="0">
                <a:solidFill>
                  <a:srgbClr val="3A2A00"/>
                </a:solidFill>
                <a:latin typeface="IBM Plex Sans" pitchFamily="34" charset="0"/>
                <a:ea typeface="IBM Plex Sans" pitchFamily="34" charset="-122"/>
                <a:cs typeface="IBM Plex Sans" pitchFamily="34" charset="-120"/>
              </a:rPr>
              <a:t>Captura pero lee mal</a:t>
            </a:r>
            <a:endParaRPr lang="en-US" sz="1300" dirty="0"/>
          </a:p>
        </p:txBody>
      </p:sp>
      <p:sp>
        <p:nvSpPr>
          <p:cNvPr id="24" name="Shape 22"/>
          <p:cNvSpPr/>
          <p:nvPr/>
        </p:nvSpPr>
        <p:spPr>
          <a:xfrm>
            <a:off x="4380409" y="2697956"/>
            <a:ext cx="3431084" cy="859631"/>
          </a:xfrm>
          <a:prstGeom prst="roundRect">
            <a:avLst>
              <a:gd name="adj" fmla="val 7018"/>
            </a:avLst>
          </a:prstGeom>
          <a:solidFill>
            <a:srgbClr val="FCFDFB"/>
          </a:solidFill>
          <a:ln w="6350">
            <a:solidFill>
              <a:srgbClr val="EAD9A8"/>
            </a:solidFill>
            <a:prstDash val="solid"/>
          </a:ln>
        </p:spPr>
      </p:sp>
      <p:sp>
        <p:nvSpPr>
          <p:cNvPr id="25" name="Text 23"/>
          <p:cNvSpPr/>
          <p:nvPr/>
        </p:nvSpPr>
        <p:spPr>
          <a:xfrm>
            <a:off x="4497884" y="2777331"/>
            <a:ext cx="3292018"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Ingreso</a:t>
            </a:r>
            <a:endParaRPr lang="en-US" sz="1300" dirty="0"/>
          </a:p>
        </p:txBody>
      </p:sp>
      <p:sp>
        <p:nvSpPr>
          <p:cNvPr id="26" name="Text 24"/>
          <p:cNvSpPr/>
          <p:nvPr/>
        </p:nvSpPr>
        <p:spPr>
          <a:xfrm>
            <a:off x="4497884" y="3021112"/>
            <a:ext cx="3292018"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8A5A00"/>
                </a:solidFill>
                <a:latin typeface="IBM Plex Sans" pitchFamily="34" charset="0"/>
                <a:ea typeface="IBM Plex Sans" pitchFamily="34" charset="-122"/>
                <a:cs typeface="IBM Plex Sans" pitchFamily="34" charset="-120"/>
              </a:rPr>
              <a:t>Lee 74 % · captura 82 %</a:t>
            </a:r>
            <a:endParaRPr lang="en-US" sz="1300" dirty="0"/>
          </a:p>
        </p:txBody>
      </p:sp>
      <p:sp>
        <p:nvSpPr>
          <p:cNvPr id="27" name="Text 25"/>
          <p:cNvSpPr/>
          <p:nvPr/>
        </p:nvSpPr>
        <p:spPr>
          <a:xfrm>
            <a:off x="4497884" y="3264892"/>
            <a:ext cx="32920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La semana anterior leía 50 %</a:t>
            </a:r>
            <a:endParaRPr lang="en-US" sz="1200" dirty="0"/>
          </a:p>
        </p:txBody>
      </p:sp>
      <p:sp>
        <p:nvSpPr>
          <p:cNvPr id="28" name="Shape 26"/>
          <p:cNvSpPr/>
          <p:nvPr/>
        </p:nvSpPr>
        <p:spPr>
          <a:xfrm>
            <a:off x="4380409" y="3640138"/>
            <a:ext cx="3431084" cy="859631"/>
          </a:xfrm>
          <a:prstGeom prst="roundRect">
            <a:avLst>
              <a:gd name="adj" fmla="val 7018"/>
            </a:avLst>
          </a:prstGeom>
          <a:solidFill>
            <a:srgbClr val="FCFDFB"/>
          </a:solidFill>
          <a:ln w="6350">
            <a:solidFill>
              <a:srgbClr val="EAD9A8"/>
            </a:solidFill>
            <a:prstDash val="solid"/>
          </a:ln>
        </p:spPr>
      </p:sp>
      <p:sp>
        <p:nvSpPr>
          <p:cNvPr id="29" name="Text 27"/>
          <p:cNvSpPr/>
          <p:nvPr/>
        </p:nvSpPr>
        <p:spPr>
          <a:xfrm>
            <a:off x="4497884" y="3719512"/>
            <a:ext cx="3292018"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Playa 3 de noche</a:t>
            </a:r>
            <a:endParaRPr lang="en-US" sz="1300" dirty="0"/>
          </a:p>
        </p:txBody>
      </p:sp>
      <p:sp>
        <p:nvSpPr>
          <p:cNvPr id="30" name="Text 28"/>
          <p:cNvSpPr/>
          <p:nvPr/>
        </p:nvSpPr>
        <p:spPr>
          <a:xfrm>
            <a:off x="4497884" y="3963293"/>
            <a:ext cx="3292018"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8A5A00"/>
                </a:solidFill>
                <a:latin typeface="IBM Plex Sans" pitchFamily="34" charset="0"/>
                <a:ea typeface="IBM Plex Sans" pitchFamily="34" charset="-122"/>
                <a:cs typeface="IBM Plex Sans" pitchFamily="34" charset="-120"/>
              </a:rPr>
              <a:t>Lee 62 % · captura 72 %</a:t>
            </a:r>
            <a:endParaRPr lang="en-US" sz="1300" dirty="0"/>
          </a:p>
        </p:txBody>
      </p:sp>
      <p:sp>
        <p:nvSpPr>
          <p:cNvPr id="31" name="Text 29"/>
          <p:cNvSpPr/>
          <p:nvPr/>
        </p:nvSpPr>
        <p:spPr>
          <a:xfrm>
            <a:off x="4497884" y="4207073"/>
            <a:ext cx="32920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Iluminación nocturna</a:t>
            </a:r>
            <a:endParaRPr lang="en-US" sz="1200" dirty="0"/>
          </a:p>
        </p:txBody>
      </p:sp>
      <p:sp>
        <p:nvSpPr>
          <p:cNvPr id="32" name="Shape 30"/>
          <p:cNvSpPr/>
          <p:nvPr/>
        </p:nvSpPr>
        <p:spPr>
          <a:xfrm>
            <a:off x="4380409" y="4582319"/>
            <a:ext cx="3431084" cy="633611"/>
          </a:xfrm>
          <a:prstGeom prst="roundRect">
            <a:avLst>
              <a:gd name="adj" fmla="val 9521"/>
            </a:avLst>
          </a:prstGeom>
          <a:solidFill>
            <a:srgbClr val="FCFDFB"/>
          </a:solidFill>
          <a:ln w="6350">
            <a:solidFill>
              <a:srgbClr val="EAD9A8"/>
            </a:solidFill>
            <a:prstDash val="solid"/>
          </a:ln>
        </p:spPr>
      </p:sp>
      <p:sp>
        <p:nvSpPr>
          <p:cNvPr id="33" name="Text 31"/>
          <p:cNvSpPr/>
          <p:nvPr/>
        </p:nvSpPr>
        <p:spPr>
          <a:xfrm>
            <a:off x="4497884" y="4661694"/>
            <a:ext cx="3292018"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Balanza egreso (B2)</a:t>
            </a:r>
            <a:endParaRPr lang="en-US" sz="1300" dirty="0"/>
          </a:p>
        </p:txBody>
      </p:sp>
      <p:sp>
        <p:nvSpPr>
          <p:cNvPr id="34" name="Text 32"/>
          <p:cNvSpPr/>
          <p:nvPr/>
        </p:nvSpPr>
        <p:spPr>
          <a:xfrm>
            <a:off x="4497884" y="4905474"/>
            <a:ext cx="3292018"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8A5A00"/>
                </a:solidFill>
                <a:latin typeface="IBM Plex Sans" pitchFamily="34" charset="0"/>
                <a:ea typeface="IBM Plex Sans" pitchFamily="34" charset="-122"/>
                <a:cs typeface="IBM Plex Sans" pitchFamily="34" charset="-120"/>
              </a:rPr>
              <a:t>Lee 74 % · captura 80 %</a:t>
            </a:r>
            <a:endParaRPr lang="en-US" sz="1300" dirty="0"/>
          </a:p>
        </p:txBody>
      </p:sp>
      <p:sp>
        <p:nvSpPr>
          <p:cNvPr id="35" name="Text 33"/>
          <p:cNvSpPr/>
          <p:nvPr/>
        </p:nvSpPr>
        <p:spPr>
          <a:xfrm>
            <a:off x="7941667" y="2311301"/>
            <a:ext cx="3437434" cy="307280"/>
          </a:xfrm>
          <a:prstGeom prst="roundRect">
            <a:avLst>
              <a:gd name="adj" fmla="val 16532"/>
            </a:avLst>
          </a:prstGeom>
          <a:solidFill>
            <a:srgbClr val="0B5638"/>
          </a:solidFill>
          <a:ln/>
        </p:spPr>
        <p:txBody>
          <a:bodyPr wrap="square" lIns="86721" tIns="23221" rIns="0" bIns="0" rtlCol="0" anchor="t">
            <a:normAutofit/>
          </a:bodyPr>
          <a:lstStyle/>
          <a:p>
            <a:pPr algn="l" indent="0" marL="0">
              <a:lnSpc>
                <a:spcPts val="1820"/>
              </a:lnSpc>
              <a:buNone/>
            </a:pPr>
            <a:r>
              <a:rPr lang="en-US" sz="1300" b="1" dirty="0">
                <a:solidFill>
                  <a:srgbClr val="F1F6F2"/>
                </a:solidFill>
                <a:latin typeface="IBM Plex Sans" pitchFamily="34" charset="0"/>
                <a:ea typeface="IBM Plex Sans" pitchFamily="34" charset="-122"/>
                <a:cs typeface="IBM Plex Sans" pitchFamily="34" charset="-120"/>
              </a:rPr>
              <a:t>Funciona bien</a:t>
            </a:r>
            <a:endParaRPr lang="en-US" sz="1300" dirty="0"/>
          </a:p>
        </p:txBody>
      </p:sp>
      <p:sp>
        <p:nvSpPr>
          <p:cNvPr id="36" name="Shape 34"/>
          <p:cNvSpPr/>
          <p:nvPr/>
        </p:nvSpPr>
        <p:spPr>
          <a:xfrm>
            <a:off x="7944842" y="2697956"/>
            <a:ext cx="3431084" cy="633611"/>
          </a:xfrm>
          <a:prstGeom prst="roundRect">
            <a:avLst>
              <a:gd name="adj" fmla="val 9521"/>
            </a:avLst>
          </a:prstGeom>
          <a:solidFill>
            <a:srgbClr val="FCFDFB"/>
          </a:solidFill>
          <a:ln w="6350">
            <a:solidFill>
              <a:srgbClr val="C9DECF"/>
            </a:solidFill>
            <a:prstDash val="solid"/>
          </a:ln>
        </p:spPr>
      </p:sp>
      <p:sp>
        <p:nvSpPr>
          <p:cNvPr id="37" name="Text 35"/>
          <p:cNvSpPr/>
          <p:nvPr/>
        </p:nvSpPr>
        <p:spPr>
          <a:xfrm>
            <a:off x="8062317" y="2777331"/>
            <a:ext cx="3292018"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Salida</a:t>
            </a:r>
            <a:endParaRPr lang="en-US" sz="1300" dirty="0"/>
          </a:p>
        </p:txBody>
      </p:sp>
      <p:sp>
        <p:nvSpPr>
          <p:cNvPr id="38" name="Text 36"/>
          <p:cNvSpPr/>
          <p:nvPr/>
        </p:nvSpPr>
        <p:spPr>
          <a:xfrm>
            <a:off x="8062317" y="3021112"/>
            <a:ext cx="3292018"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0B5638"/>
                </a:solidFill>
                <a:latin typeface="IBM Plex Sans" pitchFamily="34" charset="0"/>
                <a:ea typeface="IBM Plex Sans" pitchFamily="34" charset="-122"/>
                <a:cs typeface="IBM Plex Sans" pitchFamily="34" charset="-120"/>
              </a:rPr>
              <a:t>Lee 90 % · captura 96 %</a:t>
            </a:r>
            <a:endParaRPr lang="en-US" sz="1300" dirty="0"/>
          </a:p>
        </p:txBody>
      </p:sp>
      <p:sp>
        <p:nvSpPr>
          <p:cNvPr id="39" name="Shape 37"/>
          <p:cNvSpPr/>
          <p:nvPr/>
        </p:nvSpPr>
        <p:spPr>
          <a:xfrm>
            <a:off x="7944842" y="3414117"/>
            <a:ext cx="3431084" cy="633611"/>
          </a:xfrm>
          <a:prstGeom prst="roundRect">
            <a:avLst>
              <a:gd name="adj" fmla="val 9521"/>
            </a:avLst>
          </a:prstGeom>
          <a:solidFill>
            <a:srgbClr val="FCFDFB"/>
          </a:solidFill>
          <a:ln w="6350">
            <a:solidFill>
              <a:srgbClr val="C9DECF"/>
            </a:solidFill>
            <a:prstDash val="solid"/>
          </a:ln>
        </p:spPr>
      </p:sp>
      <p:sp>
        <p:nvSpPr>
          <p:cNvPr id="40" name="Text 38"/>
          <p:cNvSpPr/>
          <p:nvPr/>
        </p:nvSpPr>
        <p:spPr>
          <a:xfrm>
            <a:off x="8062317" y="3493492"/>
            <a:ext cx="3292018"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Preingreso</a:t>
            </a:r>
            <a:endParaRPr lang="en-US" sz="1300" dirty="0"/>
          </a:p>
        </p:txBody>
      </p:sp>
      <p:sp>
        <p:nvSpPr>
          <p:cNvPr id="41" name="Text 39"/>
          <p:cNvSpPr/>
          <p:nvPr/>
        </p:nvSpPr>
        <p:spPr>
          <a:xfrm>
            <a:off x="8062317" y="3737273"/>
            <a:ext cx="3292018"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0B5638"/>
                </a:solidFill>
                <a:latin typeface="IBM Plex Sans" pitchFamily="34" charset="0"/>
                <a:ea typeface="IBM Plex Sans" pitchFamily="34" charset="-122"/>
                <a:cs typeface="IBM Plex Sans" pitchFamily="34" charset="-120"/>
              </a:rPr>
              <a:t>Lee 89 % · captura 92 %</a:t>
            </a:r>
            <a:endParaRPr lang="en-US" sz="1300" dirty="0"/>
          </a:p>
        </p:txBody>
      </p:sp>
      <p:sp>
        <p:nvSpPr>
          <p:cNvPr id="42" name="Shape 40"/>
          <p:cNvSpPr/>
          <p:nvPr/>
        </p:nvSpPr>
        <p:spPr>
          <a:xfrm>
            <a:off x="7944842" y="4130278"/>
            <a:ext cx="3431084" cy="633611"/>
          </a:xfrm>
          <a:prstGeom prst="roundRect">
            <a:avLst>
              <a:gd name="adj" fmla="val 9521"/>
            </a:avLst>
          </a:prstGeom>
          <a:solidFill>
            <a:srgbClr val="FCFDFB"/>
          </a:solidFill>
          <a:ln w="6350">
            <a:solidFill>
              <a:srgbClr val="C9DECF"/>
            </a:solidFill>
            <a:prstDash val="solid"/>
          </a:ln>
        </p:spPr>
      </p:sp>
      <p:sp>
        <p:nvSpPr>
          <p:cNvPr id="43" name="Text 41"/>
          <p:cNvSpPr/>
          <p:nvPr/>
        </p:nvSpPr>
        <p:spPr>
          <a:xfrm>
            <a:off x="8062317" y="4209653"/>
            <a:ext cx="3292018"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Calada</a:t>
            </a:r>
            <a:endParaRPr lang="en-US" sz="1300" dirty="0"/>
          </a:p>
        </p:txBody>
      </p:sp>
      <p:sp>
        <p:nvSpPr>
          <p:cNvPr id="44" name="Text 42"/>
          <p:cNvSpPr/>
          <p:nvPr/>
        </p:nvSpPr>
        <p:spPr>
          <a:xfrm>
            <a:off x="8062317" y="4453434"/>
            <a:ext cx="3292018"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0B5638"/>
                </a:solidFill>
                <a:latin typeface="IBM Plex Sans" pitchFamily="34" charset="0"/>
                <a:ea typeface="IBM Plex Sans" pitchFamily="34" charset="-122"/>
                <a:cs typeface="IBM Plex Sans" pitchFamily="34" charset="-120"/>
              </a:rPr>
              <a:t>Lee 87 % · captura 93 %</a:t>
            </a:r>
            <a:endParaRPr lang="en-US" sz="1300" dirty="0"/>
          </a:p>
        </p:txBody>
      </p:sp>
      <p:pic>
        <p:nvPicPr>
          <p:cNvPr id="45" name="Image 0" descr="Nueva Vicentin Argentina">    </p:cNvPr>
          <p:cNvPicPr>
            <a:picLocks noChangeAspect="1"/>
          </p:cNvPicPr>
          <p:nvPr/>
        </p:nvPicPr>
        <p:blipFill>
          <a:blip r:embed="rId1"/>
          <a:srcRect l="-167" r="-167" t="0" b="0"/>
          <a:stretch/>
        </p:blipFill>
        <p:spPr>
          <a:xfrm>
            <a:off x="812800" y="6197600"/>
            <a:ext cx="571500" cy="304800"/>
          </a:xfrm>
          <a:prstGeom prst="rect">
            <a:avLst/>
          </a:prstGeom>
        </p:spPr>
      </p:pic>
      <p:pic>
        <p:nvPicPr>
          <p:cNvPr id="46" name="Image 1" descr="Bimtrazer">    </p:cNvPr>
          <p:cNvPicPr>
            <a:picLocks noChangeAspect="1"/>
          </p:cNvPicPr>
          <p:nvPr/>
        </p:nvPicPr>
        <p:blipFill>
          <a:blip r:embed="rId2"/>
          <a:srcRect l="0" r="0" t="-63" b="-63"/>
          <a:stretch/>
        </p:blipFill>
        <p:spPr>
          <a:xfrm>
            <a:off x="10731500" y="6197600"/>
            <a:ext cx="647700" cy="3048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8F4"/>
        </a:solidFill>
      </p:bgPr>
    </p:bg>
    <p:spTree>
      <p:nvGrpSpPr>
        <p:cNvPr id="1" name=""/>
        <p:cNvGrpSpPr/>
        <p:nvPr/>
      </p:nvGrpSpPr>
      <p:grpSpPr>
        <a:xfrm>
          <a:off x="0" y="0"/>
          <a:ext cx="0" cy="0"/>
          <a:chOff x="0" y="0"/>
          <a:chExt cx="0" cy="0"/>
        </a:xfrm>
      </p:grpSpPr>
      <p:sp>
        <p:nvSpPr>
          <p:cNvPr id="2" name="Text 0"/>
          <p:cNvSpPr/>
          <p:nvPr/>
        </p:nvSpPr>
        <p:spPr>
          <a:xfrm>
            <a:off x="812800" y="711200"/>
            <a:ext cx="4455319" cy="289520"/>
          </a:xfrm>
          <a:custGeom>
            <a:avLst/>
            <a:gdLst/>
            <a:ahLst/>
            <a:cxnLst/>
            <a:rect l="l" t="t" r="r" b="b"/>
            <a:pathLst>
              <a:path w="4455319" h="289520">
                <a:moveTo>
                  <a:pt x="144760" y="0"/>
                </a:moveTo>
                <a:lnTo>
                  <a:pt x="4310559" y="0"/>
                </a:lnTo>
                <a:arcTo hR="144760" wR="144760" stAng="16200000" swAng="5400000"/>
                <a:lnTo>
                  <a:pt x="4455319" y="144760"/>
                </a:lnTo>
                <a:arcTo hR="144760" wR="144760" stAng="0" swAng="5400000"/>
                <a:lnTo>
                  <a:pt x="144760" y="289520"/>
                </a:lnTo>
                <a:arcTo hR="144760" wR="144760" stAng="5400000" swAng="5400000"/>
                <a:lnTo>
                  <a:pt x="0" y="144760"/>
                </a:lnTo>
                <a:arcTo hR="144760" wR="144760" stAng="10800000" swAng="5400000"/>
                <a:close/>
              </a:path>
            </a:pathLst>
          </a:custGeom>
          <a:solidFill>
            <a:srgbClr val="0B5638"/>
          </a:solidFill>
          <a:ln/>
        </p:spPr>
        <p:txBody>
          <a:bodyPr wrap="none" lIns="0" tIns="0" rIns="0" bIns="0" rtlCol="0" anchor="ctr">
            <a:normAutofit/>
          </a:bodyPr>
          <a:lstStyle/>
          <a:p>
            <a:pPr algn="ctr" indent="0" marL="0">
              <a:lnSpc>
                <a:spcPts val="1680"/>
              </a:lnSpc>
              <a:buNone/>
            </a:pPr>
            <a:r>
              <a:rPr lang="en-US" sz="1200" b="1" spc="100" kern="0" dirty="0">
                <a:solidFill>
                  <a:srgbClr val="F1F6F2"/>
                </a:solidFill>
                <a:latin typeface="IBM Plex Sans" pitchFamily="34" charset="0"/>
                <a:ea typeface="IBM Plex Sans" pitchFamily="34" charset="-122"/>
                <a:cs typeface="IBM Plex Sans" pitchFamily="34" charset="-120"/>
              </a:rPr>
              <a:t>ESTA SEMANA CONTRA LA ANTERIOR · RICARDONE</a:t>
            </a:r>
            <a:endParaRPr lang="en-US" sz="1200" dirty="0"/>
          </a:p>
        </p:txBody>
      </p:sp>
      <p:sp>
        <p:nvSpPr>
          <p:cNvPr id="3" name="Text 1"/>
          <p:cNvSpPr/>
          <p:nvPr>
            <p:ph type="title"/>
          </p:nvPr>
        </p:nvSpPr>
        <p:spPr>
          <a:xfrm>
            <a:off x="812800" y="1102320"/>
            <a:ext cx="10883392" cy="751681"/>
          </a:xfrm>
          <a:prstGeom prst="rect">
            <a:avLst/>
          </a:prstGeom>
          <a:noFill/>
          <a:ln/>
        </p:spPr>
        <p:txBody>
          <a:bodyPr wrap="square" lIns="0" tIns="0" rIns="0" bIns="0" rtlCol="0" anchor="t">
            <a:normAutofit/>
          </a:bodyPr>
          <a:lstStyle/>
          <a:p>
            <a:pPr algn="l" indent="0" marL="0">
              <a:lnSpc>
                <a:spcPts val="2860"/>
              </a:lnSpc>
              <a:buNone/>
            </a:pPr>
            <a:r>
              <a:rPr lang="en-US" sz="2600" b="1" i="0" dirty="0">
                <a:solidFill>
                  <a:srgbClr val="14281E"/>
                </a:solidFill>
                <a:latin typeface="IBM Plex Sans" pitchFamily="34" charset="0"/>
                <a:ea typeface="IBM Plex Sans" pitchFamily="34" charset="-122"/>
                <a:cs typeface="IBM Plex Sans" pitchFamily="34" charset="-120"/>
              </a:rPr>
              <a:t>Mejoraron casi todos los nodos: Ingreso volvió a leer y Salida pasó a 90 %</a:t>
            </a:r>
            <a:endParaRPr lang="en-US" sz="2600" dirty="0"/>
          </a:p>
        </p:txBody>
      </p:sp>
      <p:sp>
        <p:nvSpPr>
          <p:cNvPr id="4" name="Shape 2"/>
          <p:cNvSpPr/>
          <p:nvPr/>
        </p:nvSpPr>
        <p:spPr>
          <a:xfrm>
            <a:off x="812800" y="2006402"/>
            <a:ext cx="10566400" cy="289520"/>
          </a:xfrm>
          <a:custGeom>
            <a:avLst/>
            <a:gdLst/>
            <a:ahLst/>
            <a:cxnLst/>
            <a:rect l="l" t="t" r="r" b="b"/>
            <a:pathLst>
              <a:path w="10566400" h="289520">
                <a:moveTo>
                  <a:pt x="50800" y="0"/>
                </a:moveTo>
                <a:lnTo>
                  <a:pt x="10515600" y="0"/>
                </a:lnTo>
                <a:arcTo hR="50800" wR="50800" stAng="16200000" swAng="5400000"/>
                <a:lnTo>
                  <a:pt x="10566400" y="289520"/>
                </a:lnTo>
                <a:lnTo>
                  <a:pt x="0" y="289520"/>
                </a:lnTo>
                <a:lnTo>
                  <a:pt x="0" y="50800"/>
                </a:lnTo>
                <a:arcTo hR="50800" wR="50800" stAng="10800000" swAng="5400000"/>
                <a:close/>
              </a:path>
            </a:pathLst>
          </a:custGeom>
          <a:solidFill>
            <a:srgbClr val="0B5638"/>
          </a:solidFill>
          <a:ln/>
        </p:spPr>
      </p:sp>
      <p:sp>
        <p:nvSpPr>
          <p:cNvPr id="5" name="Text 3"/>
          <p:cNvSpPr/>
          <p:nvPr/>
        </p:nvSpPr>
        <p:spPr>
          <a:xfrm>
            <a:off x="889000" y="2044502"/>
            <a:ext cx="267506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1F6F2"/>
                </a:solidFill>
                <a:latin typeface="IBM Plex Sans" pitchFamily="34" charset="0"/>
                <a:ea typeface="IBM Plex Sans" pitchFamily="34" charset="-122"/>
                <a:cs typeface="IBM Plex Sans" pitchFamily="34" charset="-120"/>
              </a:rPr>
              <a:t>Nodo</a:t>
            </a:r>
            <a:endParaRPr lang="en-US" sz="1200" dirty="0"/>
          </a:p>
        </p:txBody>
      </p:sp>
      <p:sp>
        <p:nvSpPr>
          <p:cNvPr id="6" name="Text 4"/>
          <p:cNvSpPr/>
          <p:nvPr/>
        </p:nvSpPr>
        <p:spPr>
          <a:xfrm>
            <a:off x="3524250" y="2044502"/>
            <a:ext cx="26162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C9D8CE"/>
                </a:solidFill>
                <a:latin typeface="IBM Plex Sans" pitchFamily="34" charset="0"/>
                <a:ea typeface="IBM Plex Sans" pitchFamily="34" charset="-122"/>
                <a:cs typeface="IBM Plex Sans" pitchFamily="34" charset="-120"/>
              </a:rPr>
              <a:t>lun 5 al dom 11</a:t>
            </a:r>
            <a:endParaRPr lang="en-US" sz="1200" dirty="0"/>
          </a:p>
        </p:txBody>
      </p:sp>
      <p:sp>
        <p:nvSpPr>
          <p:cNvPr id="7" name="Text 5"/>
          <p:cNvSpPr/>
          <p:nvPr/>
        </p:nvSpPr>
        <p:spPr>
          <a:xfrm>
            <a:off x="6064250" y="2044502"/>
            <a:ext cx="26162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F1F6F2"/>
                </a:solidFill>
                <a:latin typeface="IBM Plex Sans" pitchFamily="34" charset="0"/>
                <a:ea typeface="IBM Plex Sans" pitchFamily="34" charset="-122"/>
                <a:cs typeface="IBM Plex Sans" pitchFamily="34" charset="-120"/>
              </a:rPr>
              <a:t>lun 12 al dom 18</a:t>
            </a:r>
            <a:endParaRPr lang="en-US" sz="1200" dirty="0"/>
          </a:p>
        </p:txBody>
      </p:sp>
      <p:sp>
        <p:nvSpPr>
          <p:cNvPr id="8" name="Text 6"/>
          <p:cNvSpPr/>
          <p:nvPr/>
        </p:nvSpPr>
        <p:spPr>
          <a:xfrm>
            <a:off x="8601297" y="2044502"/>
            <a:ext cx="2818956"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F1F6F2"/>
                </a:solidFill>
                <a:latin typeface="IBM Plex Sans" pitchFamily="34" charset="0"/>
                <a:ea typeface="IBM Plex Sans" pitchFamily="34" charset="-122"/>
                <a:cs typeface="IBM Plex Sans" pitchFamily="34" charset="-120"/>
              </a:rPr>
              <a:t>Cambio</a:t>
            </a:r>
            <a:endParaRPr lang="en-US" sz="1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825500" y="2308622"/>
          <a:ext cx="10553700" cy="3114675"/>
        </p:xfrm>
        <a:graphic>
          <a:graphicData uri="http://schemas.openxmlformats.org/drawingml/2006/table">
            <a:tbl>
              <a:tblPr/>
              <a:tblGrid>
                <a:gridCol w="2743962"/>
                <a:gridCol w="1266444"/>
                <a:gridCol w="1266444"/>
                <a:gridCol w="1266444"/>
                <a:gridCol w="1266444"/>
                <a:gridCol w="2743962"/>
              </a:tblGrid>
              <a:tr h="346075">
                <a:tc>
                  <a:txBody>
                    <a:bodyPr/>
                    <a:lstStyle/>
                    <a:p>
                      <a:pPr indent="0" marL="0">
                        <a:lnSpc>
                          <a:spcPts val="1750"/>
                        </a:lnSpc>
                        <a:buNone/>
                      </a:pPr>
                      <a:r>
                        <a:rPr lang="en-US" sz="1250" b="1" dirty="0">
                          <a:solidFill>
                            <a:srgbClr val="14281E"/>
                          </a:solidFill>
                          <a:latin typeface="IBM Plex Sans" pitchFamily="34" charset="0"/>
                          <a:ea typeface="IBM Plex Sans" pitchFamily="34" charset="-122"/>
                          <a:cs typeface="IBM Plex Sans" pitchFamily="34" charset="-120"/>
                        </a:rPr>
                        <a:t>Nodo</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6C3"/>
                      </a:solidFill>
                      <a:prstDash val="solid"/>
                      <a:round/>
                      <a:headEnd type="none" w="med" len="med"/>
                      <a:tailEnd type="none" w="med" len="med"/>
                    </a:lnL>
                    <a:lnR w="12700" cap="flat" cmpd="sng" algn="ctr">
                      <a:solidFill>
                        <a:srgbClr val="ABB5AD"/>
                      </a:solidFill>
                      <a:prstDash val="solid"/>
                      <a:round/>
                      <a:headEnd type="none" w="med" len="med"/>
                      <a:tailEnd type="none" w="med" len="med"/>
                    </a:lnR>
                    <a:lnT w="12700" cap="flat" cmpd="sng" algn="ctr">
                      <a:solidFill>
                        <a:srgbClr val="C4C6C3"/>
                      </a:solidFill>
                      <a:prstDash val="solid"/>
                      <a:round/>
                      <a:headEnd type="none" w="med" len="med"/>
                      <a:tailEnd type="none" w="med" len="med"/>
                    </a:lnT>
                    <a:lnB w="12700" cap="flat" cmpd="sng" algn="ctr">
                      <a:solidFill>
                        <a:srgbClr val="ABB5AD"/>
                      </a:solidFill>
                      <a:prstDash val="solid"/>
                      <a:round/>
                      <a:headEnd type="none" w="med" len="med"/>
                      <a:tailEnd type="none" w="med" len="med"/>
                    </a:lnB>
                    <a:solidFill>
                      <a:srgbClr val="D5E3D9"/>
                    </a:solidFill>
                  </a:tcPr>
                </a:tc>
                <a:tc>
                  <a:txBody>
                    <a:bodyPr/>
                    <a:lstStyle/>
                    <a:p>
                      <a:pPr algn="r" indent="0" marL="0">
                        <a:lnSpc>
                          <a:spcPts val="1750"/>
                        </a:lnSpc>
                        <a:buNone/>
                      </a:pPr>
                      <a:r>
                        <a:rPr lang="en-US" sz="1250" b="1" dirty="0">
                          <a:solidFill>
                            <a:srgbClr val="14281E"/>
                          </a:solidFill>
                          <a:latin typeface="IBM Plex Sans" pitchFamily="34" charset="0"/>
                          <a:ea typeface="IBM Plex Sans" pitchFamily="34" charset="-122"/>
                          <a:cs typeface="IBM Plex Sans" pitchFamily="34" charset="-120"/>
                        </a:rPr>
                        <a:t>Día</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ABB5AD"/>
                      </a:solidFill>
                      <a:prstDash val="solid"/>
                      <a:round/>
                      <a:headEnd type="none" w="med" len="med"/>
                      <a:tailEnd type="none" w="med" len="med"/>
                    </a:lnL>
                    <a:lnR w="12700" cap="flat" cmpd="sng" algn="ctr">
                      <a:solidFill>
                        <a:srgbClr val="ABB5AD"/>
                      </a:solidFill>
                      <a:prstDash val="solid"/>
                      <a:round/>
                      <a:headEnd type="none" w="med" len="med"/>
                      <a:tailEnd type="none" w="med" len="med"/>
                    </a:lnR>
                    <a:lnT w="12700" cap="flat" cmpd="sng" algn="ctr">
                      <a:solidFill>
                        <a:srgbClr val="C4C6C3"/>
                      </a:solidFill>
                      <a:prstDash val="solid"/>
                      <a:round/>
                      <a:headEnd type="none" w="med" len="med"/>
                      <a:tailEnd type="none" w="med" len="med"/>
                    </a:lnT>
                    <a:lnB w="12700" cap="flat" cmpd="sng" algn="ctr">
                      <a:solidFill>
                        <a:srgbClr val="ABB5AD"/>
                      </a:solidFill>
                      <a:prstDash val="solid"/>
                      <a:round/>
                      <a:headEnd type="none" w="med" len="med"/>
                      <a:tailEnd type="none" w="med" len="med"/>
                    </a:lnB>
                    <a:solidFill>
                      <a:srgbClr val="D5E3D9"/>
                    </a:solidFill>
                  </a:tcPr>
                </a:tc>
                <a:tc>
                  <a:txBody>
                    <a:bodyPr/>
                    <a:lstStyle/>
                    <a:p>
                      <a:pPr algn="r" indent="0" marL="0">
                        <a:lnSpc>
                          <a:spcPts val="1750"/>
                        </a:lnSpc>
                        <a:buNone/>
                      </a:pPr>
                      <a:r>
                        <a:rPr lang="en-US" sz="1250" b="1" dirty="0">
                          <a:solidFill>
                            <a:srgbClr val="14281E"/>
                          </a:solidFill>
                          <a:latin typeface="IBM Plex Sans" pitchFamily="34" charset="0"/>
                          <a:ea typeface="IBM Plex Sans" pitchFamily="34" charset="-122"/>
                          <a:cs typeface="IBM Plex Sans" pitchFamily="34" charset="-120"/>
                        </a:rPr>
                        <a:t>Noche</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ABB5AD"/>
                      </a:solidFill>
                      <a:prstDash val="solid"/>
                      <a:round/>
                      <a:headEnd type="none" w="med" len="med"/>
                      <a:tailEnd type="none" w="med" len="med"/>
                    </a:lnL>
                    <a:lnR w="12700" cap="flat" cmpd="sng" algn="ctr">
                      <a:solidFill>
                        <a:srgbClr val="ABB5AD"/>
                      </a:solidFill>
                      <a:prstDash val="solid"/>
                      <a:round/>
                      <a:headEnd type="none" w="med" len="med"/>
                      <a:tailEnd type="none" w="med" len="med"/>
                    </a:lnR>
                    <a:lnT w="12700" cap="flat" cmpd="sng" algn="ctr">
                      <a:solidFill>
                        <a:srgbClr val="C4C6C3"/>
                      </a:solidFill>
                      <a:prstDash val="solid"/>
                      <a:round/>
                      <a:headEnd type="none" w="med" len="med"/>
                      <a:tailEnd type="none" w="med" len="med"/>
                    </a:lnT>
                    <a:lnB w="12700" cap="flat" cmpd="sng" algn="ctr">
                      <a:solidFill>
                        <a:srgbClr val="ABB5AD"/>
                      </a:solidFill>
                      <a:prstDash val="solid"/>
                      <a:round/>
                      <a:headEnd type="none" w="med" len="med"/>
                      <a:tailEnd type="none" w="med" len="med"/>
                    </a:lnB>
                    <a:solidFill>
                      <a:srgbClr val="D5E3D9"/>
                    </a:solidFill>
                  </a:tcPr>
                </a:tc>
                <a:tc>
                  <a:txBody>
                    <a:bodyPr/>
                    <a:lstStyle/>
                    <a:p>
                      <a:pPr algn="r" indent="0" marL="0">
                        <a:lnSpc>
                          <a:spcPts val="1750"/>
                        </a:lnSpc>
                        <a:buNone/>
                      </a:pPr>
                      <a:r>
                        <a:rPr lang="en-US" sz="1250" b="1" dirty="0">
                          <a:solidFill>
                            <a:srgbClr val="14281E"/>
                          </a:solidFill>
                          <a:latin typeface="IBM Plex Sans" pitchFamily="34" charset="0"/>
                          <a:ea typeface="IBM Plex Sans" pitchFamily="34" charset="-122"/>
                          <a:cs typeface="IBM Plex Sans" pitchFamily="34" charset="-120"/>
                        </a:rPr>
                        <a:t>Día</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ABB5AD"/>
                      </a:solidFill>
                      <a:prstDash val="solid"/>
                      <a:round/>
                      <a:headEnd type="none" w="med" len="med"/>
                      <a:tailEnd type="none" w="med" len="med"/>
                    </a:lnL>
                    <a:lnR w="12700" cap="flat" cmpd="sng" algn="ctr">
                      <a:solidFill>
                        <a:srgbClr val="ABB5AD"/>
                      </a:solidFill>
                      <a:prstDash val="solid"/>
                      <a:round/>
                      <a:headEnd type="none" w="med" len="med"/>
                      <a:tailEnd type="none" w="med" len="med"/>
                    </a:lnR>
                    <a:lnT w="12700" cap="flat" cmpd="sng" algn="ctr">
                      <a:solidFill>
                        <a:srgbClr val="C4C6C3"/>
                      </a:solidFill>
                      <a:prstDash val="solid"/>
                      <a:round/>
                      <a:headEnd type="none" w="med" len="med"/>
                      <a:tailEnd type="none" w="med" len="med"/>
                    </a:lnT>
                    <a:lnB w="12700" cap="flat" cmpd="sng" algn="ctr">
                      <a:solidFill>
                        <a:srgbClr val="ABB5AD"/>
                      </a:solidFill>
                      <a:prstDash val="solid"/>
                      <a:round/>
                      <a:headEnd type="none" w="med" len="med"/>
                      <a:tailEnd type="none" w="med" len="med"/>
                    </a:lnB>
                    <a:solidFill>
                      <a:srgbClr val="D5E3D9"/>
                    </a:solidFill>
                  </a:tcPr>
                </a:tc>
                <a:tc>
                  <a:txBody>
                    <a:bodyPr/>
                    <a:lstStyle/>
                    <a:p>
                      <a:pPr algn="r" indent="0" marL="0">
                        <a:lnSpc>
                          <a:spcPts val="1750"/>
                        </a:lnSpc>
                        <a:buNone/>
                      </a:pPr>
                      <a:r>
                        <a:rPr lang="en-US" sz="1250" b="1" dirty="0">
                          <a:solidFill>
                            <a:srgbClr val="14281E"/>
                          </a:solidFill>
                          <a:latin typeface="IBM Plex Sans" pitchFamily="34" charset="0"/>
                          <a:ea typeface="IBM Plex Sans" pitchFamily="34" charset="-122"/>
                          <a:cs typeface="IBM Plex Sans" pitchFamily="34" charset="-120"/>
                        </a:rPr>
                        <a:t>Noche</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ABB5AD"/>
                      </a:solidFill>
                      <a:prstDash val="solid"/>
                      <a:round/>
                      <a:headEnd type="none" w="med" len="med"/>
                      <a:tailEnd type="none" w="med" len="med"/>
                    </a:lnL>
                    <a:lnR w="12700" cap="flat" cmpd="sng" algn="ctr">
                      <a:solidFill>
                        <a:srgbClr val="ABB5AD"/>
                      </a:solidFill>
                      <a:prstDash val="solid"/>
                      <a:round/>
                      <a:headEnd type="none" w="med" len="med"/>
                      <a:tailEnd type="none" w="med" len="med"/>
                    </a:lnR>
                    <a:lnT w="12700" cap="flat" cmpd="sng" algn="ctr">
                      <a:solidFill>
                        <a:srgbClr val="C4C6C3"/>
                      </a:solidFill>
                      <a:prstDash val="solid"/>
                      <a:round/>
                      <a:headEnd type="none" w="med" len="med"/>
                      <a:tailEnd type="none" w="med" len="med"/>
                    </a:lnT>
                    <a:lnB w="12700" cap="flat" cmpd="sng" algn="ctr">
                      <a:solidFill>
                        <a:srgbClr val="ABB5AD"/>
                      </a:solidFill>
                      <a:prstDash val="solid"/>
                      <a:round/>
                      <a:headEnd type="none" w="med" len="med"/>
                      <a:tailEnd type="none" w="med" len="med"/>
                    </a:lnB>
                    <a:solidFill>
                      <a:srgbClr val="D5E3D9"/>
                    </a:solidFill>
                  </a:tcPr>
                </a:tc>
                <a:tc>
                  <a:txBody>
                    <a:bodyPr/>
                    <a:lstStyle/>
                    <a:p>
                      <a:pPr algn="ctr" indent="0" marL="0">
                        <a:lnSpc>
                          <a:spcPts val="1750"/>
                        </a:lnSpc>
                        <a:buNone/>
                      </a:pPr>
                      <a:r>
                        <a:rPr lang="en-US" sz="1250" b="1" dirty="0">
                          <a:solidFill>
                            <a:srgbClr val="14281E"/>
                          </a:solidFill>
                          <a:latin typeface="IBM Plex Sans" pitchFamily="34" charset="0"/>
                          <a:ea typeface="IBM Plex Sans" pitchFamily="34" charset="-122"/>
                          <a:cs typeface="IBM Plex Sans" pitchFamily="34" charset="-120"/>
                        </a:rPr>
                        <a:t>Total</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ABB5AD"/>
                      </a:solidFill>
                      <a:prstDash val="solid"/>
                      <a:round/>
                      <a:headEnd type="none" w="med" len="med"/>
                      <a:tailEnd type="none" w="med" len="med"/>
                    </a:lnL>
                    <a:lnR w="12700" cap="flat" cmpd="sng" algn="ctr">
                      <a:solidFill>
                        <a:srgbClr val="ABB5AD"/>
                      </a:solidFill>
                      <a:prstDash val="solid"/>
                      <a:round/>
                      <a:headEnd type="none" w="med" len="med"/>
                      <a:tailEnd type="none" w="med" len="med"/>
                    </a:lnR>
                    <a:lnT w="12700" cap="flat" cmpd="sng" algn="ctr">
                      <a:solidFill>
                        <a:srgbClr val="C4C6C3"/>
                      </a:solidFill>
                      <a:prstDash val="solid"/>
                      <a:round/>
                      <a:headEnd type="none" w="med" len="med"/>
                      <a:tailEnd type="none" w="med" len="med"/>
                    </a:lnT>
                    <a:lnB w="12700" cap="flat" cmpd="sng" algn="ctr">
                      <a:solidFill>
                        <a:srgbClr val="ABB5AD"/>
                      </a:solidFill>
                      <a:prstDash val="solid"/>
                      <a:round/>
                      <a:headEnd type="none" w="med" len="med"/>
                      <a:tailEnd type="none" w="med" len="med"/>
                    </a:lnB>
                    <a:solidFill>
                      <a:srgbClr val="D5E3D9"/>
                    </a:solidFill>
                  </a:tcPr>
                </a:tc>
              </a:tr>
              <a:tr h="346075">
                <a:tc>
                  <a:txBody>
                    <a:bodyPr/>
                    <a:lstStyle/>
                    <a:p>
                      <a:pPr indent="0" marL="0">
                        <a:lnSpc>
                          <a:spcPts val="1750"/>
                        </a:lnSpc>
                        <a:buNone/>
                      </a:pPr>
                      <a:r>
                        <a:rPr lang="en-US" sz="1250" dirty="0">
                          <a:solidFill>
                            <a:srgbClr val="14281E"/>
                          </a:solidFill>
                          <a:latin typeface="IBM Plex Sans" pitchFamily="34" charset="0"/>
                          <a:ea typeface="IBM Plex Sans" pitchFamily="34" charset="-122"/>
                          <a:cs typeface="IBM Plex Sans" pitchFamily="34" charset="-120"/>
                        </a:rPr>
                        <a:t>Ingreso</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6C3"/>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ABB5AD"/>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50"/>
                        </a:lnSpc>
                        <a:buNone/>
                      </a:pPr>
                      <a:r>
                        <a:rPr lang="en-US" sz="1250" dirty="0">
                          <a:solidFill>
                            <a:srgbClr val="4A5D52"/>
                          </a:solidFill>
                          <a:latin typeface="IBM Plex Sans" pitchFamily="34" charset="0"/>
                          <a:ea typeface="IBM Plex Sans" pitchFamily="34" charset="-122"/>
                          <a:cs typeface="IBM Plex Sans" pitchFamily="34" charset="-120"/>
                        </a:rPr>
                        <a:t>52 %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ABB5AD"/>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50"/>
                        </a:lnSpc>
                        <a:buNone/>
                      </a:pPr>
                      <a:r>
                        <a:rPr lang="en-US" sz="1250" dirty="0">
                          <a:solidFill>
                            <a:srgbClr val="4A5D52"/>
                          </a:solidFill>
                          <a:latin typeface="IBM Plex Sans" pitchFamily="34" charset="0"/>
                          <a:ea typeface="IBM Plex Sans" pitchFamily="34" charset="-122"/>
                          <a:cs typeface="IBM Plex Sans" pitchFamily="34" charset="-120"/>
                        </a:rPr>
                        <a:t>48 %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ABB5AD"/>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50"/>
                        </a:lnSpc>
                        <a:buNone/>
                      </a:pPr>
                      <a:r>
                        <a:rPr lang="en-US" sz="1250" dirty="0">
                          <a:solidFill>
                            <a:srgbClr val="8A5A00"/>
                          </a:solidFill>
                          <a:latin typeface="IBM Plex Sans" pitchFamily="34" charset="0"/>
                          <a:ea typeface="IBM Plex Sans" pitchFamily="34" charset="-122"/>
                          <a:cs typeface="IBM Plex Sans" pitchFamily="34" charset="-120"/>
                        </a:rPr>
                        <a:t>77 %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ABB5AD"/>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50"/>
                        </a:lnSpc>
                        <a:buNone/>
                      </a:pPr>
                      <a:r>
                        <a:rPr lang="en-US" sz="1250" dirty="0">
                          <a:solidFill>
                            <a:srgbClr val="8A5A00"/>
                          </a:solidFill>
                          <a:latin typeface="IBM Plex Sans" pitchFamily="34" charset="0"/>
                          <a:ea typeface="IBM Plex Sans" pitchFamily="34" charset="-122"/>
                          <a:cs typeface="IBM Plex Sans" pitchFamily="34" charset="-120"/>
                        </a:rPr>
                        <a:t>70 %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ABB5AD"/>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ctr" indent="0" marL="0">
                        <a:lnSpc>
                          <a:spcPts val="1750"/>
                        </a:lnSpc>
                        <a:buNone/>
                      </a:pPr>
                      <a:r>
                        <a:rPr lang="en-US" sz="1250" dirty="0">
                          <a:solidFill>
                            <a:srgbClr val="0B5638"/>
                          </a:solidFill>
                          <a:latin typeface="IBM Plex Sans" pitchFamily="34" charset="0"/>
                          <a:ea typeface="IBM Plex Sans" pitchFamily="34" charset="-122"/>
                          <a:cs typeface="IBM Plex Sans" pitchFamily="34" charset="-120"/>
                        </a:rPr>
                        <a:t>Mejoró · 50 → 74 %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ABB5AD"/>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r>
              <a:tr h="346075">
                <a:tc>
                  <a:txBody>
                    <a:bodyPr/>
                    <a:lstStyle/>
                    <a:p>
                      <a:pPr indent="0" marL="0">
                        <a:lnSpc>
                          <a:spcPts val="1750"/>
                        </a:lnSpc>
                        <a:buNone/>
                      </a:pPr>
                      <a:r>
                        <a:rPr lang="en-US" sz="1250" dirty="0">
                          <a:solidFill>
                            <a:srgbClr val="14281E"/>
                          </a:solidFill>
                          <a:latin typeface="IBM Plex Sans" pitchFamily="34" charset="0"/>
                          <a:ea typeface="IBM Plex Sans" pitchFamily="34" charset="-122"/>
                          <a:cs typeface="IBM Plex Sans" pitchFamily="34" charset="-120"/>
                        </a:rPr>
                        <a:t>Preingreso</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6C3"/>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algn="r" indent="0" marL="0">
                        <a:lnSpc>
                          <a:spcPts val="1750"/>
                        </a:lnSpc>
                        <a:buNone/>
                      </a:pPr>
                      <a:r>
                        <a:rPr lang="en-US" sz="1250" dirty="0">
                          <a:solidFill>
                            <a:srgbClr val="4A5D52"/>
                          </a:solidFill>
                          <a:latin typeface="IBM Plex Sans" pitchFamily="34" charset="0"/>
                          <a:ea typeface="IBM Plex Sans" pitchFamily="34" charset="-122"/>
                          <a:cs typeface="IBM Plex Sans" pitchFamily="34" charset="-120"/>
                        </a:rPr>
                        <a:t>89 %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algn="r" indent="0" marL="0">
                        <a:lnSpc>
                          <a:spcPts val="1750"/>
                        </a:lnSpc>
                        <a:buNone/>
                      </a:pPr>
                      <a:r>
                        <a:rPr lang="en-US" sz="1250" dirty="0">
                          <a:solidFill>
                            <a:srgbClr val="4A5D52"/>
                          </a:solidFill>
                          <a:latin typeface="IBM Plex Sans" pitchFamily="34" charset="0"/>
                          <a:ea typeface="IBM Plex Sans" pitchFamily="34" charset="-122"/>
                          <a:cs typeface="IBM Plex Sans" pitchFamily="34" charset="-120"/>
                        </a:rPr>
                        <a:t>92 %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algn="r" indent="0" marL="0">
                        <a:lnSpc>
                          <a:spcPts val="1750"/>
                        </a:lnSpc>
                        <a:buNone/>
                      </a:pPr>
                      <a:r>
                        <a:rPr lang="en-US" sz="1250" dirty="0">
                          <a:solidFill>
                            <a:srgbClr val="0B5638"/>
                          </a:solidFill>
                          <a:latin typeface="IBM Plex Sans" pitchFamily="34" charset="0"/>
                          <a:ea typeface="IBM Plex Sans" pitchFamily="34" charset="-122"/>
                          <a:cs typeface="IBM Plex Sans" pitchFamily="34" charset="-120"/>
                        </a:rPr>
                        <a:t>88 %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algn="r" indent="0" marL="0">
                        <a:lnSpc>
                          <a:spcPts val="1750"/>
                        </a:lnSpc>
                        <a:buNone/>
                      </a:pPr>
                      <a:r>
                        <a:rPr lang="en-US" sz="1250" dirty="0">
                          <a:solidFill>
                            <a:srgbClr val="0B5638"/>
                          </a:solidFill>
                          <a:latin typeface="IBM Plex Sans" pitchFamily="34" charset="0"/>
                          <a:ea typeface="IBM Plex Sans" pitchFamily="34" charset="-122"/>
                          <a:cs typeface="IBM Plex Sans" pitchFamily="34" charset="-120"/>
                        </a:rPr>
                        <a:t>90 %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algn="ctr" indent="0" marL="0">
                        <a:lnSpc>
                          <a:spcPts val="1750"/>
                        </a:lnSpc>
                        <a:buNone/>
                      </a:pPr>
                      <a:r>
                        <a:rPr lang="en-US" sz="1250" dirty="0">
                          <a:solidFill>
                            <a:srgbClr val="4A5D52"/>
                          </a:solidFill>
                          <a:latin typeface="IBM Plex Sans" pitchFamily="34" charset="0"/>
                          <a:ea typeface="IBM Plex Sans" pitchFamily="34" charset="-122"/>
                          <a:cs typeface="IBM Plex Sans" pitchFamily="34" charset="-120"/>
                        </a:rPr>
                        <a:t>Igual · 90 → 89 %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r>
              <a:tr h="346075">
                <a:tc>
                  <a:txBody>
                    <a:bodyPr/>
                    <a:lstStyle/>
                    <a:p>
                      <a:pPr indent="0" marL="0">
                        <a:lnSpc>
                          <a:spcPts val="1750"/>
                        </a:lnSpc>
                        <a:buNone/>
                      </a:pPr>
                      <a:r>
                        <a:rPr lang="en-US" sz="1250" dirty="0">
                          <a:solidFill>
                            <a:srgbClr val="14281E"/>
                          </a:solidFill>
                          <a:latin typeface="IBM Plex Sans" pitchFamily="34" charset="0"/>
                          <a:ea typeface="IBM Plex Sans" pitchFamily="34" charset="-122"/>
                          <a:cs typeface="IBM Plex Sans" pitchFamily="34" charset="-120"/>
                        </a:rPr>
                        <a:t>Calada</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6C3"/>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50"/>
                        </a:lnSpc>
                        <a:buNone/>
                      </a:pPr>
                      <a:r>
                        <a:rPr lang="en-US" sz="1250" dirty="0">
                          <a:solidFill>
                            <a:srgbClr val="4A5D52"/>
                          </a:solidFill>
                          <a:latin typeface="IBM Plex Sans" pitchFamily="34" charset="0"/>
                          <a:ea typeface="IBM Plex Sans" pitchFamily="34" charset="-122"/>
                          <a:cs typeface="IBM Plex Sans" pitchFamily="34" charset="-120"/>
                        </a:rPr>
                        <a:t>81 %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50"/>
                        </a:lnSpc>
                        <a:buNone/>
                      </a:pPr>
                      <a:r>
                        <a:rPr lang="en-US" sz="1250" dirty="0">
                          <a:solidFill>
                            <a:srgbClr val="4A5D52"/>
                          </a:solidFill>
                          <a:latin typeface="IBM Plex Sans" pitchFamily="34" charset="0"/>
                          <a:ea typeface="IBM Plex Sans" pitchFamily="34" charset="-122"/>
                          <a:cs typeface="IBM Plex Sans" pitchFamily="34" charset="-120"/>
                        </a:rPr>
                        <a:t>82 %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50"/>
                        </a:lnSpc>
                        <a:buNone/>
                      </a:pPr>
                      <a:r>
                        <a:rPr lang="en-US" sz="1250" dirty="0">
                          <a:solidFill>
                            <a:srgbClr val="0B5638"/>
                          </a:solidFill>
                          <a:latin typeface="IBM Plex Sans" pitchFamily="34" charset="0"/>
                          <a:ea typeface="IBM Plex Sans" pitchFamily="34" charset="-122"/>
                          <a:cs typeface="IBM Plex Sans" pitchFamily="34" charset="-120"/>
                        </a:rPr>
                        <a:t>94 %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50"/>
                        </a:lnSpc>
                        <a:buNone/>
                      </a:pPr>
                      <a:r>
                        <a:rPr lang="en-US" sz="1250" dirty="0">
                          <a:solidFill>
                            <a:srgbClr val="8A5A00"/>
                          </a:solidFill>
                          <a:latin typeface="IBM Plex Sans" pitchFamily="34" charset="0"/>
                          <a:ea typeface="IBM Plex Sans" pitchFamily="34" charset="-122"/>
                          <a:cs typeface="IBM Plex Sans" pitchFamily="34" charset="-120"/>
                        </a:rPr>
                        <a:t>80 %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ctr" indent="0" marL="0">
                        <a:lnSpc>
                          <a:spcPts val="1750"/>
                        </a:lnSpc>
                        <a:buNone/>
                      </a:pPr>
                      <a:r>
                        <a:rPr lang="en-US" sz="1250" dirty="0">
                          <a:solidFill>
                            <a:srgbClr val="0B5638"/>
                          </a:solidFill>
                          <a:latin typeface="IBM Plex Sans" pitchFamily="34" charset="0"/>
                          <a:ea typeface="IBM Plex Sans" pitchFamily="34" charset="-122"/>
                          <a:cs typeface="IBM Plex Sans" pitchFamily="34" charset="-120"/>
                        </a:rPr>
                        <a:t>Mejoró · 81 → 87 %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r>
              <a:tr h="346075">
                <a:tc>
                  <a:txBody>
                    <a:bodyPr/>
                    <a:lstStyle/>
                    <a:p>
                      <a:pPr indent="0" marL="0">
                        <a:lnSpc>
                          <a:spcPts val="1750"/>
                        </a:lnSpc>
                        <a:buNone/>
                      </a:pPr>
                      <a:r>
                        <a:rPr lang="en-US" sz="1250" dirty="0">
                          <a:solidFill>
                            <a:srgbClr val="14281E"/>
                          </a:solidFill>
                          <a:latin typeface="IBM Plex Sans" pitchFamily="34" charset="0"/>
                          <a:ea typeface="IBM Plex Sans" pitchFamily="34" charset="-122"/>
                          <a:cs typeface="IBM Plex Sans" pitchFamily="34" charset="-120"/>
                        </a:rPr>
                        <a:t>Balanza ingreso (B1)</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6C3"/>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algn="r" indent="0" marL="0">
                        <a:lnSpc>
                          <a:spcPts val="1750"/>
                        </a:lnSpc>
                        <a:buNone/>
                      </a:pPr>
                      <a:r>
                        <a:rPr lang="en-US" sz="1250" dirty="0">
                          <a:solidFill>
                            <a:srgbClr val="4A5D52"/>
                          </a:solidFill>
                          <a:latin typeface="IBM Plex Sans" pitchFamily="34" charset="0"/>
                          <a:ea typeface="IBM Plex Sans" pitchFamily="34" charset="-122"/>
                          <a:cs typeface="IBM Plex Sans" pitchFamily="34" charset="-120"/>
                        </a:rPr>
                        <a:t>39 %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algn="r" indent="0" marL="0">
                        <a:lnSpc>
                          <a:spcPts val="1750"/>
                        </a:lnSpc>
                        <a:buNone/>
                      </a:pPr>
                      <a:r>
                        <a:rPr lang="en-US" sz="1250" dirty="0">
                          <a:solidFill>
                            <a:srgbClr val="4A5D52"/>
                          </a:solidFill>
                          <a:latin typeface="IBM Plex Sans" pitchFamily="34" charset="0"/>
                          <a:ea typeface="IBM Plex Sans" pitchFamily="34" charset="-122"/>
                          <a:cs typeface="IBM Plex Sans" pitchFamily="34" charset="-120"/>
                        </a:rPr>
                        <a:t>17 %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algn="r" indent="0" marL="0">
                        <a:lnSpc>
                          <a:spcPts val="1750"/>
                        </a:lnSpc>
                        <a:buNone/>
                      </a:pPr>
                      <a:r>
                        <a:rPr lang="en-US" sz="1250" dirty="0">
                          <a:solidFill>
                            <a:srgbClr val="B3261E"/>
                          </a:solidFill>
                          <a:latin typeface="IBM Plex Sans" pitchFamily="34" charset="0"/>
                          <a:ea typeface="IBM Plex Sans" pitchFamily="34" charset="-122"/>
                          <a:cs typeface="IBM Plex Sans" pitchFamily="34" charset="-120"/>
                        </a:rPr>
                        <a:t>34 %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algn="r" indent="0" marL="0">
                        <a:lnSpc>
                          <a:spcPts val="1750"/>
                        </a:lnSpc>
                        <a:buNone/>
                      </a:pPr>
                      <a:r>
                        <a:rPr lang="en-US" sz="1250" dirty="0">
                          <a:solidFill>
                            <a:srgbClr val="B3261E"/>
                          </a:solidFill>
                          <a:latin typeface="IBM Plex Sans" pitchFamily="34" charset="0"/>
                          <a:ea typeface="IBM Plex Sans" pitchFamily="34" charset="-122"/>
                          <a:cs typeface="IBM Plex Sans" pitchFamily="34" charset="-120"/>
                        </a:rPr>
                        <a:t>19 %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algn="ctr" indent="0" marL="0">
                        <a:lnSpc>
                          <a:spcPts val="1750"/>
                        </a:lnSpc>
                        <a:buNone/>
                      </a:pPr>
                      <a:r>
                        <a:rPr lang="en-US" sz="1250" dirty="0">
                          <a:solidFill>
                            <a:srgbClr val="4A5D52"/>
                          </a:solidFill>
                          <a:latin typeface="IBM Plex Sans" pitchFamily="34" charset="0"/>
                          <a:ea typeface="IBM Plex Sans" pitchFamily="34" charset="-122"/>
                          <a:cs typeface="IBM Plex Sans" pitchFamily="34" charset="-120"/>
                        </a:rPr>
                        <a:t>Igual · 29 → 28 %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r>
              <a:tr h="346075">
                <a:tc>
                  <a:txBody>
                    <a:bodyPr/>
                    <a:lstStyle/>
                    <a:p>
                      <a:pPr indent="0" marL="0">
                        <a:lnSpc>
                          <a:spcPts val="1750"/>
                        </a:lnSpc>
                        <a:buNone/>
                      </a:pPr>
                      <a:r>
                        <a:rPr lang="en-US" sz="1250" dirty="0">
                          <a:solidFill>
                            <a:srgbClr val="14281E"/>
                          </a:solidFill>
                          <a:latin typeface="IBM Plex Sans" pitchFamily="34" charset="0"/>
                          <a:ea typeface="IBM Plex Sans" pitchFamily="34" charset="-122"/>
                          <a:cs typeface="IBM Plex Sans" pitchFamily="34" charset="-120"/>
                        </a:rPr>
                        <a:t>Playa 3</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6C3"/>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50"/>
                        </a:lnSpc>
                        <a:buNone/>
                      </a:pPr>
                      <a:r>
                        <a:rPr lang="en-US" sz="1250" dirty="0">
                          <a:solidFill>
                            <a:srgbClr val="4A5D52"/>
                          </a:solidFill>
                          <a:latin typeface="IBM Plex Sans" pitchFamily="34" charset="0"/>
                          <a:ea typeface="IBM Plex Sans" pitchFamily="34" charset="-122"/>
                          <a:cs typeface="IBM Plex Sans" pitchFamily="34" charset="-120"/>
                        </a:rPr>
                        <a:t>88 %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50"/>
                        </a:lnSpc>
                        <a:buNone/>
                      </a:pPr>
                      <a:r>
                        <a:rPr lang="en-US" sz="1250" dirty="0">
                          <a:solidFill>
                            <a:srgbClr val="4A5D52"/>
                          </a:solidFill>
                          <a:latin typeface="IBM Plex Sans" pitchFamily="34" charset="0"/>
                          <a:ea typeface="IBM Plex Sans" pitchFamily="34" charset="-122"/>
                          <a:cs typeface="IBM Plex Sans" pitchFamily="34" charset="-120"/>
                        </a:rPr>
                        <a:t>49 %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50"/>
                        </a:lnSpc>
                        <a:buNone/>
                      </a:pPr>
                      <a:r>
                        <a:rPr lang="en-US" sz="1250" dirty="0">
                          <a:solidFill>
                            <a:srgbClr val="0B5638"/>
                          </a:solidFill>
                          <a:latin typeface="IBM Plex Sans" pitchFamily="34" charset="0"/>
                          <a:ea typeface="IBM Plex Sans" pitchFamily="34" charset="-122"/>
                          <a:cs typeface="IBM Plex Sans" pitchFamily="34" charset="-120"/>
                        </a:rPr>
                        <a:t>89 %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50"/>
                        </a:lnSpc>
                        <a:buNone/>
                      </a:pPr>
                      <a:r>
                        <a:rPr lang="en-US" sz="1250" dirty="0">
                          <a:solidFill>
                            <a:srgbClr val="B3261E"/>
                          </a:solidFill>
                          <a:latin typeface="IBM Plex Sans" pitchFamily="34" charset="0"/>
                          <a:ea typeface="IBM Plex Sans" pitchFamily="34" charset="-122"/>
                          <a:cs typeface="IBM Plex Sans" pitchFamily="34" charset="-120"/>
                        </a:rPr>
                        <a:t>62 %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ctr" indent="0" marL="0">
                        <a:lnSpc>
                          <a:spcPts val="1750"/>
                        </a:lnSpc>
                        <a:buNone/>
                      </a:pPr>
                      <a:r>
                        <a:rPr lang="en-US" sz="1250" dirty="0">
                          <a:solidFill>
                            <a:srgbClr val="0B5638"/>
                          </a:solidFill>
                          <a:latin typeface="IBM Plex Sans" pitchFamily="34" charset="0"/>
                          <a:ea typeface="IBM Plex Sans" pitchFamily="34" charset="-122"/>
                          <a:cs typeface="IBM Plex Sans" pitchFamily="34" charset="-120"/>
                        </a:rPr>
                        <a:t>Mejoró · 69 → 76 %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r>
              <a:tr h="346075">
                <a:tc>
                  <a:txBody>
                    <a:bodyPr/>
                    <a:lstStyle/>
                    <a:p>
                      <a:pPr indent="0" marL="0">
                        <a:lnSpc>
                          <a:spcPts val="1750"/>
                        </a:lnSpc>
                        <a:buNone/>
                      </a:pPr>
                      <a:r>
                        <a:rPr lang="en-US" sz="1250" dirty="0">
                          <a:solidFill>
                            <a:srgbClr val="14281E"/>
                          </a:solidFill>
                          <a:latin typeface="IBM Plex Sans" pitchFamily="34" charset="0"/>
                          <a:ea typeface="IBM Plex Sans" pitchFamily="34" charset="-122"/>
                          <a:cs typeface="IBM Plex Sans" pitchFamily="34" charset="-120"/>
                        </a:rPr>
                        <a:t>Volcable 2</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6C3"/>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50"/>
                        </a:lnSpc>
                        <a:buNone/>
                      </a:pPr>
                      <a:r>
                        <a:rPr lang="en-US" sz="1250" dirty="0">
                          <a:solidFill>
                            <a:srgbClr val="4A5D52"/>
                          </a:solidFill>
                          <a:latin typeface="IBM Plex Sans" pitchFamily="34" charset="0"/>
                          <a:ea typeface="IBM Plex Sans" pitchFamily="34" charset="-122"/>
                          <a:cs typeface="IBM Plex Sans" pitchFamily="34" charset="-120"/>
                        </a:rPr>
                        <a:t>50 %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50"/>
                        </a:lnSpc>
                        <a:buNone/>
                      </a:pPr>
                      <a:r>
                        <a:rPr lang="en-US" sz="1250" dirty="0">
                          <a:solidFill>
                            <a:srgbClr val="4A5D52"/>
                          </a:solidFill>
                          <a:latin typeface="IBM Plex Sans" pitchFamily="34" charset="0"/>
                          <a:ea typeface="IBM Plex Sans" pitchFamily="34" charset="-122"/>
                          <a:cs typeface="IBM Plex Sans" pitchFamily="34" charset="-120"/>
                        </a:rPr>
                        <a:t>44 %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50"/>
                        </a:lnSpc>
                        <a:buNone/>
                      </a:pPr>
                      <a:r>
                        <a:rPr lang="en-US" sz="1250" dirty="0">
                          <a:solidFill>
                            <a:srgbClr val="B3261E"/>
                          </a:solidFill>
                          <a:latin typeface="IBM Plex Sans" pitchFamily="34" charset="0"/>
                          <a:ea typeface="IBM Plex Sans" pitchFamily="34" charset="-122"/>
                          <a:cs typeface="IBM Plex Sans" pitchFamily="34" charset="-120"/>
                        </a:rPr>
                        <a:t>56 %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50"/>
                        </a:lnSpc>
                        <a:buNone/>
                      </a:pPr>
                      <a:r>
                        <a:rPr lang="en-US" sz="1250" dirty="0">
                          <a:solidFill>
                            <a:srgbClr val="B3261E"/>
                          </a:solidFill>
                          <a:latin typeface="IBM Plex Sans" pitchFamily="34" charset="0"/>
                          <a:ea typeface="IBM Plex Sans" pitchFamily="34" charset="-122"/>
                          <a:cs typeface="IBM Plex Sans" pitchFamily="34" charset="-120"/>
                        </a:rPr>
                        <a:t>61 %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ctr" indent="0" marL="0">
                        <a:lnSpc>
                          <a:spcPts val="1750"/>
                        </a:lnSpc>
                        <a:buNone/>
                      </a:pPr>
                      <a:r>
                        <a:rPr lang="en-US" sz="1250" dirty="0">
                          <a:solidFill>
                            <a:srgbClr val="0B5638"/>
                          </a:solidFill>
                          <a:latin typeface="IBM Plex Sans" pitchFamily="34" charset="0"/>
                          <a:ea typeface="IBM Plex Sans" pitchFamily="34" charset="-122"/>
                          <a:cs typeface="IBM Plex Sans" pitchFamily="34" charset="-120"/>
                        </a:rPr>
                        <a:t>Mejoró · 47 → 59 %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r>
              <a:tr h="346075">
                <a:tc>
                  <a:txBody>
                    <a:bodyPr/>
                    <a:lstStyle/>
                    <a:p>
                      <a:pPr indent="0" marL="0">
                        <a:lnSpc>
                          <a:spcPts val="1750"/>
                        </a:lnSpc>
                        <a:buNone/>
                      </a:pPr>
                      <a:r>
                        <a:rPr lang="en-US" sz="1250" dirty="0">
                          <a:solidFill>
                            <a:srgbClr val="14281E"/>
                          </a:solidFill>
                          <a:latin typeface="IBM Plex Sans" pitchFamily="34" charset="0"/>
                          <a:ea typeface="IBM Plex Sans" pitchFamily="34" charset="-122"/>
                          <a:cs typeface="IBM Plex Sans" pitchFamily="34" charset="-120"/>
                        </a:rPr>
                        <a:t>Balanza egreso (B2)</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6C3"/>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50"/>
                        </a:lnSpc>
                        <a:buNone/>
                      </a:pPr>
                      <a:r>
                        <a:rPr lang="en-US" sz="1250" dirty="0">
                          <a:solidFill>
                            <a:srgbClr val="4A5D52"/>
                          </a:solidFill>
                          <a:latin typeface="IBM Plex Sans" pitchFamily="34" charset="0"/>
                          <a:ea typeface="IBM Plex Sans" pitchFamily="34" charset="-122"/>
                          <a:cs typeface="IBM Plex Sans" pitchFamily="34" charset="-120"/>
                        </a:rPr>
                        <a:t>58 %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50"/>
                        </a:lnSpc>
                        <a:buNone/>
                      </a:pPr>
                      <a:r>
                        <a:rPr lang="en-US" sz="1250" dirty="0">
                          <a:solidFill>
                            <a:srgbClr val="4A5D52"/>
                          </a:solidFill>
                          <a:latin typeface="IBM Plex Sans" pitchFamily="34" charset="0"/>
                          <a:ea typeface="IBM Plex Sans" pitchFamily="34" charset="-122"/>
                          <a:cs typeface="IBM Plex Sans" pitchFamily="34" charset="-120"/>
                        </a:rPr>
                        <a:t>81 %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50"/>
                        </a:lnSpc>
                        <a:buNone/>
                      </a:pPr>
                      <a:r>
                        <a:rPr lang="en-US" sz="1250" dirty="0">
                          <a:solidFill>
                            <a:srgbClr val="8A5A00"/>
                          </a:solidFill>
                          <a:latin typeface="IBM Plex Sans" pitchFamily="34" charset="0"/>
                          <a:ea typeface="IBM Plex Sans" pitchFamily="34" charset="-122"/>
                          <a:cs typeface="IBM Plex Sans" pitchFamily="34" charset="-120"/>
                        </a:rPr>
                        <a:t>77 %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50"/>
                        </a:lnSpc>
                        <a:buNone/>
                      </a:pPr>
                      <a:r>
                        <a:rPr lang="en-US" sz="1250" dirty="0">
                          <a:solidFill>
                            <a:srgbClr val="8A5A00"/>
                          </a:solidFill>
                          <a:latin typeface="IBM Plex Sans" pitchFamily="34" charset="0"/>
                          <a:ea typeface="IBM Plex Sans" pitchFamily="34" charset="-122"/>
                          <a:cs typeface="IBM Plex Sans" pitchFamily="34" charset="-120"/>
                        </a:rPr>
                        <a:t>70 %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ctr" indent="0" marL="0">
                        <a:lnSpc>
                          <a:spcPts val="1750"/>
                        </a:lnSpc>
                        <a:buNone/>
                      </a:pPr>
                      <a:r>
                        <a:rPr lang="en-US" sz="1250" dirty="0">
                          <a:solidFill>
                            <a:srgbClr val="0B5638"/>
                          </a:solidFill>
                          <a:latin typeface="IBM Plex Sans" pitchFamily="34" charset="0"/>
                          <a:ea typeface="IBM Plex Sans" pitchFamily="34" charset="-122"/>
                          <a:cs typeface="IBM Plex Sans" pitchFamily="34" charset="-120"/>
                        </a:rPr>
                        <a:t>Mejoró · 69 → 74 %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r>
              <a:tr h="346075">
                <a:tc>
                  <a:txBody>
                    <a:bodyPr/>
                    <a:lstStyle/>
                    <a:p>
                      <a:pPr indent="0" marL="0">
                        <a:lnSpc>
                          <a:spcPts val="1750"/>
                        </a:lnSpc>
                        <a:buNone/>
                      </a:pPr>
                      <a:r>
                        <a:rPr lang="en-US" sz="1250" dirty="0">
                          <a:solidFill>
                            <a:srgbClr val="14281E"/>
                          </a:solidFill>
                          <a:latin typeface="IBM Plex Sans" pitchFamily="34" charset="0"/>
                          <a:ea typeface="IBM Plex Sans" pitchFamily="34" charset="-122"/>
                          <a:cs typeface="IBM Plex Sans" pitchFamily="34" charset="-120"/>
                        </a:rPr>
                        <a:t>Salida</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6C3"/>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50"/>
                        </a:lnSpc>
                        <a:buNone/>
                      </a:pPr>
                      <a:r>
                        <a:rPr lang="en-US" sz="1250" dirty="0">
                          <a:solidFill>
                            <a:srgbClr val="4A5D52"/>
                          </a:solidFill>
                          <a:latin typeface="IBM Plex Sans" pitchFamily="34" charset="0"/>
                          <a:ea typeface="IBM Plex Sans" pitchFamily="34" charset="-122"/>
                          <a:cs typeface="IBM Plex Sans" pitchFamily="34" charset="-120"/>
                        </a:rPr>
                        <a:t>91 %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50"/>
                        </a:lnSpc>
                        <a:buNone/>
                      </a:pPr>
                      <a:r>
                        <a:rPr lang="en-US" sz="1250" dirty="0">
                          <a:solidFill>
                            <a:srgbClr val="4A5D52"/>
                          </a:solidFill>
                          <a:latin typeface="IBM Plex Sans" pitchFamily="34" charset="0"/>
                          <a:ea typeface="IBM Plex Sans" pitchFamily="34" charset="-122"/>
                          <a:cs typeface="IBM Plex Sans" pitchFamily="34" charset="-120"/>
                        </a:rPr>
                        <a:t>71 %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50"/>
                        </a:lnSpc>
                        <a:buNone/>
                      </a:pPr>
                      <a:r>
                        <a:rPr lang="en-US" sz="1250" dirty="0">
                          <a:solidFill>
                            <a:srgbClr val="0B5638"/>
                          </a:solidFill>
                          <a:latin typeface="IBM Plex Sans" pitchFamily="34" charset="0"/>
                          <a:ea typeface="IBM Plex Sans" pitchFamily="34" charset="-122"/>
                          <a:cs typeface="IBM Plex Sans" pitchFamily="34" charset="-120"/>
                        </a:rPr>
                        <a:t>97 %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50"/>
                        </a:lnSpc>
                        <a:buNone/>
                      </a:pPr>
                      <a:r>
                        <a:rPr lang="en-US" sz="1250" dirty="0">
                          <a:solidFill>
                            <a:srgbClr val="0B5638"/>
                          </a:solidFill>
                          <a:latin typeface="IBM Plex Sans" pitchFamily="34" charset="0"/>
                          <a:ea typeface="IBM Plex Sans" pitchFamily="34" charset="-122"/>
                          <a:cs typeface="IBM Plex Sans" pitchFamily="34" charset="-120"/>
                        </a:rPr>
                        <a:t>83 %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ctr" indent="0" marL="0">
                        <a:lnSpc>
                          <a:spcPts val="1750"/>
                        </a:lnSpc>
                        <a:buNone/>
                      </a:pPr>
                      <a:r>
                        <a:rPr lang="en-US" sz="1250" dirty="0">
                          <a:solidFill>
                            <a:srgbClr val="0B5638"/>
                          </a:solidFill>
                          <a:latin typeface="IBM Plex Sans" pitchFamily="34" charset="0"/>
                          <a:ea typeface="IBM Plex Sans" pitchFamily="34" charset="-122"/>
                          <a:cs typeface="IBM Plex Sans" pitchFamily="34" charset="-120"/>
                        </a:rPr>
                        <a:t>Mejoró · 79 → 90 %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r>
            </a:tbl>
          </a:graphicData>
        </a:graphic>
      </p:graphicFrame>
      <p:pic>
        <p:nvPicPr>
          <p:cNvPr id="10" name="Image 0" descr="Nueva Vicentin Argentina">    </p:cNvPr>
          <p:cNvPicPr>
            <a:picLocks noChangeAspect="1"/>
          </p:cNvPicPr>
          <p:nvPr/>
        </p:nvPicPr>
        <p:blipFill>
          <a:blip r:embed="rId1"/>
          <a:srcRect l="-167" r="-167" t="0" b="0"/>
          <a:stretch/>
        </p:blipFill>
        <p:spPr>
          <a:xfrm>
            <a:off x="812800" y="6197600"/>
            <a:ext cx="571500" cy="304800"/>
          </a:xfrm>
          <a:prstGeom prst="rect">
            <a:avLst/>
          </a:prstGeom>
        </p:spPr>
      </p:pic>
      <p:pic>
        <p:nvPicPr>
          <p:cNvPr id="11" name="Image 1" descr="Bimtrazer">    </p:cNvPr>
          <p:cNvPicPr>
            <a:picLocks noChangeAspect="1"/>
          </p:cNvPicPr>
          <p:nvPr/>
        </p:nvPicPr>
        <p:blipFill>
          <a:blip r:embed="rId2"/>
          <a:srcRect l="0" r="0" t="-63" b="-63"/>
          <a:stretch/>
        </p:blipFill>
        <p:spPr>
          <a:xfrm>
            <a:off x="10731500" y="6197600"/>
            <a:ext cx="647700" cy="304800"/>
          </a:xfrm>
          <a:prstGeom prst="rect">
            <a:avLst/>
          </a:prstGeom>
        </p:spPr>
      </p:pic>
      <p:sp>
        <p:nvSpPr>
          <p:cNvPr id="12" name="Text 7"/>
          <p:cNvSpPr/>
          <p:nvPr/>
        </p:nvSpPr>
        <p:spPr>
          <a:xfrm>
            <a:off x="1517650" y="6235700"/>
            <a:ext cx="91567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Fila verde = mejoró · blanca = igual (±3 puntos) · roja = empeoró · cambio sobre el total del nodo · 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8F4"/>
        </a:solidFill>
      </p:bgPr>
    </p:bg>
    <p:spTree>
      <p:nvGrpSpPr>
        <p:cNvPr id="1" name=""/>
        <p:cNvGrpSpPr/>
        <p:nvPr/>
      </p:nvGrpSpPr>
      <p:grpSpPr>
        <a:xfrm>
          <a:off x="0" y="0"/>
          <a:ext cx="0" cy="0"/>
          <a:chOff x="0" y="0"/>
          <a:chExt cx="0" cy="0"/>
        </a:xfrm>
      </p:grpSpPr>
      <p:sp>
        <p:nvSpPr>
          <p:cNvPr id="2" name="Text 0"/>
          <p:cNvSpPr/>
          <p:nvPr/>
        </p:nvSpPr>
        <p:spPr>
          <a:xfrm>
            <a:off x="812800" y="702965"/>
            <a:ext cx="2219325" cy="289520"/>
          </a:xfrm>
          <a:custGeom>
            <a:avLst/>
            <a:gdLst/>
            <a:ahLst/>
            <a:cxnLst/>
            <a:rect l="l" t="t" r="r" b="b"/>
            <a:pathLst>
              <a:path w="2219325" h="289520">
                <a:moveTo>
                  <a:pt x="144760" y="0"/>
                </a:moveTo>
                <a:lnTo>
                  <a:pt x="2074565" y="0"/>
                </a:lnTo>
                <a:arcTo hR="144760" wR="144760" stAng="16200000" swAng="5400000"/>
                <a:lnTo>
                  <a:pt x="2219325" y="144760"/>
                </a:lnTo>
                <a:arcTo hR="144760" wR="144760" stAng="0" swAng="5400000"/>
                <a:lnTo>
                  <a:pt x="144760" y="289520"/>
                </a:lnTo>
                <a:arcTo hR="144760" wR="144760" stAng="5400000" swAng="5400000"/>
                <a:lnTo>
                  <a:pt x="0" y="144760"/>
                </a:lnTo>
                <a:arcTo hR="144760" wR="144760" stAng="10800000" swAng="5400000"/>
                <a:close/>
              </a:path>
            </a:pathLst>
          </a:custGeom>
          <a:solidFill>
            <a:srgbClr val="0B5638"/>
          </a:solidFill>
          <a:ln/>
        </p:spPr>
        <p:txBody>
          <a:bodyPr wrap="none" lIns="0" tIns="0" rIns="0" bIns="0" rtlCol="0" anchor="ctr">
            <a:normAutofit/>
          </a:bodyPr>
          <a:lstStyle/>
          <a:p>
            <a:pPr algn="ctr" indent="0" marL="0">
              <a:lnSpc>
                <a:spcPts val="1680"/>
              </a:lnSpc>
              <a:buNone/>
            </a:pPr>
            <a:r>
              <a:rPr lang="en-US" sz="1200" b="1" spc="100" kern="0" dirty="0">
                <a:solidFill>
                  <a:srgbClr val="F1F6F2"/>
                </a:solidFill>
                <a:latin typeface="IBM Plex Sans" pitchFamily="34" charset="0"/>
                <a:ea typeface="IBM Plex Sans" pitchFamily="34" charset="-122"/>
                <a:cs typeface="IBM Plex Sans" pitchFamily="34" charset="-120"/>
              </a:rPr>
              <a:t>DÍA A DÍA · RICARDONE</a:t>
            </a:r>
            <a:endParaRPr lang="en-US" sz="1200" dirty="0"/>
          </a:p>
        </p:txBody>
      </p:sp>
      <p:sp>
        <p:nvSpPr>
          <p:cNvPr id="3" name="Text 1"/>
          <p:cNvSpPr/>
          <p:nvPr>
            <p:ph type="title"/>
          </p:nvPr>
        </p:nvSpPr>
        <p:spPr>
          <a:xfrm>
            <a:off x="3159125" y="708025"/>
            <a:ext cx="6991826" cy="304800"/>
          </a:xfrm>
          <a:prstGeom prst="rect">
            <a:avLst/>
          </a:prstGeom>
          <a:noFill/>
          <a:ln/>
        </p:spPr>
        <p:txBody>
          <a:bodyPr wrap="square" lIns="0" tIns="0" rIns="0" bIns="0" rtlCol="0" anchor="t">
            <a:normAutofit/>
          </a:bodyPr>
          <a:lstStyle/>
          <a:p>
            <a:pPr algn="l" indent="0" marL="0">
              <a:lnSpc>
                <a:spcPts val="2200"/>
              </a:lnSpc>
              <a:buNone/>
            </a:pPr>
            <a:r>
              <a:rPr lang="en-US" sz="2000" b="1" i="0" dirty="0">
                <a:solidFill>
                  <a:srgbClr val="14281E"/>
                </a:solidFill>
                <a:latin typeface="IBM Plex Sans" pitchFamily="34" charset="0"/>
                <a:ea typeface="IBM Plex Sans" pitchFamily="34" charset="-122"/>
                <a:cs typeface="IBM Plex Sans" pitchFamily="34" charset="-120"/>
              </a:rPr>
              <a:t>% de camiones leídos por nodo · lun 12 al dom 18</a:t>
            </a:r>
            <a:endParaRPr lang="en-US" sz="2000" dirty="0"/>
          </a:p>
        </p:txBody>
      </p:sp>
      <p:sp>
        <p:nvSpPr>
          <p:cNvPr id="4" name="Shape 2"/>
          <p:cNvSpPr/>
          <p:nvPr/>
        </p:nvSpPr>
        <p:spPr>
          <a:xfrm>
            <a:off x="815975" y="1089025"/>
            <a:ext cx="2152650" cy="242590"/>
          </a:xfrm>
          <a:prstGeom prst="rect">
            <a:avLst/>
          </a:prstGeom>
          <a:solidFill>
            <a:srgbClr val="E3ECE5"/>
          </a:solidFill>
          <a:ln w="6350">
            <a:solidFill>
              <a:srgbClr val="B9C6BE"/>
            </a:solidFill>
            <a:prstDash val="solid"/>
          </a:ln>
        </p:spPr>
      </p:sp>
      <p:sp>
        <p:nvSpPr>
          <p:cNvPr id="5" name="Text 3"/>
          <p:cNvSpPr/>
          <p:nvPr/>
        </p:nvSpPr>
        <p:spPr>
          <a:xfrm>
            <a:off x="882650" y="1111250"/>
            <a:ext cx="2079879" cy="22354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Nodo</a:t>
            </a:r>
            <a:endParaRPr lang="en-US" sz="1200" dirty="0"/>
          </a:p>
        </p:txBody>
      </p:sp>
      <p:sp>
        <p:nvSpPr>
          <p:cNvPr id="6" name="Shape 4"/>
          <p:cNvSpPr/>
          <p:nvPr/>
        </p:nvSpPr>
        <p:spPr>
          <a:xfrm>
            <a:off x="2974975" y="1089025"/>
            <a:ext cx="1136650" cy="242590"/>
          </a:xfrm>
          <a:prstGeom prst="rect">
            <a:avLst/>
          </a:prstGeom>
          <a:solidFill>
            <a:srgbClr val="E3ECE5"/>
          </a:solidFill>
          <a:ln w="6350">
            <a:solidFill>
              <a:srgbClr val="B9C6BE"/>
            </a:solidFill>
            <a:prstDash val="solid"/>
          </a:ln>
        </p:spPr>
      </p:sp>
      <p:sp>
        <p:nvSpPr>
          <p:cNvPr id="7" name="Text 5"/>
          <p:cNvSpPr/>
          <p:nvPr/>
        </p:nvSpPr>
        <p:spPr>
          <a:xfrm>
            <a:off x="2952750" y="1111250"/>
            <a:ext cx="1181100" cy="22354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lun 12</a:t>
            </a:r>
            <a:endParaRPr lang="en-US" sz="1200" dirty="0"/>
          </a:p>
        </p:txBody>
      </p:sp>
      <p:sp>
        <p:nvSpPr>
          <p:cNvPr id="8" name="Shape 6"/>
          <p:cNvSpPr/>
          <p:nvPr/>
        </p:nvSpPr>
        <p:spPr>
          <a:xfrm>
            <a:off x="4117975" y="1089025"/>
            <a:ext cx="1136650" cy="242590"/>
          </a:xfrm>
          <a:prstGeom prst="rect">
            <a:avLst/>
          </a:prstGeom>
          <a:solidFill>
            <a:srgbClr val="E3ECE5"/>
          </a:solidFill>
          <a:ln w="6350">
            <a:solidFill>
              <a:srgbClr val="B9C6BE"/>
            </a:solidFill>
            <a:prstDash val="solid"/>
          </a:ln>
        </p:spPr>
      </p:sp>
      <p:sp>
        <p:nvSpPr>
          <p:cNvPr id="9" name="Text 7"/>
          <p:cNvSpPr/>
          <p:nvPr/>
        </p:nvSpPr>
        <p:spPr>
          <a:xfrm>
            <a:off x="4095750" y="1111250"/>
            <a:ext cx="1181100" cy="22354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mar 13</a:t>
            </a:r>
            <a:endParaRPr lang="en-US" sz="1200" dirty="0"/>
          </a:p>
        </p:txBody>
      </p:sp>
      <p:sp>
        <p:nvSpPr>
          <p:cNvPr id="10" name="Shape 8"/>
          <p:cNvSpPr/>
          <p:nvPr/>
        </p:nvSpPr>
        <p:spPr>
          <a:xfrm>
            <a:off x="5260975" y="1089025"/>
            <a:ext cx="1136650" cy="242590"/>
          </a:xfrm>
          <a:prstGeom prst="rect">
            <a:avLst/>
          </a:prstGeom>
          <a:solidFill>
            <a:srgbClr val="E3ECE5"/>
          </a:solidFill>
          <a:ln w="6350">
            <a:solidFill>
              <a:srgbClr val="B9C6BE"/>
            </a:solidFill>
            <a:prstDash val="solid"/>
          </a:ln>
        </p:spPr>
      </p:sp>
      <p:sp>
        <p:nvSpPr>
          <p:cNvPr id="11" name="Text 9"/>
          <p:cNvSpPr/>
          <p:nvPr/>
        </p:nvSpPr>
        <p:spPr>
          <a:xfrm>
            <a:off x="5238750" y="1111250"/>
            <a:ext cx="1181100" cy="22354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mié 14</a:t>
            </a:r>
            <a:endParaRPr lang="en-US" sz="1200" dirty="0"/>
          </a:p>
        </p:txBody>
      </p:sp>
      <p:sp>
        <p:nvSpPr>
          <p:cNvPr id="12" name="Shape 10"/>
          <p:cNvSpPr/>
          <p:nvPr/>
        </p:nvSpPr>
        <p:spPr>
          <a:xfrm>
            <a:off x="6403975" y="1089025"/>
            <a:ext cx="1136650" cy="242590"/>
          </a:xfrm>
          <a:prstGeom prst="rect">
            <a:avLst/>
          </a:prstGeom>
          <a:solidFill>
            <a:srgbClr val="E3ECE5"/>
          </a:solidFill>
          <a:ln w="6350">
            <a:solidFill>
              <a:srgbClr val="B9C6BE"/>
            </a:solidFill>
            <a:prstDash val="solid"/>
          </a:ln>
        </p:spPr>
      </p:sp>
      <p:sp>
        <p:nvSpPr>
          <p:cNvPr id="13" name="Text 11"/>
          <p:cNvSpPr/>
          <p:nvPr/>
        </p:nvSpPr>
        <p:spPr>
          <a:xfrm>
            <a:off x="6381750" y="1111250"/>
            <a:ext cx="1181100" cy="22354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jue 15</a:t>
            </a:r>
            <a:endParaRPr lang="en-US" sz="1200" dirty="0"/>
          </a:p>
        </p:txBody>
      </p:sp>
      <p:sp>
        <p:nvSpPr>
          <p:cNvPr id="14" name="Shape 12"/>
          <p:cNvSpPr/>
          <p:nvPr/>
        </p:nvSpPr>
        <p:spPr>
          <a:xfrm>
            <a:off x="7546975" y="1089025"/>
            <a:ext cx="1136650" cy="242590"/>
          </a:xfrm>
          <a:prstGeom prst="rect">
            <a:avLst/>
          </a:prstGeom>
          <a:solidFill>
            <a:srgbClr val="E3ECE5"/>
          </a:solidFill>
          <a:ln w="6350">
            <a:solidFill>
              <a:srgbClr val="B9C6BE"/>
            </a:solidFill>
            <a:prstDash val="solid"/>
          </a:ln>
        </p:spPr>
      </p:sp>
      <p:sp>
        <p:nvSpPr>
          <p:cNvPr id="15" name="Text 13"/>
          <p:cNvSpPr/>
          <p:nvPr/>
        </p:nvSpPr>
        <p:spPr>
          <a:xfrm>
            <a:off x="7524750" y="1111250"/>
            <a:ext cx="1181100" cy="22354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vie 16</a:t>
            </a:r>
            <a:endParaRPr lang="en-US" sz="1200" dirty="0"/>
          </a:p>
        </p:txBody>
      </p:sp>
      <p:sp>
        <p:nvSpPr>
          <p:cNvPr id="16" name="Shape 14"/>
          <p:cNvSpPr/>
          <p:nvPr/>
        </p:nvSpPr>
        <p:spPr>
          <a:xfrm>
            <a:off x="8689975" y="1089025"/>
            <a:ext cx="1136650" cy="242590"/>
          </a:xfrm>
          <a:prstGeom prst="rect">
            <a:avLst/>
          </a:prstGeom>
          <a:solidFill>
            <a:srgbClr val="E3ECE5"/>
          </a:solidFill>
          <a:ln w="6350">
            <a:solidFill>
              <a:srgbClr val="B9C6BE"/>
            </a:solidFill>
            <a:prstDash val="solid"/>
          </a:ln>
        </p:spPr>
      </p:sp>
      <p:sp>
        <p:nvSpPr>
          <p:cNvPr id="17" name="Text 15"/>
          <p:cNvSpPr/>
          <p:nvPr/>
        </p:nvSpPr>
        <p:spPr>
          <a:xfrm>
            <a:off x="8667750" y="1111250"/>
            <a:ext cx="1181100" cy="22354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sáb 17</a:t>
            </a:r>
            <a:endParaRPr lang="en-US" sz="1200" dirty="0"/>
          </a:p>
        </p:txBody>
      </p:sp>
      <p:sp>
        <p:nvSpPr>
          <p:cNvPr id="18" name="Shape 16"/>
          <p:cNvSpPr/>
          <p:nvPr/>
        </p:nvSpPr>
        <p:spPr>
          <a:xfrm>
            <a:off x="9832975" y="1089025"/>
            <a:ext cx="1136650" cy="242590"/>
          </a:xfrm>
          <a:prstGeom prst="rect">
            <a:avLst/>
          </a:prstGeom>
          <a:solidFill>
            <a:srgbClr val="E3ECE5"/>
          </a:solidFill>
          <a:ln w="6350">
            <a:solidFill>
              <a:srgbClr val="B9C6BE"/>
            </a:solidFill>
            <a:prstDash val="solid"/>
          </a:ln>
        </p:spPr>
      </p:sp>
      <p:sp>
        <p:nvSpPr>
          <p:cNvPr id="19" name="Text 17"/>
          <p:cNvSpPr/>
          <p:nvPr/>
        </p:nvSpPr>
        <p:spPr>
          <a:xfrm>
            <a:off x="9810750" y="1111250"/>
            <a:ext cx="1181100" cy="22354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dom 18</a:t>
            </a:r>
            <a:endParaRPr lang="en-US" sz="1200" dirty="0"/>
          </a:p>
        </p:txBody>
      </p:sp>
      <p:sp>
        <p:nvSpPr>
          <p:cNvPr id="20" name="Shape 18"/>
          <p:cNvSpPr/>
          <p:nvPr/>
        </p:nvSpPr>
        <p:spPr>
          <a:xfrm>
            <a:off x="815975" y="1337965"/>
            <a:ext cx="10153650" cy="255290"/>
          </a:xfrm>
          <a:prstGeom prst="rect">
            <a:avLst/>
          </a:prstGeom>
          <a:solidFill>
            <a:srgbClr val="FFF6DC"/>
          </a:solidFill>
          <a:ln w="6350">
            <a:solidFill>
              <a:srgbClr val="B9C6BE"/>
            </a:solidFill>
            <a:prstDash val="solid"/>
          </a:ln>
        </p:spPr>
      </p:sp>
      <p:sp>
        <p:nvSpPr>
          <p:cNvPr id="21" name="Text 19"/>
          <p:cNvSpPr/>
          <p:nvPr/>
        </p:nvSpPr>
        <p:spPr>
          <a:xfrm>
            <a:off x="895350" y="1366540"/>
            <a:ext cx="10294747" cy="22354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7A5600"/>
                </a:solidFill>
                <a:latin typeface="IBM Plex Sans" pitchFamily="34" charset="0"/>
                <a:ea typeface="IBM Plex Sans" pitchFamily="34" charset="-122"/>
                <a:cs typeface="IBM Plex Sans" pitchFamily="34" charset="-120"/>
              </a:rPr>
              <a:t>De día · 6 a 18 h</a:t>
            </a:r>
            <a:endParaRPr lang="en-US" sz="1200" dirty="0"/>
          </a:p>
        </p:txBody>
      </p:sp>
      <p:sp>
        <p:nvSpPr>
          <p:cNvPr id="22" name="Shape 20"/>
          <p:cNvSpPr/>
          <p:nvPr/>
        </p:nvSpPr>
        <p:spPr>
          <a:xfrm>
            <a:off x="815975" y="1599605"/>
            <a:ext cx="2152650" cy="242590"/>
          </a:xfrm>
          <a:prstGeom prst="rect">
            <a:avLst/>
          </a:prstGeom>
          <a:solidFill>
            <a:srgbClr val="FCFDFB"/>
          </a:solidFill>
          <a:ln w="6350">
            <a:solidFill>
              <a:srgbClr val="B9C6BE"/>
            </a:solidFill>
            <a:prstDash val="solid"/>
          </a:ln>
        </p:spPr>
      </p:sp>
      <p:sp>
        <p:nvSpPr>
          <p:cNvPr id="23" name="Text 21"/>
          <p:cNvSpPr/>
          <p:nvPr/>
        </p:nvSpPr>
        <p:spPr>
          <a:xfrm>
            <a:off x="882650" y="1621830"/>
            <a:ext cx="2079879" cy="2235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Ingreso</a:t>
            </a:r>
            <a:endParaRPr lang="en-US" sz="1200" dirty="0"/>
          </a:p>
        </p:txBody>
      </p:sp>
      <p:sp>
        <p:nvSpPr>
          <p:cNvPr id="24" name="Shape 22"/>
          <p:cNvSpPr/>
          <p:nvPr/>
        </p:nvSpPr>
        <p:spPr>
          <a:xfrm>
            <a:off x="2974975" y="1599605"/>
            <a:ext cx="1136650" cy="242590"/>
          </a:xfrm>
          <a:prstGeom prst="rect">
            <a:avLst/>
          </a:prstGeom>
          <a:solidFill>
            <a:srgbClr val="DCEFE2"/>
          </a:solidFill>
          <a:ln w="6350">
            <a:solidFill>
              <a:srgbClr val="B9C6BE"/>
            </a:solidFill>
            <a:prstDash val="solid"/>
          </a:ln>
        </p:spPr>
      </p:sp>
      <p:sp>
        <p:nvSpPr>
          <p:cNvPr id="25" name="Text 23"/>
          <p:cNvSpPr/>
          <p:nvPr/>
        </p:nvSpPr>
        <p:spPr>
          <a:xfrm>
            <a:off x="2952750" y="1621830"/>
            <a:ext cx="1181100" cy="22354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83</a:t>
            </a:r>
            <a:endParaRPr lang="en-US" sz="1200" dirty="0"/>
          </a:p>
        </p:txBody>
      </p:sp>
      <p:sp>
        <p:nvSpPr>
          <p:cNvPr id="26" name="Shape 24"/>
          <p:cNvSpPr/>
          <p:nvPr/>
        </p:nvSpPr>
        <p:spPr>
          <a:xfrm>
            <a:off x="4117975" y="1599605"/>
            <a:ext cx="1136650" cy="242590"/>
          </a:xfrm>
          <a:prstGeom prst="rect">
            <a:avLst/>
          </a:prstGeom>
          <a:solidFill>
            <a:srgbClr val="DCEFE2"/>
          </a:solidFill>
          <a:ln w="6350">
            <a:solidFill>
              <a:srgbClr val="B9C6BE"/>
            </a:solidFill>
            <a:prstDash val="solid"/>
          </a:ln>
        </p:spPr>
      </p:sp>
      <p:sp>
        <p:nvSpPr>
          <p:cNvPr id="27" name="Text 25"/>
          <p:cNvSpPr/>
          <p:nvPr/>
        </p:nvSpPr>
        <p:spPr>
          <a:xfrm>
            <a:off x="4095750" y="1621830"/>
            <a:ext cx="1181100" cy="22354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80</a:t>
            </a:r>
            <a:endParaRPr lang="en-US" sz="1200" dirty="0"/>
          </a:p>
        </p:txBody>
      </p:sp>
      <p:sp>
        <p:nvSpPr>
          <p:cNvPr id="28" name="Shape 26"/>
          <p:cNvSpPr/>
          <p:nvPr/>
        </p:nvSpPr>
        <p:spPr>
          <a:xfrm>
            <a:off x="5260975" y="1599605"/>
            <a:ext cx="1136650" cy="242590"/>
          </a:xfrm>
          <a:prstGeom prst="rect">
            <a:avLst/>
          </a:prstGeom>
          <a:solidFill>
            <a:srgbClr val="FBF1DC"/>
          </a:solidFill>
          <a:ln w="6350">
            <a:solidFill>
              <a:srgbClr val="B9C6BE"/>
            </a:solidFill>
            <a:prstDash val="solid"/>
          </a:ln>
        </p:spPr>
      </p:sp>
      <p:sp>
        <p:nvSpPr>
          <p:cNvPr id="29" name="Text 27"/>
          <p:cNvSpPr/>
          <p:nvPr/>
        </p:nvSpPr>
        <p:spPr>
          <a:xfrm>
            <a:off x="5238750" y="1621830"/>
            <a:ext cx="1181100" cy="22354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8A5A00"/>
                </a:solidFill>
                <a:latin typeface="IBM Plex Sans" pitchFamily="34" charset="0"/>
                <a:ea typeface="IBM Plex Sans" pitchFamily="34" charset="-122"/>
                <a:cs typeface="IBM Plex Sans" pitchFamily="34" charset="-120"/>
              </a:rPr>
              <a:t>76</a:t>
            </a:r>
            <a:endParaRPr lang="en-US" sz="1200" dirty="0"/>
          </a:p>
        </p:txBody>
      </p:sp>
      <p:sp>
        <p:nvSpPr>
          <p:cNvPr id="30" name="Shape 28"/>
          <p:cNvSpPr/>
          <p:nvPr/>
        </p:nvSpPr>
        <p:spPr>
          <a:xfrm>
            <a:off x="6403975" y="1599605"/>
            <a:ext cx="1136650" cy="242590"/>
          </a:xfrm>
          <a:prstGeom prst="rect">
            <a:avLst/>
          </a:prstGeom>
          <a:solidFill>
            <a:srgbClr val="DCEFE2"/>
          </a:solidFill>
          <a:ln w="6350">
            <a:solidFill>
              <a:srgbClr val="B9C6BE"/>
            </a:solidFill>
            <a:prstDash val="solid"/>
          </a:ln>
        </p:spPr>
      </p:sp>
      <p:sp>
        <p:nvSpPr>
          <p:cNvPr id="31" name="Text 29"/>
          <p:cNvSpPr/>
          <p:nvPr/>
        </p:nvSpPr>
        <p:spPr>
          <a:xfrm>
            <a:off x="6381750" y="1621830"/>
            <a:ext cx="1181100" cy="22354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88</a:t>
            </a:r>
            <a:endParaRPr lang="en-US" sz="1200" dirty="0"/>
          </a:p>
        </p:txBody>
      </p:sp>
      <p:sp>
        <p:nvSpPr>
          <p:cNvPr id="32" name="Shape 30"/>
          <p:cNvSpPr/>
          <p:nvPr/>
        </p:nvSpPr>
        <p:spPr>
          <a:xfrm>
            <a:off x="7546975" y="1599605"/>
            <a:ext cx="1136650" cy="242590"/>
          </a:xfrm>
          <a:prstGeom prst="rect">
            <a:avLst/>
          </a:prstGeom>
          <a:solidFill>
            <a:srgbClr val="DCEFE2"/>
          </a:solidFill>
          <a:ln w="6350">
            <a:solidFill>
              <a:srgbClr val="B9C6BE"/>
            </a:solidFill>
            <a:prstDash val="solid"/>
          </a:ln>
        </p:spPr>
      </p:sp>
      <p:sp>
        <p:nvSpPr>
          <p:cNvPr id="33" name="Text 31"/>
          <p:cNvSpPr/>
          <p:nvPr/>
        </p:nvSpPr>
        <p:spPr>
          <a:xfrm>
            <a:off x="7524750" y="1621830"/>
            <a:ext cx="1181100" cy="22354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83</a:t>
            </a:r>
            <a:endParaRPr lang="en-US" sz="1200" dirty="0"/>
          </a:p>
        </p:txBody>
      </p:sp>
      <p:sp>
        <p:nvSpPr>
          <p:cNvPr id="34" name="Shape 32"/>
          <p:cNvSpPr/>
          <p:nvPr/>
        </p:nvSpPr>
        <p:spPr>
          <a:xfrm>
            <a:off x="8689975" y="1599605"/>
            <a:ext cx="1136650" cy="242590"/>
          </a:xfrm>
          <a:prstGeom prst="rect">
            <a:avLst/>
          </a:prstGeom>
          <a:solidFill>
            <a:srgbClr val="FBF1DC"/>
          </a:solidFill>
          <a:ln w="6350">
            <a:solidFill>
              <a:srgbClr val="B9C6BE"/>
            </a:solidFill>
            <a:prstDash val="solid"/>
          </a:ln>
        </p:spPr>
      </p:sp>
      <p:sp>
        <p:nvSpPr>
          <p:cNvPr id="35" name="Text 33"/>
          <p:cNvSpPr/>
          <p:nvPr/>
        </p:nvSpPr>
        <p:spPr>
          <a:xfrm>
            <a:off x="8667750" y="1621830"/>
            <a:ext cx="1181100" cy="22354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8A5A00"/>
                </a:solidFill>
                <a:latin typeface="IBM Plex Sans" pitchFamily="34" charset="0"/>
                <a:ea typeface="IBM Plex Sans" pitchFamily="34" charset="-122"/>
                <a:cs typeface="IBM Plex Sans" pitchFamily="34" charset="-120"/>
              </a:rPr>
              <a:t>65</a:t>
            </a:r>
            <a:endParaRPr lang="en-US" sz="1200" dirty="0"/>
          </a:p>
        </p:txBody>
      </p:sp>
      <p:sp>
        <p:nvSpPr>
          <p:cNvPr id="36" name="Shape 34"/>
          <p:cNvSpPr/>
          <p:nvPr/>
        </p:nvSpPr>
        <p:spPr>
          <a:xfrm>
            <a:off x="9832975" y="1599605"/>
            <a:ext cx="1136650" cy="242590"/>
          </a:xfrm>
          <a:prstGeom prst="rect">
            <a:avLst/>
          </a:prstGeom>
          <a:solidFill>
            <a:srgbClr val="FBF1DC"/>
          </a:solidFill>
          <a:ln w="6350">
            <a:solidFill>
              <a:srgbClr val="B9C6BE"/>
            </a:solidFill>
            <a:prstDash val="solid"/>
          </a:ln>
        </p:spPr>
      </p:sp>
      <p:sp>
        <p:nvSpPr>
          <p:cNvPr id="37" name="Text 35"/>
          <p:cNvSpPr/>
          <p:nvPr/>
        </p:nvSpPr>
        <p:spPr>
          <a:xfrm>
            <a:off x="9810750" y="1621830"/>
            <a:ext cx="1181100" cy="22354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8A5A00"/>
                </a:solidFill>
                <a:latin typeface="IBM Plex Sans" pitchFamily="34" charset="0"/>
                <a:ea typeface="IBM Plex Sans" pitchFamily="34" charset="-122"/>
                <a:cs typeface="IBM Plex Sans" pitchFamily="34" charset="-120"/>
              </a:rPr>
              <a:t>73</a:t>
            </a:r>
            <a:endParaRPr lang="en-US" sz="1200" dirty="0"/>
          </a:p>
        </p:txBody>
      </p:sp>
      <p:sp>
        <p:nvSpPr>
          <p:cNvPr id="38" name="Shape 36"/>
          <p:cNvSpPr/>
          <p:nvPr/>
        </p:nvSpPr>
        <p:spPr>
          <a:xfrm>
            <a:off x="815975" y="1848545"/>
            <a:ext cx="2152650" cy="242590"/>
          </a:xfrm>
          <a:prstGeom prst="rect">
            <a:avLst/>
          </a:prstGeom>
          <a:solidFill>
            <a:srgbClr val="FCFDFB"/>
          </a:solidFill>
          <a:ln w="6350">
            <a:solidFill>
              <a:srgbClr val="B9C6BE"/>
            </a:solidFill>
            <a:prstDash val="solid"/>
          </a:ln>
        </p:spPr>
      </p:sp>
      <p:sp>
        <p:nvSpPr>
          <p:cNvPr id="39" name="Text 37"/>
          <p:cNvSpPr/>
          <p:nvPr/>
        </p:nvSpPr>
        <p:spPr>
          <a:xfrm>
            <a:off x="882650" y="1870770"/>
            <a:ext cx="2079879" cy="2235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Preingreso</a:t>
            </a:r>
            <a:endParaRPr lang="en-US" sz="1200" dirty="0"/>
          </a:p>
        </p:txBody>
      </p:sp>
      <p:sp>
        <p:nvSpPr>
          <p:cNvPr id="40" name="Shape 38"/>
          <p:cNvSpPr/>
          <p:nvPr/>
        </p:nvSpPr>
        <p:spPr>
          <a:xfrm>
            <a:off x="2974975" y="1848545"/>
            <a:ext cx="1136650" cy="242590"/>
          </a:xfrm>
          <a:prstGeom prst="rect">
            <a:avLst/>
          </a:prstGeom>
          <a:solidFill>
            <a:srgbClr val="FBF1DC"/>
          </a:solidFill>
          <a:ln w="6350">
            <a:solidFill>
              <a:srgbClr val="B9C6BE"/>
            </a:solidFill>
            <a:prstDash val="solid"/>
          </a:ln>
        </p:spPr>
      </p:sp>
      <p:sp>
        <p:nvSpPr>
          <p:cNvPr id="41" name="Text 39"/>
          <p:cNvSpPr/>
          <p:nvPr/>
        </p:nvSpPr>
        <p:spPr>
          <a:xfrm>
            <a:off x="2952750" y="1870770"/>
            <a:ext cx="1181100" cy="22354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8A5A00"/>
                </a:solidFill>
                <a:latin typeface="IBM Plex Sans" pitchFamily="34" charset="0"/>
                <a:ea typeface="IBM Plex Sans" pitchFamily="34" charset="-122"/>
                <a:cs typeface="IBM Plex Sans" pitchFamily="34" charset="-120"/>
              </a:rPr>
              <a:t>67</a:t>
            </a:r>
            <a:endParaRPr lang="en-US" sz="1200" dirty="0"/>
          </a:p>
        </p:txBody>
      </p:sp>
      <p:sp>
        <p:nvSpPr>
          <p:cNvPr id="42" name="Shape 40"/>
          <p:cNvSpPr/>
          <p:nvPr/>
        </p:nvSpPr>
        <p:spPr>
          <a:xfrm>
            <a:off x="4117975" y="1848545"/>
            <a:ext cx="1136650" cy="242590"/>
          </a:xfrm>
          <a:prstGeom prst="rect">
            <a:avLst/>
          </a:prstGeom>
          <a:solidFill>
            <a:srgbClr val="DCEFE2"/>
          </a:solidFill>
          <a:ln w="6350">
            <a:solidFill>
              <a:srgbClr val="B9C6BE"/>
            </a:solidFill>
            <a:prstDash val="solid"/>
          </a:ln>
        </p:spPr>
      </p:sp>
      <p:sp>
        <p:nvSpPr>
          <p:cNvPr id="43" name="Text 41"/>
          <p:cNvSpPr/>
          <p:nvPr/>
        </p:nvSpPr>
        <p:spPr>
          <a:xfrm>
            <a:off x="4095750" y="1870770"/>
            <a:ext cx="1181100" cy="22354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93</a:t>
            </a:r>
            <a:endParaRPr lang="en-US" sz="1200" dirty="0"/>
          </a:p>
        </p:txBody>
      </p:sp>
      <p:sp>
        <p:nvSpPr>
          <p:cNvPr id="44" name="Shape 42"/>
          <p:cNvSpPr/>
          <p:nvPr/>
        </p:nvSpPr>
        <p:spPr>
          <a:xfrm>
            <a:off x="5260975" y="1848545"/>
            <a:ext cx="1136650" cy="242590"/>
          </a:xfrm>
          <a:prstGeom prst="rect">
            <a:avLst/>
          </a:prstGeom>
          <a:solidFill>
            <a:srgbClr val="DCEFE2"/>
          </a:solidFill>
          <a:ln w="6350">
            <a:solidFill>
              <a:srgbClr val="B9C6BE"/>
            </a:solidFill>
            <a:prstDash val="solid"/>
          </a:ln>
        </p:spPr>
      </p:sp>
      <p:sp>
        <p:nvSpPr>
          <p:cNvPr id="45" name="Text 43"/>
          <p:cNvSpPr/>
          <p:nvPr/>
        </p:nvSpPr>
        <p:spPr>
          <a:xfrm>
            <a:off x="5238750" y="1870770"/>
            <a:ext cx="1181100" cy="22354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96</a:t>
            </a:r>
            <a:endParaRPr lang="en-US" sz="1200" dirty="0"/>
          </a:p>
        </p:txBody>
      </p:sp>
      <p:sp>
        <p:nvSpPr>
          <p:cNvPr id="46" name="Shape 44"/>
          <p:cNvSpPr/>
          <p:nvPr/>
        </p:nvSpPr>
        <p:spPr>
          <a:xfrm>
            <a:off x="6403975" y="1848545"/>
            <a:ext cx="1136650" cy="242590"/>
          </a:xfrm>
          <a:prstGeom prst="rect">
            <a:avLst/>
          </a:prstGeom>
          <a:solidFill>
            <a:srgbClr val="FBF1DC"/>
          </a:solidFill>
          <a:ln w="6350">
            <a:solidFill>
              <a:srgbClr val="B9C6BE"/>
            </a:solidFill>
            <a:prstDash val="solid"/>
          </a:ln>
        </p:spPr>
      </p:sp>
      <p:sp>
        <p:nvSpPr>
          <p:cNvPr id="47" name="Text 45"/>
          <p:cNvSpPr/>
          <p:nvPr/>
        </p:nvSpPr>
        <p:spPr>
          <a:xfrm>
            <a:off x="6381750" y="1870770"/>
            <a:ext cx="1181100" cy="22354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8A5A00"/>
                </a:solidFill>
                <a:latin typeface="IBM Plex Sans" pitchFamily="34" charset="0"/>
                <a:ea typeface="IBM Plex Sans" pitchFamily="34" charset="-122"/>
                <a:cs typeface="IBM Plex Sans" pitchFamily="34" charset="-120"/>
              </a:rPr>
              <a:t>79</a:t>
            </a:r>
            <a:endParaRPr lang="en-US" sz="1200" dirty="0"/>
          </a:p>
        </p:txBody>
      </p:sp>
      <p:sp>
        <p:nvSpPr>
          <p:cNvPr id="48" name="Shape 46"/>
          <p:cNvSpPr/>
          <p:nvPr/>
        </p:nvSpPr>
        <p:spPr>
          <a:xfrm>
            <a:off x="7546975" y="1848545"/>
            <a:ext cx="1136650" cy="242590"/>
          </a:xfrm>
          <a:prstGeom prst="rect">
            <a:avLst/>
          </a:prstGeom>
          <a:solidFill>
            <a:srgbClr val="DCEFE2"/>
          </a:solidFill>
          <a:ln w="6350">
            <a:solidFill>
              <a:srgbClr val="B9C6BE"/>
            </a:solidFill>
            <a:prstDash val="solid"/>
          </a:ln>
        </p:spPr>
      </p:sp>
      <p:sp>
        <p:nvSpPr>
          <p:cNvPr id="49" name="Text 47"/>
          <p:cNvSpPr/>
          <p:nvPr/>
        </p:nvSpPr>
        <p:spPr>
          <a:xfrm>
            <a:off x="7524750" y="1870770"/>
            <a:ext cx="1181100" cy="22354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90</a:t>
            </a:r>
            <a:endParaRPr lang="en-US" sz="1200" dirty="0"/>
          </a:p>
        </p:txBody>
      </p:sp>
      <p:sp>
        <p:nvSpPr>
          <p:cNvPr id="50" name="Shape 48"/>
          <p:cNvSpPr/>
          <p:nvPr/>
        </p:nvSpPr>
        <p:spPr>
          <a:xfrm>
            <a:off x="8689975" y="1848545"/>
            <a:ext cx="1136650" cy="242590"/>
          </a:xfrm>
          <a:prstGeom prst="rect">
            <a:avLst/>
          </a:prstGeom>
          <a:solidFill>
            <a:srgbClr val="DCEFE2"/>
          </a:solidFill>
          <a:ln w="6350">
            <a:solidFill>
              <a:srgbClr val="B9C6BE"/>
            </a:solidFill>
            <a:prstDash val="solid"/>
          </a:ln>
        </p:spPr>
      </p:sp>
      <p:sp>
        <p:nvSpPr>
          <p:cNvPr id="51" name="Text 49"/>
          <p:cNvSpPr/>
          <p:nvPr/>
        </p:nvSpPr>
        <p:spPr>
          <a:xfrm>
            <a:off x="8667750" y="1870770"/>
            <a:ext cx="1181100" cy="22354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89</a:t>
            </a:r>
            <a:endParaRPr lang="en-US" sz="1200" dirty="0"/>
          </a:p>
        </p:txBody>
      </p:sp>
      <p:sp>
        <p:nvSpPr>
          <p:cNvPr id="52" name="Shape 50"/>
          <p:cNvSpPr/>
          <p:nvPr/>
        </p:nvSpPr>
        <p:spPr>
          <a:xfrm>
            <a:off x="9832975" y="1848545"/>
            <a:ext cx="1136650" cy="242590"/>
          </a:xfrm>
          <a:prstGeom prst="rect">
            <a:avLst/>
          </a:prstGeom>
          <a:solidFill>
            <a:srgbClr val="DCEFE2"/>
          </a:solidFill>
          <a:ln w="6350">
            <a:solidFill>
              <a:srgbClr val="B9C6BE"/>
            </a:solidFill>
            <a:prstDash val="solid"/>
          </a:ln>
        </p:spPr>
      </p:sp>
      <p:sp>
        <p:nvSpPr>
          <p:cNvPr id="53" name="Text 51"/>
          <p:cNvSpPr/>
          <p:nvPr/>
        </p:nvSpPr>
        <p:spPr>
          <a:xfrm>
            <a:off x="9810750" y="1870770"/>
            <a:ext cx="1181100" cy="22354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86</a:t>
            </a:r>
            <a:endParaRPr lang="en-US" sz="1200" dirty="0"/>
          </a:p>
        </p:txBody>
      </p:sp>
      <p:sp>
        <p:nvSpPr>
          <p:cNvPr id="54" name="Shape 52"/>
          <p:cNvSpPr/>
          <p:nvPr/>
        </p:nvSpPr>
        <p:spPr>
          <a:xfrm>
            <a:off x="815975" y="2097484"/>
            <a:ext cx="2152650" cy="242590"/>
          </a:xfrm>
          <a:prstGeom prst="rect">
            <a:avLst/>
          </a:prstGeom>
          <a:solidFill>
            <a:srgbClr val="FCFDFB"/>
          </a:solidFill>
          <a:ln w="6350">
            <a:solidFill>
              <a:srgbClr val="B9C6BE"/>
            </a:solidFill>
            <a:prstDash val="solid"/>
          </a:ln>
        </p:spPr>
      </p:sp>
      <p:sp>
        <p:nvSpPr>
          <p:cNvPr id="55" name="Text 53"/>
          <p:cNvSpPr/>
          <p:nvPr/>
        </p:nvSpPr>
        <p:spPr>
          <a:xfrm>
            <a:off x="882650" y="2119709"/>
            <a:ext cx="2079879" cy="2235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Calada</a:t>
            </a:r>
            <a:endParaRPr lang="en-US" sz="1200" dirty="0"/>
          </a:p>
        </p:txBody>
      </p:sp>
      <p:sp>
        <p:nvSpPr>
          <p:cNvPr id="56" name="Shape 54"/>
          <p:cNvSpPr/>
          <p:nvPr/>
        </p:nvSpPr>
        <p:spPr>
          <a:xfrm>
            <a:off x="2974975" y="2097484"/>
            <a:ext cx="1136650" cy="242590"/>
          </a:xfrm>
          <a:prstGeom prst="rect">
            <a:avLst/>
          </a:prstGeom>
          <a:solidFill>
            <a:srgbClr val="DCEFE2"/>
          </a:solidFill>
          <a:ln w="6350">
            <a:solidFill>
              <a:srgbClr val="B9C6BE"/>
            </a:solidFill>
            <a:prstDash val="solid"/>
          </a:ln>
        </p:spPr>
      </p:sp>
      <p:sp>
        <p:nvSpPr>
          <p:cNvPr id="57" name="Text 55"/>
          <p:cNvSpPr/>
          <p:nvPr/>
        </p:nvSpPr>
        <p:spPr>
          <a:xfrm>
            <a:off x="2952750" y="2119709"/>
            <a:ext cx="1181100" cy="22354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100</a:t>
            </a:r>
            <a:endParaRPr lang="en-US" sz="1200" dirty="0"/>
          </a:p>
        </p:txBody>
      </p:sp>
      <p:sp>
        <p:nvSpPr>
          <p:cNvPr id="58" name="Shape 56"/>
          <p:cNvSpPr/>
          <p:nvPr/>
        </p:nvSpPr>
        <p:spPr>
          <a:xfrm>
            <a:off x="4117975" y="2097484"/>
            <a:ext cx="1136650" cy="242590"/>
          </a:xfrm>
          <a:prstGeom prst="rect">
            <a:avLst/>
          </a:prstGeom>
          <a:solidFill>
            <a:srgbClr val="DCEFE2"/>
          </a:solidFill>
          <a:ln w="6350">
            <a:solidFill>
              <a:srgbClr val="B9C6BE"/>
            </a:solidFill>
            <a:prstDash val="solid"/>
          </a:ln>
        </p:spPr>
      </p:sp>
      <p:sp>
        <p:nvSpPr>
          <p:cNvPr id="59" name="Text 57"/>
          <p:cNvSpPr/>
          <p:nvPr/>
        </p:nvSpPr>
        <p:spPr>
          <a:xfrm>
            <a:off x="4095750" y="2119709"/>
            <a:ext cx="1181100" cy="22354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98</a:t>
            </a:r>
            <a:endParaRPr lang="en-US" sz="1200" dirty="0"/>
          </a:p>
        </p:txBody>
      </p:sp>
      <p:sp>
        <p:nvSpPr>
          <p:cNvPr id="60" name="Shape 58"/>
          <p:cNvSpPr/>
          <p:nvPr/>
        </p:nvSpPr>
        <p:spPr>
          <a:xfrm>
            <a:off x="5260975" y="2097484"/>
            <a:ext cx="1136650" cy="242590"/>
          </a:xfrm>
          <a:prstGeom prst="rect">
            <a:avLst/>
          </a:prstGeom>
          <a:solidFill>
            <a:srgbClr val="DCEFE2"/>
          </a:solidFill>
          <a:ln w="6350">
            <a:solidFill>
              <a:srgbClr val="B9C6BE"/>
            </a:solidFill>
            <a:prstDash val="solid"/>
          </a:ln>
        </p:spPr>
      </p:sp>
      <p:sp>
        <p:nvSpPr>
          <p:cNvPr id="61" name="Text 59"/>
          <p:cNvSpPr/>
          <p:nvPr/>
        </p:nvSpPr>
        <p:spPr>
          <a:xfrm>
            <a:off x="5238750" y="2119709"/>
            <a:ext cx="1181100" cy="22354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92</a:t>
            </a:r>
            <a:endParaRPr lang="en-US" sz="1200" dirty="0"/>
          </a:p>
        </p:txBody>
      </p:sp>
      <p:sp>
        <p:nvSpPr>
          <p:cNvPr id="62" name="Shape 60"/>
          <p:cNvSpPr/>
          <p:nvPr/>
        </p:nvSpPr>
        <p:spPr>
          <a:xfrm>
            <a:off x="6403975" y="2097484"/>
            <a:ext cx="1136650" cy="242590"/>
          </a:xfrm>
          <a:prstGeom prst="rect">
            <a:avLst/>
          </a:prstGeom>
          <a:solidFill>
            <a:srgbClr val="DCEFE2"/>
          </a:solidFill>
          <a:ln w="6350">
            <a:solidFill>
              <a:srgbClr val="B9C6BE"/>
            </a:solidFill>
            <a:prstDash val="solid"/>
          </a:ln>
        </p:spPr>
      </p:sp>
      <p:sp>
        <p:nvSpPr>
          <p:cNvPr id="63" name="Text 61"/>
          <p:cNvSpPr/>
          <p:nvPr/>
        </p:nvSpPr>
        <p:spPr>
          <a:xfrm>
            <a:off x="6381750" y="2119709"/>
            <a:ext cx="1181100" cy="22354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83</a:t>
            </a:r>
            <a:endParaRPr lang="en-US" sz="1200" dirty="0"/>
          </a:p>
        </p:txBody>
      </p:sp>
      <p:sp>
        <p:nvSpPr>
          <p:cNvPr id="64" name="Shape 62"/>
          <p:cNvSpPr/>
          <p:nvPr/>
        </p:nvSpPr>
        <p:spPr>
          <a:xfrm>
            <a:off x="7546975" y="2097484"/>
            <a:ext cx="1136650" cy="242590"/>
          </a:xfrm>
          <a:prstGeom prst="rect">
            <a:avLst/>
          </a:prstGeom>
          <a:solidFill>
            <a:srgbClr val="DCEFE2"/>
          </a:solidFill>
          <a:ln w="6350">
            <a:solidFill>
              <a:srgbClr val="B9C6BE"/>
            </a:solidFill>
            <a:prstDash val="solid"/>
          </a:ln>
        </p:spPr>
      </p:sp>
      <p:sp>
        <p:nvSpPr>
          <p:cNvPr id="65" name="Text 63"/>
          <p:cNvSpPr/>
          <p:nvPr/>
        </p:nvSpPr>
        <p:spPr>
          <a:xfrm>
            <a:off x="7524750" y="2119709"/>
            <a:ext cx="1181100" cy="22354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97</a:t>
            </a:r>
            <a:endParaRPr lang="en-US" sz="1200" dirty="0"/>
          </a:p>
        </p:txBody>
      </p:sp>
      <p:sp>
        <p:nvSpPr>
          <p:cNvPr id="66" name="Shape 64"/>
          <p:cNvSpPr/>
          <p:nvPr/>
        </p:nvSpPr>
        <p:spPr>
          <a:xfrm>
            <a:off x="8689975" y="2097484"/>
            <a:ext cx="1136650" cy="242590"/>
          </a:xfrm>
          <a:prstGeom prst="rect">
            <a:avLst/>
          </a:prstGeom>
          <a:solidFill>
            <a:srgbClr val="DCEFE2"/>
          </a:solidFill>
          <a:ln w="6350">
            <a:solidFill>
              <a:srgbClr val="B9C6BE"/>
            </a:solidFill>
            <a:prstDash val="solid"/>
          </a:ln>
        </p:spPr>
      </p:sp>
      <p:sp>
        <p:nvSpPr>
          <p:cNvPr id="67" name="Text 65"/>
          <p:cNvSpPr/>
          <p:nvPr/>
        </p:nvSpPr>
        <p:spPr>
          <a:xfrm>
            <a:off x="8667750" y="2119709"/>
            <a:ext cx="1181100" cy="22354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94</a:t>
            </a:r>
            <a:endParaRPr lang="en-US" sz="1200" dirty="0"/>
          </a:p>
        </p:txBody>
      </p:sp>
      <p:sp>
        <p:nvSpPr>
          <p:cNvPr id="68" name="Shape 66"/>
          <p:cNvSpPr/>
          <p:nvPr/>
        </p:nvSpPr>
        <p:spPr>
          <a:xfrm>
            <a:off x="9832975" y="2097484"/>
            <a:ext cx="1136650" cy="242590"/>
          </a:xfrm>
          <a:prstGeom prst="rect">
            <a:avLst/>
          </a:prstGeom>
          <a:solidFill>
            <a:srgbClr val="DCEFE2"/>
          </a:solidFill>
          <a:ln w="6350">
            <a:solidFill>
              <a:srgbClr val="B9C6BE"/>
            </a:solidFill>
            <a:prstDash val="solid"/>
          </a:ln>
        </p:spPr>
      </p:sp>
      <p:sp>
        <p:nvSpPr>
          <p:cNvPr id="69" name="Text 67"/>
          <p:cNvSpPr/>
          <p:nvPr/>
        </p:nvSpPr>
        <p:spPr>
          <a:xfrm>
            <a:off x="9810750" y="2119709"/>
            <a:ext cx="1181100" cy="22354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100</a:t>
            </a:r>
            <a:endParaRPr lang="en-US" sz="1200" dirty="0"/>
          </a:p>
        </p:txBody>
      </p:sp>
      <p:sp>
        <p:nvSpPr>
          <p:cNvPr id="70" name="Shape 68"/>
          <p:cNvSpPr/>
          <p:nvPr/>
        </p:nvSpPr>
        <p:spPr>
          <a:xfrm>
            <a:off x="815975" y="2346424"/>
            <a:ext cx="2152650" cy="242590"/>
          </a:xfrm>
          <a:prstGeom prst="rect">
            <a:avLst/>
          </a:prstGeom>
          <a:solidFill>
            <a:srgbClr val="FCFDFB"/>
          </a:solidFill>
          <a:ln w="6350">
            <a:solidFill>
              <a:srgbClr val="B9C6BE"/>
            </a:solidFill>
            <a:prstDash val="solid"/>
          </a:ln>
        </p:spPr>
      </p:sp>
      <p:sp>
        <p:nvSpPr>
          <p:cNvPr id="71" name="Text 69"/>
          <p:cNvSpPr/>
          <p:nvPr/>
        </p:nvSpPr>
        <p:spPr>
          <a:xfrm>
            <a:off x="882650" y="2368649"/>
            <a:ext cx="2079879" cy="2235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Balanza ingreso (B1)</a:t>
            </a:r>
            <a:endParaRPr lang="en-US" sz="1200" dirty="0"/>
          </a:p>
        </p:txBody>
      </p:sp>
      <p:sp>
        <p:nvSpPr>
          <p:cNvPr id="72" name="Shape 70"/>
          <p:cNvSpPr/>
          <p:nvPr/>
        </p:nvSpPr>
        <p:spPr>
          <a:xfrm>
            <a:off x="2974975" y="2346424"/>
            <a:ext cx="1136650" cy="242590"/>
          </a:xfrm>
          <a:prstGeom prst="rect">
            <a:avLst/>
          </a:prstGeom>
          <a:solidFill>
            <a:srgbClr val="FCFDFB"/>
          </a:solidFill>
          <a:ln w="6350">
            <a:solidFill>
              <a:srgbClr val="B9C6BE"/>
            </a:solidFill>
            <a:prstDash val="solid"/>
          </a:ln>
        </p:spPr>
      </p:sp>
      <p:sp>
        <p:nvSpPr>
          <p:cNvPr id="73" name="Text 71"/>
          <p:cNvSpPr/>
          <p:nvPr/>
        </p:nvSpPr>
        <p:spPr>
          <a:xfrm>
            <a:off x="2952750" y="2368649"/>
            <a:ext cx="1181100" cy="22354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9AA59E"/>
                </a:solidFill>
                <a:latin typeface="IBM Plex Sans" pitchFamily="34" charset="0"/>
                <a:ea typeface="IBM Plex Sans" pitchFamily="34" charset="-122"/>
                <a:cs typeface="IBM Plex Sans" pitchFamily="34" charset="-120"/>
              </a:rPr>
              <a:t>67</a:t>
            </a:r>
            <a:endParaRPr lang="en-US" sz="1200" dirty="0"/>
          </a:p>
        </p:txBody>
      </p:sp>
      <p:sp>
        <p:nvSpPr>
          <p:cNvPr id="74" name="Shape 72"/>
          <p:cNvSpPr/>
          <p:nvPr/>
        </p:nvSpPr>
        <p:spPr>
          <a:xfrm>
            <a:off x="4117975" y="2346424"/>
            <a:ext cx="1136650" cy="242590"/>
          </a:xfrm>
          <a:prstGeom prst="rect">
            <a:avLst/>
          </a:prstGeom>
          <a:solidFill>
            <a:srgbClr val="F9E1DE"/>
          </a:solidFill>
          <a:ln w="6350">
            <a:solidFill>
              <a:srgbClr val="B9C6BE"/>
            </a:solidFill>
            <a:prstDash val="solid"/>
          </a:ln>
        </p:spPr>
      </p:sp>
      <p:sp>
        <p:nvSpPr>
          <p:cNvPr id="75" name="Text 73"/>
          <p:cNvSpPr/>
          <p:nvPr/>
        </p:nvSpPr>
        <p:spPr>
          <a:xfrm>
            <a:off x="4095750" y="2368649"/>
            <a:ext cx="1181100" cy="22354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B3261E"/>
                </a:solidFill>
                <a:latin typeface="IBM Plex Sans" pitchFamily="34" charset="0"/>
                <a:ea typeface="IBM Plex Sans" pitchFamily="34" charset="-122"/>
                <a:cs typeface="IBM Plex Sans" pitchFamily="34" charset="-120"/>
              </a:rPr>
              <a:t>41</a:t>
            </a:r>
            <a:endParaRPr lang="en-US" sz="1200" dirty="0"/>
          </a:p>
        </p:txBody>
      </p:sp>
      <p:sp>
        <p:nvSpPr>
          <p:cNvPr id="76" name="Shape 74"/>
          <p:cNvSpPr/>
          <p:nvPr/>
        </p:nvSpPr>
        <p:spPr>
          <a:xfrm>
            <a:off x="5260975" y="2346424"/>
            <a:ext cx="1136650" cy="242590"/>
          </a:xfrm>
          <a:prstGeom prst="rect">
            <a:avLst/>
          </a:prstGeom>
          <a:solidFill>
            <a:srgbClr val="F9E1DE"/>
          </a:solidFill>
          <a:ln w="6350">
            <a:solidFill>
              <a:srgbClr val="B9C6BE"/>
            </a:solidFill>
            <a:prstDash val="solid"/>
          </a:ln>
        </p:spPr>
      </p:sp>
      <p:sp>
        <p:nvSpPr>
          <p:cNvPr id="77" name="Text 75"/>
          <p:cNvSpPr/>
          <p:nvPr/>
        </p:nvSpPr>
        <p:spPr>
          <a:xfrm>
            <a:off x="5238750" y="2368649"/>
            <a:ext cx="1181100" cy="22354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B3261E"/>
                </a:solidFill>
                <a:latin typeface="IBM Plex Sans" pitchFamily="34" charset="0"/>
                <a:ea typeface="IBM Plex Sans" pitchFamily="34" charset="-122"/>
                <a:cs typeface="IBM Plex Sans" pitchFamily="34" charset="-120"/>
              </a:rPr>
              <a:t>53</a:t>
            </a:r>
            <a:endParaRPr lang="en-US" sz="1200" dirty="0"/>
          </a:p>
        </p:txBody>
      </p:sp>
      <p:sp>
        <p:nvSpPr>
          <p:cNvPr id="78" name="Shape 76"/>
          <p:cNvSpPr/>
          <p:nvPr/>
        </p:nvSpPr>
        <p:spPr>
          <a:xfrm>
            <a:off x="6403975" y="2346424"/>
            <a:ext cx="1136650" cy="242590"/>
          </a:xfrm>
          <a:prstGeom prst="rect">
            <a:avLst/>
          </a:prstGeom>
          <a:solidFill>
            <a:srgbClr val="F9E1DE"/>
          </a:solidFill>
          <a:ln w="6350">
            <a:solidFill>
              <a:srgbClr val="B9C6BE"/>
            </a:solidFill>
            <a:prstDash val="solid"/>
          </a:ln>
        </p:spPr>
      </p:sp>
      <p:sp>
        <p:nvSpPr>
          <p:cNvPr id="79" name="Text 77"/>
          <p:cNvSpPr/>
          <p:nvPr/>
        </p:nvSpPr>
        <p:spPr>
          <a:xfrm>
            <a:off x="6381750" y="2368649"/>
            <a:ext cx="1181100" cy="22354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B3261E"/>
                </a:solidFill>
                <a:latin typeface="IBM Plex Sans" pitchFamily="34" charset="0"/>
                <a:ea typeface="IBM Plex Sans" pitchFamily="34" charset="-122"/>
                <a:cs typeface="IBM Plex Sans" pitchFamily="34" charset="-120"/>
              </a:rPr>
              <a:t>22</a:t>
            </a:r>
            <a:endParaRPr lang="en-US" sz="1200" dirty="0"/>
          </a:p>
        </p:txBody>
      </p:sp>
      <p:sp>
        <p:nvSpPr>
          <p:cNvPr id="80" name="Shape 78"/>
          <p:cNvSpPr/>
          <p:nvPr/>
        </p:nvSpPr>
        <p:spPr>
          <a:xfrm>
            <a:off x="7546975" y="2346424"/>
            <a:ext cx="1136650" cy="242590"/>
          </a:xfrm>
          <a:prstGeom prst="rect">
            <a:avLst/>
          </a:prstGeom>
          <a:solidFill>
            <a:srgbClr val="F9E1DE"/>
          </a:solidFill>
          <a:ln w="6350">
            <a:solidFill>
              <a:srgbClr val="B9C6BE"/>
            </a:solidFill>
            <a:prstDash val="solid"/>
          </a:ln>
        </p:spPr>
      </p:sp>
      <p:sp>
        <p:nvSpPr>
          <p:cNvPr id="81" name="Text 79"/>
          <p:cNvSpPr/>
          <p:nvPr/>
        </p:nvSpPr>
        <p:spPr>
          <a:xfrm>
            <a:off x="7524750" y="2368649"/>
            <a:ext cx="1181100" cy="22354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B3261E"/>
                </a:solidFill>
                <a:latin typeface="IBM Plex Sans" pitchFamily="34" charset="0"/>
                <a:ea typeface="IBM Plex Sans" pitchFamily="34" charset="-122"/>
                <a:cs typeface="IBM Plex Sans" pitchFamily="34" charset="-120"/>
              </a:rPr>
              <a:t>13</a:t>
            </a:r>
            <a:endParaRPr lang="en-US" sz="1200" dirty="0"/>
          </a:p>
        </p:txBody>
      </p:sp>
      <p:sp>
        <p:nvSpPr>
          <p:cNvPr id="82" name="Shape 80"/>
          <p:cNvSpPr/>
          <p:nvPr/>
        </p:nvSpPr>
        <p:spPr>
          <a:xfrm>
            <a:off x="8689975" y="2346424"/>
            <a:ext cx="1136650" cy="242590"/>
          </a:xfrm>
          <a:prstGeom prst="rect">
            <a:avLst/>
          </a:prstGeom>
          <a:solidFill>
            <a:srgbClr val="F9E1DE"/>
          </a:solidFill>
          <a:ln w="6350">
            <a:solidFill>
              <a:srgbClr val="B9C6BE"/>
            </a:solidFill>
            <a:prstDash val="solid"/>
          </a:ln>
        </p:spPr>
      </p:sp>
      <p:sp>
        <p:nvSpPr>
          <p:cNvPr id="83" name="Text 81"/>
          <p:cNvSpPr/>
          <p:nvPr/>
        </p:nvSpPr>
        <p:spPr>
          <a:xfrm>
            <a:off x="8667750" y="2368649"/>
            <a:ext cx="1181100" cy="22354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B3261E"/>
                </a:solidFill>
                <a:latin typeface="IBM Plex Sans" pitchFamily="34" charset="0"/>
                <a:ea typeface="IBM Plex Sans" pitchFamily="34" charset="-122"/>
                <a:cs typeface="IBM Plex Sans" pitchFamily="34" charset="-120"/>
              </a:rPr>
              <a:t>21</a:t>
            </a:r>
            <a:endParaRPr lang="en-US" sz="1200" dirty="0"/>
          </a:p>
        </p:txBody>
      </p:sp>
      <p:sp>
        <p:nvSpPr>
          <p:cNvPr id="84" name="Shape 82"/>
          <p:cNvSpPr/>
          <p:nvPr/>
        </p:nvSpPr>
        <p:spPr>
          <a:xfrm>
            <a:off x="9832975" y="2346424"/>
            <a:ext cx="1136650" cy="242590"/>
          </a:xfrm>
          <a:prstGeom prst="rect">
            <a:avLst/>
          </a:prstGeom>
          <a:solidFill>
            <a:srgbClr val="FCFDFB"/>
          </a:solidFill>
          <a:ln w="6350">
            <a:solidFill>
              <a:srgbClr val="B9C6BE"/>
            </a:solidFill>
            <a:prstDash val="solid"/>
          </a:ln>
        </p:spPr>
      </p:sp>
      <p:sp>
        <p:nvSpPr>
          <p:cNvPr id="85" name="Text 83"/>
          <p:cNvSpPr/>
          <p:nvPr/>
        </p:nvSpPr>
        <p:spPr>
          <a:xfrm>
            <a:off x="9810750" y="2368649"/>
            <a:ext cx="1181100" cy="22354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9AA59E"/>
                </a:solidFill>
                <a:latin typeface="IBM Plex Sans" pitchFamily="34" charset="0"/>
                <a:ea typeface="IBM Plex Sans" pitchFamily="34" charset="-122"/>
                <a:cs typeface="IBM Plex Sans" pitchFamily="34" charset="-120"/>
              </a:rPr>
              <a:t>–</a:t>
            </a:r>
            <a:endParaRPr lang="en-US" sz="1200" dirty="0"/>
          </a:p>
        </p:txBody>
      </p:sp>
      <p:sp>
        <p:nvSpPr>
          <p:cNvPr id="86" name="Shape 84"/>
          <p:cNvSpPr/>
          <p:nvPr/>
        </p:nvSpPr>
        <p:spPr>
          <a:xfrm>
            <a:off x="815975" y="2595364"/>
            <a:ext cx="2152650" cy="242590"/>
          </a:xfrm>
          <a:prstGeom prst="rect">
            <a:avLst/>
          </a:prstGeom>
          <a:solidFill>
            <a:srgbClr val="FCFDFB"/>
          </a:solidFill>
          <a:ln w="6350">
            <a:solidFill>
              <a:srgbClr val="B9C6BE"/>
            </a:solidFill>
            <a:prstDash val="solid"/>
          </a:ln>
        </p:spPr>
      </p:sp>
      <p:sp>
        <p:nvSpPr>
          <p:cNvPr id="87" name="Text 85"/>
          <p:cNvSpPr/>
          <p:nvPr/>
        </p:nvSpPr>
        <p:spPr>
          <a:xfrm>
            <a:off x="882650" y="2617589"/>
            <a:ext cx="2079879" cy="2235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Playa 3</a:t>
            </a:r>
            <a:endParaRPr lang="en-US" sz="1200" dirty="0"/>
          </a:p>
        </p:txBody>
      </p:sp>
      <p:sp>
        <p:nvSpPr>
          <p:cNvPr id="88" name="Shape 86"/>
          <p:cNvSpPr/>
          <p:nvPr/>
        </p:nvSpPr>
        <p:spPr>
          <a:xfrm>
            <a:off x="2974975" y="2595364"/>
            <a:ext cx="1136650" cy="242590"/>
          </a:xfrm>
          <a:prstGeom prst="rect">
            <a:avLst/>
          </a:prstGeom>
          <a:solidFill>
            <a:srgbClr val="FCFDFB"/>
          </a:solidFill>
          <a:ln w="6350">
            <a:solidFill>
              <a:srgbClr val="B9C6BE"/>
            </a:solidFill>
            <a:prstDash val="solid"/>
          </a:ln>
        </p:spPr>
      </p:sp>
      <p:sp>
        <p:nvSpPr>
          <p:cNvPr id="89" name="Text 87"/>
          <p:cNvSpPr/>
          <p:nvPr/>
        </p:nvSpPr>
        <p:spPr>
          <a:xfrm>
            <a:off x="2952750" y="2617589"/>
            <a:ext cx="1181100" cy="22354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9AA59E"/>
                </a:solidFill>
                <a:latin typeface="IBM Plex Sans" pitchFamily="34" charset="0"/>
                <a:ea typeface="IBM Plex Sans" pitchFamily="34" charset="-122"/>
                <a:cs typeface="IBM Plex Sans" pitchFamily="34" charset="-120"/>
              </a:rPr>
              <a:t>–</a:t>
            </a:r>
            <a:endParaRPr lang="en-US" sz="1200" dirty="0"/>
          </a:p>
        </p:txBody>
      </p:sp>
      <p:sp>
        <p:nvSpPr>
          <p:cNvPr id="90" name="Shape 88"/>
          <p:cNvSpPr/>
          <p:nvPr/>
        </p:nvSpPr>
        <p:spPr>
          <a:xfrm>
            <a:off x="4117975" y="2595364"/>
            <a:ext cx="1136650" cy="242590"/>
          </a:xfrm>
          <a:prstGeom prst="rect">
            <a:avLst/>
          </a:prstGeom>
          <a:solidFill>
            <a:srgbClr val="DCEFE2"/>
          </a:solidFill>
          <a:ln w="6350">
            <a:solidFill>
              <a:srgbClr val="B9C6BE"/>
            </a:solidFill>
            <a:prstDash val="solid"/>
          </a:ln>
        </p:spPr>
      </p:sp>
      <p:sp>
        <p:nvSpPr>
          <p:cNvPr id="91" name="Text 89"/>
          <p:cNvSpPr/>
          <p:nvPr/>
        </p:nvSpPr>
        <p:spPr>
          <a:xfrm>
            <a:off x="4095750" y="2617589"/>
            <a:ext cx="1181100" cy="22354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94</a:t>
            </a:r>
            <a:endParaRPr lang="en-US" sz="1200" dirty="0"/>
          </a:p>
        </p:txBody>
      </p:sp>
      <p:sp>
        <p:nvSpPr>
          <p:cNvPr id="92" name="Shape 90"/>
          <p:cNvSpPr/>
          <p:nvPr/>
        </p:nvSpPr>
        <p:spPr>
          <a:xfrm>
            <a:off x="5260975" y="2595364"/>
            <a:ext cx="1136650" cy="242590"/>
          </a:xfrm>
          <a:prstGeom prst="rect">
            <a:avLst/>
          </a:prstGeom>
          <a:solidFill>
            <a:srgbClr val="DCEFE2"/>
          </a:solidFill>
          <a:ln w="6350">
            <a:solidFill>
              <a:srgbClr val="B9C6BE"/>
            </a:solidFill>
            <a:prstDash val="solid"/>
          </a:ln>
        </p:spPr>
      </p:sp>
      <p:sp>
        <p:nvSpPr>
          <p:cNvPr id="93" name="Text 91"/>
          <p:cNvSpPr/>
          <p:nvPr/>
        </p:nvSpPr>
        <p:spPr>
          <a:xfrm>
            <a:off x="5238750" y="2617589"/>
            <a:ext cx="1181100" cy="22354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86</a:t>
            </a:r>
            <a:endParaRPr lang="en-US" sz="1200" dirty="0"/>
          </a:p>
        </p:txBody>
      </p:sp>
      <p:sp>
        <p:nvSpPr>
          <p:cNvPr id="94" name="Shape 92"/>
          <p:cNvSpPr/>
          <p:nvPr/>
        </p:nvSpPr>
        <p:spPr>
          <a:xfrm>
            <a:off x="6403975" y="2595364"/>
            <a:ext cx="1136650" cy="242590"/>
          </a:xfrm>
          <a:prstGeom prst="rect">
            <a:avLst/>
          </a:prstGeom>
          <a:solidFill>
            <a:srgbClr val="FCFDFB"/>
          </a:solidFill>
          <a:ln w="6350">
            <a:solidFill>
              <a:srgbClr val="B9C6BE"/>
            </a:solidFill>
            <a:prstDash val="solid"/>
          </a:ln>
        </p:spPr>
      </p:sp>
      <p:sp>
        <p:nvSpPr>
          <p:cNvPr id="95" name="Text 93"/>
          <p:cNvSpPr/>
          <p:nvPr/>
        </p:nvSpPr>
        <p:spPr>
          <a:xfrm>
            <a:off x="6381750" y="2617589"/>
            <a:ext cx="1181100" cy="22354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9AA59E"/>
                </a:solidFill>
                <a:latin typeface="IBM Plex Sans" pitchFamily="34" charset="0"/>
                <a:ea typeface="IBM Plex Sans" pitchFamily="34" charset="-122"/>
                <a:cs typeface="IBM Plex Sans" pitchFamily="34" charset="-120"/>
              </a:rPr>
              <a:t>100</a:t>
            </a:r>
            <a:endParaRPr lang="en-US" sz="1200" dirty="0"/>
          </a:p>
        </p:txBody>
      </p:sp>
      <p:sp>
        <p:nvSpPr>
          <p:cNvPr id="96" name="Shape 94"/>
          <p:cNvSpPr/>
          <p:nvPr/>
        </p:nvSpPr>
        <p:spPr>
          <a:xfrm>
            <a:off x="7546975" y="2595364"/>
            <a:ext cx="1136650" cy="242590"/>
          </a:xfrm>
          <a:prstGeom prst="rect">
            <a:avLst/>
          </a:prstGeom>
          <a:solidFill>
            <a:srgbClr val="FBF1DC"/>
          </a:solidFill>
          <a:ln w="6350">
            <a:solidFill>
              <a:srgbClr val="B9C6BE"/>
            </a:solidFill>
            <a:prstDash val="solid"/>
          </a:ln>
        </p:spPr>
      </p:sp>
      <p:sp>
        <p:nvSpPr>
          <p:cNvPr id="97" name="Text 95"/>
          <p:cNvSpPr/>
          <p:nvPr/>
        </p:nvSpPr>
        <p:spPr>
          <a:xfrm>
            <a:off x="7524750" y="2617589"/>
            <a:ext cx="1181100" cy="22354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8A5A00"/>
                </a:solidFill>
                <a:latin typeface="IBM Plex Sans" pitchFamily="34" charset="0"/>
                <a:ea typeface="IBM Plex Sans" pitchFamily="34" charset="-122"/>
                <a:cs typeface="IBM Plex Sans" pitchFamily="34" charset="-120"/>
              </a:rPr>
              <a:t>71</a:t>
            </a:r>
            <a:endParaRPr lang="en-US" sz="1200" dirty="0"/>
          </a:p>
        </p:txBody>
      </p:sp>
      <p:sp>
        <p:nvSpPr>
          <p:cNvPr id="98" name="Shape 96"/>
          <p:cNvSpPr/>
          <p:nvPr/>
        </p:nvSpPr>
        <p:spPr>
          <a:xfrm>
            <a:off x="8689975" y="2595364"/>
            <a:ext cx="1136650" cy="242590"/>
          </a:xfrm>
          <a:prstGeom prst="rect">
            <a:avLst/>
          </a:prstGeom>
          <a:solidFill>
            <a:srgbClr val="FCFDFB"/>
          </a:solidFill>
          <a:ln w="6350">
            <a:solidFill>
              <a:srgbClr val="B9C6BE"/>
            </a:solidFill>
            <a:prstDash val="solid"/>
          </a:ln>
        </p:spPr>
      </p:sp>
      <p:sp>
        <p:nvSpPr>
          <p:cNvPr id="99" name="Text 97"/>
          <p:cNvSpPr/>
          <p:nvPr/>
        </p:nvSpPr>
        <p:spPr>
          <a:xfrm>
            <a:off x="8667750" y="2617589"/>
            <a:ext cx="1181100" cy="22354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9AA59E"/>
                </a:solidFill>
                <a:latin typeface="IBM Plex Sans" pitchFamily="34" charset="0"/>
                <a:ea typeface="IBM Plex Sans" pitchFamily="34" charset="-122"/>
                <a:cs typeface="IBM Plex Sans" pitchFamily="34" charset="-120"/>
              </a:rPr>
              <a:t>100</a:t>
            </a:r>
            <a:endParaRPr lang="en-US" sz="1200" dirty="0"/>
          </a:p>
        </p:txBody>
      </p:sp>
      <p:sp>
        <p:nvSpPr>
          <p:cNvPr id="100" name="Shape 98"/>
          <p:cNvSpPr/>
          <p:nvPr/>
        </p:nvSpPr>
        <p:spPr>
          <a:xfrm>
            <a:off x="9832975" y="2595364"/>
            <a:ext cx="1136650" cy="242590"/>
          </a:xfrm>
          <a:prstGeom prst="rect">
            <a:avLst/>
          </a:prstGeom>
          <a:solidFill>
            <a:srgbClr val="FCFDFB"/>
          </a:solidFill>
          <a:ln w="6350">
            <a:solidFill>
              <a:srgbClr val="B9C6BE"/>
            </a:solidFill>
            <a:prstDash val="solid"/>
          </a:ln>
        </p:spPr>
      </p:sp>
      <p:sp>
        <p:nvSpPr>
          <p:cNvPr id="101" name="Text 99"/>
          <p:cNvSpPr/>
          <p:nvPr/>
        </p:nvSpPr>
        <p:spPr>
          <a:xfrm>
            <a:off x="9810750" y="2617589"/>
            <a:ext cx="1181100" cy="22354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9AA59E"/>
                </a:solidFill>
                <a:latin typeface="IBM Plex Sans" pitchFamily="34" charset="0"/>
                <a:ea typeface="IBM Plex Sans" pitchFamily="34" charset="-122"/>
                <a:cs typeface="IBM Plex Sans" pitchFamily="34" charset="-120"/>
              </a:rPr>
              <a:t>–</a:t>
            </a:r>
            <a:endParaRPr lang="en-US" sz="1200" dirty="0"/>
          </a:p>
        </p:txBody>
      </p:sp>
      <p:sp>
        <p:nvSpPr>
          <p:cNvPr id="102" name="Shape 100"/>
          <p:cNvSpPr/>
          <p:nvPr/>
        </p:nvSpPr>
        <p:spPr>
          <a:xfrm>
            <a:off x="815975" y="2844304"/>
            <a:ext cx="2152650" cy="242590"/>
          </a:xfrm>
          <a:prstGeom prst="rect">
            <a:avLst/>
          </a:prstGeom>
          <a:solidFill>
            <a:srgbClr val="FCFDFB"/>
          </a:solidFill>
          <a:ln w="6350">
            <a:solidFill>
              <a:srgbClr val="B9C6BE"/>
            </a:solidFill>
            <a:prstDash val="solid"/>
          </a:ln>
        </p:spPr>
      </p:sp>
      <p:sp>
        <p:nvSpPr>
          <p:cNvPr id="103" name="Text 101"/>
          <p:cNvSpPr/>
          <p:nvPr/>
        </p:nvSpPr>
        <p:spPr>
          <a:xfrm>
            <a:off x="882650" y="2866529"/>
            <a:ext cx="2079879" cy="2235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Volcable 2</a:t>
            </a:r>
            <a:endParaRPr lang="en-US" sz="1200" dirty="0"/>
          </a:p>
        </p:txBody>
      </p:sp>
      <p:sp>
        <p:nvSpPr>
          <p:cNvPr id="104" name="Shape 102"/>
          <p:cNvSpPr/>
          <p:nvPr/>
        </p:nvSpPr>
        <p:spPr>
          <a:xfrm>
            <a:off x="2974975" y="2844304"/>
            <a:ext cx="1136650" cy="242590"/>
          </a:xfrm>
          <a:prstGeom prst="rect">
            <a:avLst/>
          </a:prstGeom>
          <a:solidFill>
            <a:srgbClr val="FCFDFB"/>
          </a:solidFill>
          <a:ln w="6350">
            <a:solidFill>
              <a:srgbClr val="B9C6BE"/>
            </a:solidFill>
            <a:prstDash val="solid"/>
          </a:ln>
        </p:spPr>
      </p:sp>
      <p:sp>
        <p:nvSpPr>
          <p:cNvPr id="105" name="Text 103"/>
          <p:cNvSpPr/>
          <p:nvPr/>
        </p:nvSpPr>
        <p:spPr>
          <a:xfrm>
            <a:off x="2952750" y="2866529"/>
            <a:ext cx="1181100" cy="22354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9AA59E"/>
                </a:solidFill>
                <a:latin typeface="IBM Plex Sans" pitchFamily="34" charset="0"/>
                <a:ea typeface="IBM Plex Sans" pitchFamily="34" charset="-122"/>
                <a:cs typeface="IBM Plex Sans" pitchFamily="34" charset="-120"/>
              </a:rPr>
              <a:t>–</a:t>
            </a:r>
            <a:endParaRPr lang="en-US" sz="1200" dirty="0"/>
          </a:p>
        </p:txBody>
      </p:sp>
      <p:sp>
        <p:nvSpPr>
          <p:cNvPr id="106" name="Shape 104"/>
          <p:cNvSpPr/>
          <p:nvPr/>
        </p:nvSpPr>
        <p:spPr>
          <a:xfrm>
            <a:off x="4117975" y="2844304"/>
            <a:ext cx="1136650" cy="242590"/>
          </a:xfrm>
          <a:prstGeom prst="rect">
            <a:avLst/>
          </a:prstGeom>
          <a:solidFill>
            <a:srgbClr val="F9E1DE"/>
          </a:solidFill>
          <a:ln w="6350">
            <a:solidFill>
              <a:srgbClr val="B9C6BE"/>
            </a:solidFill>
            <a:prstDash val="solid"/>
          </a:ln>
        </p:spPr>
      </p:sp>
      <p:sp>
        <p:nvSpPr>
          <p:cNvPr id="107" name="Text 105"/>
          <p:cNvSpPr/>
          <p:nvPr/>
        </p:nvSpPr>
        <p:spPr>
          <a:xfrm>
            <a:off x="4095750" y="2866529"/>
            <a:ext cx="1181100" cy="22354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B3261E"/>
                </a:solidFill>
                <a:latin typeface="IBM Plex Sans" pitchFamily="34" charset="0"/>
                <a:ea typeface="IBM Plex Sans" pitchFamily="34" charset="-122"/>
                <a:cs typeface="IBM Plex Sans" pitchFamily="34" charset="-120"/>
              </a:rPr>
              <a:t>25</a:t>
            </a:r>
            <a:endParaRPr lang="en-US" sz="1200" dirty="0"/>
          </a:p>
        </p:txBody>
      </p:sp>
      <p:sp>
        <p:nvSpPr>
          <p:cNvPr id="108" name="Shape 106"/>
          <p:cNvSpPr/>
          <p:nvPr/>
        </p:nvSpPr>
        <p:spPr>
          <a:xfrm>
            <a:off x="5260975" y="2844304"/>
            <a:ext cx="1136650" cy="242590"/>
          </a:xfrm>
          <a:prstGeom prst="rect">
            <a:avLst/>
          </a:prstGeom>
          <a:solidFill>
            <a:srgbClr val="F9E1DE"/>
          </a:solidFill>
          <a:ln w="6350">
            <a:solidFill>
              <a:srgbClr val="B9C6BE"/>
            </a:solidFill>
            <a:prstDash val="solid"/>
          </a:ln>
        </p:spPr>
      </p:sp>
      <p:sp>
        <p:nvSpPr>
          <p:cNvPr id="109" name="Text 107"/>
          <p:cNvSpPr/>
          <p:nvPr/>
        </p:nvSpPr>
        <p:spPr>
          <a:xfrm>
            <a:off x="5238750" y="2866529"/>
            <a:ext cx="1181100" cy="22354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B3261E"/>
                </a:solidFill>
                <a:latin typeface="IBM Plex Sans" pitchFamily="34" charset="0"/>
                <a:ea typeface="IBM Plex Sans" pitchFamily="34" charset="-122"/>
                <a:cs typeface="IBM Plex Sans" pitchFamily="34" charset="-120"/>
              </a:rPr>
              <a:t>40</a:t>
            </a:r>
            <a:endParaRPr lang="en-US" sz="1200" dirty="0"/>
          </a:p>
        </p:txBody>
      </p:sp>
      <p:sp>
        <p:nvSpPr>
          <p:cNvPr id="110" name="Shape 108"/>
          <p:cNvSpPr/>
          <p:nvPr/>
        </p:nvSpPr>
        <p:spPr>
          <a:xfrm>
            <a:off x="6403975" y="2844304"/>
            <a:ext cx="1136650" cy="242590"/>
          </a:xfrm>
          <a:prstGeom prst="rect">
            <a:avLst/>
          </a:prstGeom>
          <a:solidFill>
            <a:srgbClr val="FCFDFB"/>
          </a:solidFill>
          <a:ln w="6350">
            <a:solidFill>
              <a:srgbClr val="B9C6BE"/>
            </a:solidFill>
            <a:prstDash val="solid"/>
          </a:ln>
        </p:spPr>
      </p:sp>
      <p:sp>
        <p:nvSpPr>
          <p:cNvPr id="111" name="Text 109"/>
          <p:cNvSpPr/>
          <p:nvPr/>
        </p:nvSpPr>
        <p:spPr>
          <a:xfrm>
            <a:off x="6381750" y="2866529"/>
            <a:ext cx="1181100" cy="22354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9AA59E"/>
                </a:solidFill>
                <a:latin typeface="IBM Plex Sans" pitchFamily="34" charset="0"/>
                <a:ea typeface="IBM Plex Sans" pitchFamily="34" charset="-122"/>
                <a:cs typeface="IBM Plex Sans" pitchFamily="34" charset="-120"/>
              </a:rPr>
              <a:t>0</a:t>
            </a:r>
            <a:endParaRPr lang="en-US" sz="1200" dirty="0"/>
          </a:p>
        </p:txBody>
      </p:sp>
      <p:sp>
        <p:nvSpPr>
          <p:cNvPr id="112" name="Shape 110"/>
          <p:cNvSpPr/>
          <p:nvPr/>
        </p:nvSpPr>
        <p:spPr>
          <a:xfrm>
            <a:off x="7546975" y="2844304"/>
            <a:ext cx="1136650" cy="242590"/>
          </a:xfrm>
          <a:prstGeom prst="rect">
            <a:avLst/>
          </a:prstGeom>
          <a:solidFill>
            <a:srgbClr val="DCEFE2"/>
          </a:solidFill>
          <a:ln w="6350">
            <a:solidFill>
              <a:srgbClr val="B9C6BE"/>
            </a:solidFill>
            <a:prstDash val="solid"/>
          </a:ln>
        </p:spPr>
      </p:sp>
      <p:sp>
        <p:nvSpPr>
          <p:cNvPr id="113" name="Text 111"/>
          <p:cNvSpPr/>
          <p:nvPr/>
        </p:nvSpPr>
        <p:spPr>
          <a:xfrm>
            <a:off x="7524750" y="2866529"/>
            <a:ext cx="1181100" cy="22354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82</a:t>
            </a:r>
            <a:endParaRPr lang="en-US" sz="1200" dirty="0"/>
          </a:p>
        </p:txBody>
      </p:sp>
      <p:sp>
        <p:nvSpPr>
          <p:cNvPr id="114" name="Shape 112"/>
          <p:cNvSpPr/>
          <p:nvPr/>
        </p:nvSpPr>
        <p:spPr>
          <a:xfrm>
            <a:off x="8689975" y="2844304"/>
            <a:ext cx="1136650" cy="242590"/>
          </a:xfrm>
          <a:prstGeom prst="rect">
            <a:avLst/>
          </a:prstGeom>
          <a:solidFill>
            <a:srgbClr val="DCEFE2"/>
          </a:solidFill>
          <a:ln w="6350">
            <a:solidFill>
              <a:srgbClr val="B9C6BE"/>
            </a:solidFill>
            <a:prstDash val="solid"/>
          </a:ln>
        </p:spPr>
      </p:sp>
      <p:sp>
        <p:nvSpPr>
          <p:cNvPr id="115" name="Text 113"/>
          <p:cNvSpPr/>
          <p:nvPr/>
        </p:nvSpPr>
        <p:spPr>
          <a:xfrm>
            <a:off x="8667750" y="2866529"/>
            <a:ext cx="1181100" cy="22354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83</a:t>
            </a:r>
            <a:endParaRPr lang="en-US" sz="1200" dirty="0"/>
          </a:p>
        </p:txBody>
      </p:sp>
      <p:sp>
        <p:nvSpPr>
          <p:cNvPr id="116" name="Shape 114"/>
          <p:cNvSpPr/>
          <p:nvPr/>
        </p:nvSpPr>
        <p:spPr>
          <a:xfrm>
            <a:off x="9832975" y="2844304"/>
            <a:ext cx="1136650" cy="242590"/>
          </a:xfrm>
          <a:prstGeom prst="rect">
            <a:avLst/>
          </a:prstGeom>
          <a:solidFill>
            <a:srgbClr val="FCFDFB"/>
          </a:solidFill>
          <a:ln w="6350">
            <a:solidFill>
              <a:srgbClr val="B9C6BE"/>
            </a:solidFill>
            <a:prstDash val="solid"/>
          </a:ln>
        </p:spPr>
      </p:sp>
      <p:sp>
        <p:nvSpPr>
          <p:cNvPr id="117" name="Text 115"/>
          <p:cNvSpPr/>
          <p:nvPr/>
        </p:nvSpPr>
        <p:spPr>
          <a:xfrm>
            <a:off x="9810750" y="2866529"/>
            <a:ext cx="1181100" cy="22354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9AA59E"/>
                </a:solidFill>
                <a:latin typeface="IBM Plex Sans" pitchFamily="34" charset="0"/>
                <a:ea typeface="IBM Plex Sans" pitchFamily="34" charset="-122"/>
                <a:cs typeface="IBM Plex Sans" pitchFamily="34" charset="-120"/>
              </a:rPr>
              <a:t>–</a:t>
            </a:r>
            <a:endParaRPr lang="en-US" sz="1200" dirty="0"/>
          </a:p>
        </p:txBody>
      </p:sp>
      <p:sp>
        <p:nvSpPr>
          <p:cNvPr id="118" name="Shape 116"/>
          <p:cNvSpPr/>
          <p:nvPr/>
        </p:nvSpPr>
        <p:spPr>
          <a:xfrm>
            <a:off x="815975" y="3093244"/>
            <a:ext cx="2152650" cy="242590"/>
          </a:xfrm>
          <a:prstGeom prst="rect">
            <a:avLst/>
          </a:prstGeom>
          <a:solidFill>
            <a:srgbClr val="FCFDFB"/>
          </a:solidFill>
          <a:ln w="6350">
            <a:solidFill>
              <a:srgbClr val="B9C6BE"/>
            </a:solidFill>
            <a:prstDash val="solid"/>
          </a:ln>
        </p:spPr>
      </p:sp>
      <p:sp>
        <p:nvSpPr>
          <p:cNvPr id="119" name="Text 117"/>
          <p:cNvSpPr/>
          <p:nvPr/>
        </p:nvSpPr>
        <p:spPr>
          <a:xfrm>
            <a:off x="882650" y="3115469"/>
            <a:ext cx="2079879" cy="2235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Balanza egreso (B2)</a:t>
            </a:r>
            <a:endParaRPr lang="en-US" sz="1200" dirty="0"/>
          </a:p>
        </p:txBody>
      </p:sp>
      <p:sp>
        <p:nvSpPr>
          <p:cNvPr id="120" name="Shape 118"/>
          <p:cNvSpPr/>
          <p:nvPr/>
        </p:nvSpPr>
        <p:spPr>
          <a:xfrm>
            <a:off x="2974975" y="3093244"/>
            <a:ext cx="1136650" cy="242590"/>
          </a:xfrm>
          <a:prstGeom prst="rect">
            <a:avLst/>
          </a:prstGeom>
          <a:solidFill>
            <a:srgbClr val="FCFDFB"/>
          </a:solidFill>
          <a:ln w="6350">
            <a:solidFill>
              <a:srgbClr val="B9C6BE"/>
            </a:solidFill>
            <a:prstDash val="solid"/>
          </a:ln>
        </p:spPr>
      </p:sp>
      <p:sp>
        <p:nvSpPr>
          <p:cNvPr id="121" name="Text 119"/>
          <p:cNvSpPr/>
          <p:nvPr/>
        </p:nvSpPr>
        <p:spPr>
          <a:xfrm>
            <a:off x="2952750" y="3115469"/>
            <a:ext cx="1181100" cy="22354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9AA59E"/>
                </a:solidFill>
                <a:latin typeface="IBM Plex Sans" pitchFamily="34" charset="0"/>
                <a:ea typeface="IBM Plex Sans" pitchFamily="34" charset="-122"/>
                <a:cs typeface="IBM Plex Sans" pitchFamily="34" charset="-120"/>
              </a:rPr>
              <a:t>75</a:t>
            </a:r>
            <a:endParaRPr lang="en-US" sz="1200" dirty="0"/>
          </a:p>
        </p:txBody>
      </p:sp>
      <p:sp>
        <p:nvSpPr>
          <p:cNvPr id="122" name="Shape 120"/>
          <p:cNvSpPr/>
          <p:nvPr/>
        </p:nvSpPr>
        <p:spPr>
          <a:xfrm>
            <a:off x="4117975" y="3093244"/>
            <a:ext cx="1136650" cy="242590"/>
          </a:xfrm>
          <a:prstGeom prst="rect">
            <a:avLst/>
          </a:prstGeom>
          <a:solidFill>
            <a:srgbClr val="FBF1DC"/>
          </a:solidFill>
          <a:ln w="6350">
            <a:solidFill>
              <a:srgbClr val="B9C6BE"/>
            </a:solidFill>
            <a:prstDash val="solid"/>
          </a:ln>
        </p:spPr>
      </p:sp>
      <p:sp>
        <p:nvSpPr>
          <p:cNvPr id="123" name="Text 121"/>
          <p:cNvSpPr/>
          <p:nvPr/>
        </p:nvSpPr>
        <p:spPr>
          <a:xfrm>
            <a:off x="4095750" y="3115469"/>
            <a:ext cx="1181100" cy="22354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8A5A00"/>
                </a:solidFill>
                <a:latin typeface="IBM Plex Sans" pitchFamily="34" charset="0"/>
                <a:ea typeface="IBM Plex Sans" pitchFamily="34" charset="-122"/>
                <a:cs typeface="IBM Plex Sans" pitchFamily="34" charset="-120"/>
              </a:rPr>
              <a:t>78</a:t>
            </a:r>
            <a:endParaRPr lang="en-US" sz="1200" dirty="0"/>
          </a:p>
        </p:txBody>
      </p:sp>
      <p:sp>
        <p:nvSpPr>
          <p:cNvPr id="124" name="Shape 122"/>
          <p:cNvSpPr/>
          <p:nvPr/>
        </p:nvSpPr>
        <p:spPr>
          <a:xfrm>
            <a:off x="5260975" y="3093244"/>
            <a:ext cx="1136650" cy="242590"/>
          </a:xfrm>
          <a:prstGeom prst="rect">
            <a:avLst/>
          </a:prstGeom>
          <a:solidFill>
            <a:srgbClr val="DCEFE2"/>
          </a:solidFill>
          <a:ln w="6350">
            <a:solidFill>
              <a:srgbClr val="B9C6BE"/>
            </a:solidFill>
            <a:prstDash val="solid"/>
          </a:ln>
        </p:spPr>
      </p:sp>
      <p:sp>
        <p:nvSpPr>
          <p:cNvPr id="125" name="Text 123"/>
          <p:cNvSpPr/>
          <p:nvPr/>
        </p:nvSpPr>
        <p:spPr>
          <a:xfrm>
            <a:off x="5238750" y="3115469"/>
            <a:ext cx="1181100" cy="22354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94</a:t>
            </a:r>
            <a:endParaRPr lang="en-US" sz="1200" dirty="0"/>
          </a:p>
        </p:txBody>
      </p:sp>
      <p:sp>
        <p:nvSpPr>
          <p:cNvPr id="126" name="Shape 124"/>
          <p:cNvSpPr/>
          <p:nvPr/>
        </p:nvSpPr>
        <p:spPr>
          <a:xfrm>
            <a:off x="6403975" y="3093244"/>
            <a:ext cx="1136650" cy="242590"/>
          </a:xfrm>
          <a:prstGeom prst="rect">
            <a:avLst/>
          </a:prstGeom>
          <a:solidFill>
            <a:srgbClr val="F9E1DE"/>
          </a:solidFill>
          <a:ln w="6350">
            <a:solidFill>
              <a:srgbClr val="B9C6BE"/>
            </a:solidFill>
            <a:prstDash val="solid"/>
          </a:ln>
        </p:spPr>
      </p:sp>
      <p:sp>
        <p:nvSpPr>
          <p:cNvPr id="127" name="Text 125"/>
          <p:cNvSpPr/>
          <p:nvPr/>
        </p:nvSpPr>
        <p:spPr>
          <a:xfrm>
            <a:off x="6381750" y="3115469"/>
            <a:ext cx="1181100" cy="22354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B3261E"/>
                </a:solidFill>
                <a:latin typeface="IBM Plex Sans" pitchFamily="34" charset="0"/>
                <a:ea typeface="IBM Plex Sans" pitchFamily="34" charset="-122"/>
                <a:cs typeface="IBM Plex Sans" pitchFamily="34" charset="-120"/>
              </a:rPr>
              <a:t>0</a:t>
            </a:r>
            <a:endParaRPr lang="en-US" sz="1200" dirty="0"/>
          </a:p>
        </p:txBody>
      </p:sp>
      <p:sp>
        <p:nvSpPr>
          <p:cNvPr id="128" name="Shape 126"/>
          <p:cNvSpPr/>
          <p:nvPr/>
        </p:nvSpPr>
        <p:spPr>
          <a:xfrm>
            <a:off x="7546975" y="3093244"/>
            <a:ext cx="1136650" cy="242590"/>
          </a:xfrm>
          <a:prstGeom prst="rect">
            <a:avLst/>
          </a:prstGeom>
          <a:solidFill>
            <a:srgbClr val="DCEFE2"/>
          </a:solidFill>
          <a:ln w="6350">
            <a:solidFill>
              <a:srgbClr val="B9C6BE"/>
            </a:solidFill>
            <a:prstDash val="solid"/>
          </a:ln>
        </p:spPr>
      </p:sp>
      <p:sp>
        <p:nvSpPr>
          <p:cNvPr id="129" name="Text 127"/>
          <p:cNvSpPr/>
          <p:nvPr/>
        </p:nvSpPr>
        <p:spPr>
          <a:xfrm>
            <a:off x="7524750" y="3115469"/>
            <a:ext cx="1181100" cy="22354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84</a:t>
            </a:r>
            <a:endParaRPr lang="en-US" sz="1200" dirty="0"/>
          </a:p>
        </p:txBody>
      </p:sp>
      <p:sp>
        <p:nvSpPr>
          <p:cNvPr id="130" name="Shape 128"/>
          <p:cNvSpPr/>
          <p:nvPr/>
        </p:nvSpPr>
        <p:spPr>
          <a:xfrm>
            <a:off x="8689975" y="3093244"/>
            <a:ext cx="1136650" cy="242590"/>
          </a:xfrm>
          <a:prstGeom prst="rect">
            <a:avLst/>
          </a:prstGeom>
          <a:solidFill>
            <a:srgbClr val="FBF1DC"/>
          </a:solidFill>
          <a:ln w="6350">
            <a:solidFill>
              <a:srgbClr val="B9C6BE"/>
            </a:solidFill>
            <a:prstDash val="solid"/>
          </a:ln>
        </p:spPr>
      </p:sp>
      <p:sp>
        <p:nvSpPr>
          <p:cNvPr id="131" name="Text 129"/>
          <p:cNvSpPr/>
          <p:nvPr/>
        </p:nvSpPr>
        <p:spPr>
          <a:xfrm>
            <a:off x="8667750" y="3115469"/>
            <a:ext cx="1181100" cy="22354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8A5A00"/>
                </a:solidFill>
                <a:latin typeface="IBM Plex Sans" pitchFamily="34" charset="0"/>
                <a:ea typeface="IBM Plex Sans" pitchFamily="34" charset="-122"/>
                <a:cs typeface="IBM Plex Sans" pitchFamily="34" charset="-120"/>
              </a:rPr>
              <a:t>77</a:t>
            </a:r>
            <a:endParaRPr lang="en-US" sz="1200" dirty="0"/>
          </a:p>
        </p:txBody>
      </p:sp>
      <p:sp>
        <p:nvSpPr>
          <p:cNvPr id="132" name="Shape 130"/>
          <p:cNvSpPr/>
          <p:nvPr/>
        </p:nvSpPr>
        <p:spPr>
          <a:xfrm>
            <a:off x="9832975" y="3093244"/>
            <a:ext cx="1136650" cy="242590"/>
          </a:xfrm>
          <a:prstGeom prst="rect">
            <a:avLst/>
          </a:prstGeom>
          <a:solidFill>
            <a:srgbClr val="FCFDFB"/>
          </a:solidFill>
          <a:ln w="6350">
            <a:solidFill>
              <a:srgbClr val="B9C6BE"/>
            </a:solidFill>
            <a:prstDash val="solid"/>
          </a:ln>
        </p:spPr>
      </p:sp>
      <p:sp>
        <p:nvSpPr>
          <p:cNvPr id="133" name="Text 131"/>
          <p:cNvSpPr/>
          <p:nvPr/>
        </p:nvSpPr>
        <p:spPr>
          <a:xfrm>
            <a:off x="9810750" y="3115469"/>
            <a:ext cx="1181100" cy="22354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9AA59E"/>
                </a:solidFill>
                <a:latin typeface="IBM Plex Sans" pitchFamily="34" charset="0"/>
                <a:ea typeface="IBM Plex Sans" pitchFamily="34" charset="-122"/>
                <a:cs typeface="IBM Plex Sans" pitchFamily="34" charset="-120"/>
              </a:rPr>
              <a:t>–</a:t>
            </a:r>
            <a:endParaRPr lang="en-US" sz="1200" dirty="0"/>
          </a:p>
        </p:txBody>
      </p:sp>
      <p:sp>
        <p:nvSpPr>
          <p:cNvPr id="134" name="Shape 132"/>
          <p:cNvSpPr/>
          <p:nvPr/>
        </p:nvSpPr>
        <p:spPr>
          <a:xfrm>
            <a:off x="815975" y="3342184"/>
            <a:ext cx="2152650" cy="242590"/>
          </a:xfrm>
          <a:prstGeom prst="rect">
            <a:avLst/>
          </a:prstGeom>
          <a:solidFill>
            <a:srgbClr val="FCFDFB"/>
          </a:solidFill>
          <a:ln w="6350">
            <a:solidFill>
              <a:srgbClr val="B9C6BE"/>
            </a:solidFill>
            <a:prstDash val="solid"/>
          </a:ln>
        </p:spPr>
      </p:sp>
      <p:sp>
        <p:nvSpPr>
          <p:cNvPr id="135" name="Text 133"/>
          <p:cNvSpPr/>
          <p:nvPr/>
        </p:nvSpPr>
        <p:spPr>
          <a:xfrm>
            <a:off x="882650" y="3364409"/>
            <a:ext cx="2079879" cy="2235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Salida</a:t>
            </a:r>
            <a:endParaRPr lang="en-US" sz="1200" dirty="0"/>
          </a:p>
        </p:txBody>
      </p:sp>
      <p:sp>
        <p:nvSpPr>
          <p:cNvPr id="136" name="Shape 134"/>
          <p:cNvSpPr/>
          <p:nvPr/>
        </p:nvSpPr>
        <p:spPr>
          <a:xfrm>
            <a:off x="2974975" y="3342184"/>
            <a:ext cx="1136650" cy="242590"/>
          </a:xfrm>
          <a:prstGeom prst="rect">
            <a:avLst/>
          </a:prstGeom>
          <a:solidFill>
            <a:srgbClr val="FCFDFB"/>
          </a:solidFill>
          <a:ln w="6350">
            <a:solidFill>
              <a:srgbClr val="B9C6BE"/>
            </a:solidFill>
            <a:prstDash val="solid"/>
          </a:ln>
        </p:spPr>
      </p:sp>
      <p:sp>
        <p:nvSpPr>
          <p:cNvPr id="137" name="Text 135"/>
          <p:cNvSpPr/>
          <p:nvPr/>
        </p:nvSpPr>
        <p:spPr>
          <a:xfrm>
            <a:off x="2952750" y="3364409"/>
            <a:ext cx="1181100" cy="22354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9AA59E"/>
                </a:solidFill>
                <a:latin typeface="IBM Plex Sans" pitchFamily="34" charset="0"/>
                <a:ea typeface="IBM Plex Sans" pitchFamily="34" charset="-122"/>
                <a:cs typeface="IBM Plex Sans" pitchFamily="34" charset="-120"/>
              </a:rPr>
              <a:t>100</a:t>
            </a:r>
            <a:endParaRPr lang="en-US" sz="1200" dirty="0"/>
          </a:p>
        </p:txBody>
      </p:sp>
      <p:sp>
        <p:nvSpPr>
          <p:cNvPr id="138" name="Shape 136"/>
          <p:cNvSpPr/>
          <p:nvPr/>
        </p:nvSpPr>
        <p:spPr>
          <a:xfrm>
            <a:off x="4117975" y="3342184"/>
            <a:ext cx="1136650" cy="242590"/>
          </a:xfrm>
          <a:prstGeom prst="rect">
            <a:avLst/>
          </a:prstGeom>
          <a:solidFill>
            <a:srgbClr val="DCEFE2"/>
          </a:solidFill>
          <a:ln w="6350">
            <a:solidFill>
              <a:srgbClr val="B9C6BE"/>
            </a:solidFill>
            <a:prstDash val="solid"/>
          </a:ln>
        </p:spPr>
      </p:sp>
      <p:sp>
        <p:nvSpPr>
          <p:cNvPr id="139" name="Text 137"/>
          <p:cNvSpPr/>
          <p:nvPr/>
        </p:nvSpPr>
        <p:spPr>
          <a:xfrm>
            <a:off x="4095750" y="3364409"/>
            <a:ext cx="1181100" cy="22354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100</a:t>
            </a:r>
            <a:endParaRPr lang="en-US" sz="1200" dirty="0"/>
          </a:p>
        </p:txBody>
      </p:sp>
      <p:sp>
        <p:nvSpPr>
          <p:cNvPr id="140" name="Shape 138"/>
          <p:cNvSpPr/>
          <p:nvPr/>
        </p:nvSpPr>
        <p:spPr>
          <a:xfrm>
            <a:off x="5260975" y="3342184"/>
            <a:ext cx="1136650" cy="242590"/>
          </a:xfrm>
          <a:prstGeom prst="rect">
            <a:avLst/>
          </a:prstGeom>
          <a:solidFill>
            <a:srgbClr val="DCEFE2"/>
          </a:solidFill>
          <a:ln w="6350">
            <a:solidFill>
              <a:srgbClr val="B9C6BE"/>
            </a:solidFill>
            <a:prstDash val="solid"/>
          </a:ln>
        </p:spPr>
      </p:sp>
      <p:sp>
        <p:nvSpPr>
          <p:cNvPr id="141" name="Text 139"/>
          <p:cNvSpPr/>
          <p:nvPr/>
        </p:nvSpPr>
        <p:spPr>
          <a:xfrm>
            <a:off x="5238750" y="3364409"/>
            <a:ext cx="1181100" cy="22354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100</a:t>
            </a:r>
            <a:endParaRPr lang="en-US" sz="1200" dirty="0"/>
          </a:p>
        </p:txBody>
      </p:sp>
      <p:sp>
        <p:nvSpPr>
          <p:cNvPr id="142" name="Shape 140"/>
          <p:cNvSpPr/>
          <p:nvPr/>
        </p:nvSpPr>
        <p:spPr>
          <a:xfrm>
            <a:off x="6403975" y="3342184"/>
            <a:ext cx="1136650" cy="242590"/>
          </a:xfrm>
          <a:prstGeom prst="rect">
            <a:avLst/>
          </a:prstGeom>
          <a:solidFill>
            <a:srgbClr val="DCEFE2"/>
          </a:solidFill>
          <a:ln w="6350">
            <a:solidFill>
              <a:srgbClr val="B9C6BE"/>
            </a:solidFill>
            <a:prstDash val="solid"/>
          </a:ln>
        </p:spPr>
      </p:sp>
      <p:sp>
        <p:nvSpPr>
          <p:cNvPr id="143" name="Text 141"/>
          <p:cNvSpPr/>
          <p:nvPr/>
        </p:nvSpPr>
        <p:spPr>
          <a:xfrm>
            <a:off x="6381750" y="3364409"/>
            <a:ext cx="1181100" cy="22354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95</a:t>
            </a:r>
            <a:endParaRPr lang="en-US" sz="1200" dirty="0"/>
          </a:p>
        </p:txBody>
      </p:sp>
      <p:sp>
        <p:nvSpPr>
          <p:cNvPr id="144" name="Shape 142"/>
          <p:cNvSpPr/>
          <p:nvPr/>
        </p:nvSpPr>
        <p:spPr>
          <a:xfrm>
            <a:off x="7546975" y="3342184"/>
            <a:ext cx="1136650" cy="242590"/>
          </a:xfrm>
          <a:prstGeom prst="rect">
            <a:avLst/>
          </a:prstGeom>
          <a:solidFill>
            <a:srgbClr val="DCEFE2"/>
          </a:solidFill>
          <a:ln w="6350">
            <a:solidFill>
              <a:srgbClr val="B9C6BE"/>
            </a:solidFill>
            <a:prstDash val="solid"/>
          </a:ln>
        </p:spPr>
      </p:sp>
      <p:sp>
        <p:nvSpPr>
          <p:cNvPr id="145" name="Text 143"/>
          <p:cNvSpPr/>
          <p:nvPr/>
        </p:nvSpPr>
        <p:spPr>
          <a:xfrm>
            <a:off x="7524750" y="3364409"/>
            <a:ext cx="1181100" cy="22354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95</a:t>
            </a:r>
            <a:endParaRPr lang="en-US" sz="1200" dirty="0"/>
          </a:p>
        </p:txBody>
      </p:sp>
      <p:sp>
        <p:nvSpPr>
          <p:cNvPr id="146" name="Shape 144"/>
          <p:cNvSpPr/>
          <p:nvPr/>
        </p:nvSpPr>
        <p:spPr>
          <a:xfrm>
            <a:off x="8689975" y="3342184"/>
            <a:ext cx="1136650" cy="242590"/>
          </a:xfrm>
          <a:prstGeom prst="rect">
            <a:avLst/>
          </a:prstGeom>
          <a:solidFill>
            <a:srgbClr val="DCEFE2"/>
          </a:solidFill>
          <a:ln w="6350">
            <a:solidFill>
              <a:srgbClr val="B9C6BE"/>
            </a:solidFill>
            <a:prstDash val="solid"/>
          </a:ln>
        </p:spPr>
      </p:sp>
      <p:sp>
        <p:nvSpPr>
          <p:cNvPr id="147" name="Text 145"/>
          <p:cNvSpPr/>
          <p:nvPr/>
        </p:nvSpPr>
        <p:spPr>
          <a:xfrm>
            <a:off x="8667750" y="3364409"/>
            <a:ext cx="1181100" cy="22354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95</a:t>
            </a:r>
            <a:endParaRPr lang="en-US" sz="1200" dirty="0"/>
          </a:p>
        </p:txBody>
      </p:sp>
      <p:sp>
        <p:nvSpPr>
          <p:cNvPr id="148" name="Shape 146"/>
          <p:cNvSpPr/>
          <p:nvPr/>
        </p:nvSpPr>
        <p:spPr>
          <a:xfrm>
            <a:off x="9832975" y="3342184"/>
            <a:ext cx="1136650" cy="242590"/>
          </a:xfrm>
          <a:prstGeom prst="rect">
            <a:avLst/>
          </a:prstGeom>
          <a:solidFill>
            <a:srgbClr val="DCEFE2"/>
          </a:solidFill>
          <a:ln w="6350">
            <a:solidFill>
              <a:srgbClr val="B9C6BE"/>
            </a:solidFill>
            <a:prstDash val="solid"/>
          </a:ln>
        </p:spPr>
      </p:sp>
      <p:sp>
        <p:nvSpPr>
          <p:cNvPr id="149" name="Text 147"/>
          <p:cNvSpPr/>
          <p:nvPr/>
        </p:nvSpPr>
        <p:spPr>
          <a:xfrm>
            <a:off x="9810750" y="3364409"/>
            <a:ext cx="1181100" cy="22354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100</a:t>
            </a:r>
            <a:endParaRPr lang="en-US" sz="1200" dirty="0"/>
          </a:p>
        </p:txBody>
      </p:sp>
      <p:sp>
        <p:nvSpPr>
          <p:cNvPr id="150" name="Shape 148"/>
          <p:cNvSpPr/>
          <p:nvPr/>
        </p:nvSpPr>
        <p:spPr>
          <a:xfrm>
            <a:off x="815975" y="3591123"/>
            <a:ext cx="10153650" cy="255389"/>
          </a:xfrm>
          <a:prstGeom prst="rect">
            <a:avLst/>
          </a:prstGeom>
          <a:solidFill>
            <a:srgbClr val="E6E1F0"/>
          </a:solidFill>
          <a:ln w="6350">
            <a:solidFill>
              <a:srgbClr val="B9C6BE"/>
            </a:solidFill>
            <a:prstDash val="solid"/>
          </a:ln>
        </p:spPr>
      </p:sp>
      <p:sp>
        <p:nvSpPr>
          <p:cNvPr id="151" name="Text 149"/>
          <p:cNvSpPr/>
          <p:nvPr/>
        </p:nvSpPr>
        <p:spPr>
          <a:xfrm>
            <a:off x="895350" y="3619698"/>
            <a:ext cx="10294747" cy="223639"/>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E1B4E"/>
                </a:solidFill>
                <a:latin typeface="IBM Plex Sans" pitchFamily="34" charset="0"/>
                <a:ea typeface="IBM Plex Sans" pitchFamily="34" charset="-122"/>
                <a:cs typeface="IBM Plex Sans" pitchFamily="34" charset="-120"/>
              </a:rPr>
              <a:t>De noche · 18 a 6 h</a:t>
            </a:r>
            <a:endParaRPr lang="en-US" sz="1200" dirty="0"/>
          </a:p>
        </p:txBody>
      </p:sp>
      <p:sp>
        <p:nvSpPr>
          <p:cNvPr id="152" name="Shape 150"/>
          <p:cNvSpPr/>
          <p:nvPr/>
        </p:nvSpPr>
        <p:spPr>
          <a:xfrm>
            <a:off x="815975" y="3852863"/>
            <a:ext cx="2152650" cy="242689"/>
          </a:xfrm>
          <a:prstGeom prst="rect">
            <a:avLst/>
          </a:prstGeom>
          <a:solidFill>
            <a:srgbClr val="FCFDFB"/>
          </a:solidFill>
          <a:ln w="6350">
            <a:solidFill>
              <a:srgbClr val="B9C6BE"/>
            </a:solidFill>
            <a:prstDash val="solid"/>
          </a:ln>
        </p:spPr>
      </p:sp>
      <p:sp>
        <p:nvSpPr>
          <p:cNvPr id="153" name="Text 151"/>
          <p:cNvSpPr/>
          <p:nvPr/>
        </p:nvSpPr>
        <p:spPr>
          <a:xfrm>
            <a:off x="882650" y="3875088"/>
            <a:ext cx="2079879" cy="2236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Ingreso</a:t>
            </a:r>
            <a:endParaRPr lang="en-US" sz="1200" dirty="0"/>
          </a:p>
        </p:txBody>
      </p:sp>
      <p:sp>
        <p:nvSpPr>
          <p:cNvPr id="154" name="Shape 152"/>
          <p:cNvSpPr/>
          <p:nvPr/>
        </p:nvSpPr>
        <p:spPr>
          <a:xfrm>
            <a:off x="2974975" y="3852863"/>
            <a:ext cx="1136650" cy="242689"/>
          </a:xfrm>
          <a:prstGeom prst="rect">
            <a:avLst/>
          </a:prstGeom>
          <a:solidFill>
            <a:srgbClr val="DCEFE2"/>
          </a:solidFill>
          <a:ln w="6350">
            <a:solidFill>
              <a:srgbClr val="B9C6BE"/>
            </a:solidFill>
            <a:prstDash val="solid"/>
          </a:ln>
        </p:spPr>
      </p:sp>
      <p:sp>
        <p:nvSpPr>
          <p:cNvPr id="155" name="Text 153"/>
          <p:cNvSpPr/>
          <p:nvPr/>
        </p:nvSpPr>
        <p:spPr>
          <a:xfrm>
            <a:off x="2952750" y="3875088"/>
            <a:ext cx="1181100" cy="22363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88</a:t>
            </a:r>
            <a:endParaRPr lang="en-US" sz="1200" dirty="0"/>
          </a:p>
        </p:txBody>
      </p:sp>
      <p:sp>
        <p:nvSpPr>
          <p:cNvPr id="156" name="Shape 154"/>
          <p:cNvSpPr/>
          <p:nvPr/>
        </p:nvSpPr>
        <p:spPr>
          <a:xfrm>
            <a:off x="4117975" y="3852863"/>
            <a:ext cx="1136650" cy="242689"/>
          </a:xfrm>
          <a:prstGeom prst="rect">
            <a:avLst/>
          </a:prstGeom>
          <a:solidFill>
            <a:srgbClr val="FBF1DC"/>
          </a:solidFill>
          <a:ln w="6350">
            <a:solidFill>
              <a:srgbClr val="B9C6BE"/>
            </a:solidFill>
            <a:prstDash val="solid"/>
          </a:ln>
        </p:spPr>
      </p:sp>
      <p:sp>
        <p:nvSpPr>
          <p:cNvPr id="157" name="Text 155"/>
          <p:cNvSpPr/>
          <p:nvPr/>
        </p:nvSpPr>
        <p:spPr>
          <a:xfrm>
            <a:off x="4095750" y="3875088"/>
            <a:ext cx="1181100" cy="22363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8A5A00"/>
                </a:solidFill>
                <a:latin typeface="IBM Plex Sans" pitchFamily="34" charset="0"/>
                <a:ea typeface="IBM Plex Sans" pitchFamily="34" charset="-122"/>
                <a:cs typeface="IBM Plex Sans" pitchFamily="34" charset="-120"/>
              </a:rPr>
              <a:t>71</a:t>
            </a:r>
            <a:endParaRPr lang="en-US" sz="1200" dirty="0"/>
          </a:p>
        </p:txBody>
      </p:sp>
      <p:sp>
        <p:nvSpPr>
          <p:cNvPr id="158" name="Shape 156"/>
          <p:cNvSpPr/>
          <p:nvPr/>
        </p:nvSpPr>
        <p:spPr>
          <a:xfrm>
            <a:off x="5260975" y="3852863"/>
            <a:ext cx="1136650" cy="242689"/>
          </a:xfrm>
          <a:prstGeom prst="rect">
            <a:avLst/>
          </a:prstGeom>
          <a:solidFill>
            <a:srgbClr val="FBF1DC"/>
          </a:solidFill>
          <a:ln w="6350">
            <a:solidFill>
              <a:srgbClr val="B9C6BE"/>
            </a:solidFill>
            <a:prstDash val="solid"/>
          </a:ln>
        </p:spPr>
      </p:sp>
      <p:sp>
        <p:nvSpPr>
          <p:cNvPr id="159" name="Text 157"/>
          <p:cNvSpPr/>
          <p:nvPr/>
        </p:nvSpPr>
        <p:spPr>
          <a:xfrm>
            <a:off x="5238750" y="3875088"/>
            <a:ext cx="1181100" cy="22363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8A5A00"/>
                </a:solidFill>
                <a:latin typeface="IBM Plex Sans" pitchFamily="34" charset="0"/>
                <a:ea typeface="IBM Plex Sans" pitchFamily="34" charset="-122"/>
                <a:cs typeface="IBM Plex Sans" pitchFamily="34" charset="-120"/>
              </a:rPr>
              <a:t>65</a:t>
            </a:r>
            <a:endParaRPr lang="en-US" sz="1200" dirty="0"/>
          </a:p>
        </p:txBody>
      </p:sp>
      <p:sp>
        <p:nvSpPr>
          <p:cNvPr id="160" name="Shape 158"/>
          <p:cNvSpPr/>
          <p:nvPr/>
        </p:nvSpPr>
        <p:spPr>
          <a:xfrm>
            <a:off x="6403975" y="3852863"/>
            <a:ext cx="1136650" cy="242689"/>
          </a:xfrm>
          <a:prstGeom prst="rect">
            <a:avLst/>
          </a:prstGeom>
          <a:solidFill>
            <a:srgbClr val="FBF1DC"/>
          </a:solidFill>
          <a:ln w="6350">
            <a:solidFill>
              <a:srgbClr val="B9C6BE"/>
            </a:solidFill>
            <a:prstDash val="solid"/>
          </a:ln>
        </p:spPr>
      </p:sp>
      <p:sp>
        <p:nvSpPr>
          <p:cNvPr id="161" name="Text 159"/>
          <p:cNvSpPr/>
          <p:nvPr/>
        </p:nvSpPr>
        <p:spPr>
          <a:xfrm>
            <a:off x="6381750" y="3875088"/>
            <a:ext cx="1181100" cy="22363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8A5A00"/>
                </a:solidFill>
                <a:latin typeface="IBM Plex Sans" pitchFamily="34" charset="0"/>
                <a:ea typeface="IBM Plex Sans" pitchFamily="34" charset="-122"/>
                <a:cs typeface="IBM Plex Sans" pitchFamily="34" charset="-120"/>
              </a:rPr>
              <a:t>77</a:t>
            </a:r>
            <a:endParaRPr lang="en-US" sz="1200" dirty="0"/>
          </a:p>
        </p:txBody>
      </p:sp>
      <p:sp>
        <p:nvSpPr>
          <p:cNvPr id="162" name="Shape 160"/>
          <p:cNvSpPr/>
          <p:nvPr/>
        </p:nvSpPr>
        <p:spPr>
          <a:xfrm>
            <a:off x="7546975" y="3852863"/>
            <a:ext cx="1136650" cy="242689"/>
          </a:xfrm>
          <a:prstGeom prst="rect">
            <a:avLst/>
          </a:prstGeom>
          <a:solidFill>
            <a:srgbClr val="DCEFE2"/>
          </a:solidFill>
          <a:ln w="6350">
            <a:solidFill>
              <a:srgbClr val="B9C6BE"/>
            </a:solidFill>
            <a:prstDash val="solid"/>
          </a:ln>
        </p:spPr>
      </p:sp>
      <p:sp>
        <p:nvSpPr>
          <p:cNvPr id="163" name="Text 161"/>
          <p:cNvSpPr/>
          <p:nvPr/>
        </p:nvSpPr>
        <p:spPr>
          <a:xfrm>
            <a:off x="7524750" y="3875088"/>
            <a:ext cx="1181100" cy="22363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82</a:t>
            </a:r>
            <a:endParaRPr lang="en-US" sz="1200" dirty="0"/>
          </a:p>
        </p:txBody>
      </p:sp>
      <p:sp>
        <p:nvSpPr>
          <p:cNvPr id="164" name="Shape 162"/>
          <p:cNvSpPr/>
          <p:nvPr/>
        </p:nvSpPr>
        <p:spPr>
          <a:xfrm>
            <a:off x="8689975" y="3852863"/>
            <a:ext cx="1136650" cy="242689"/>
          </a:xfrm>
          <a:prstGeom prst="rect">
            <a:avLst/>
          </a:prstGeom>
          <a:solidFill>
            <a:srgbClr val="F9E1DE"/>
          </a:solidFill>
          <a:ln w="6350">
            <a:solidFill>
              <a:srgbClr val="B9C6BE"/>
            </a:solidFill>
            <a:prstDash val="solid"/>
          </a:ln>
        </p:spPr>
      </p:sp>
      <p:sp>
        <p:nvSpPr>
          <p:cNvPr id="165" name="Text 163"/>
          <p:cNvSpPr/>
          <p:nvPr/>
        </p:nvSpPr>
        <p:spPr>
          <a:xfrm>
            <a:off x="8667750" y="3875088"/>
            <a:ext cx="1181100" cy="22363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B3261E"/>
                </a:solidFill>
                <a:latin typeface="IBM Plex Sans" pitchFamily="34" charset="0"/>
                <a:ea typeface="IBM Plex Sans" pitchFamily="34" charset="-122"/>
                <a:cs typeface="IBM Plex Sans" pitchFamily="34" charset="-120"/>
              </a:rPr>
              <a:t>52</a:t>
            </a:r>
            <a:endParaRPr lang="en-US" sz="1200" dirty="0"/>
          </a:p>
        </p:txBody>
      </p:sp>
      <p:sp>
        <p:nvSpPr>
          <p:cNvPr id="166" name="Shape 164"/>
          <p:cNvSpPr/>
          <p:nvPr/>
        </p:nvSpPr>
        <p:spPr>
          <a:xfrm>
            <a:off x="9832975" y="3852863"/>
            <a:ext cx="1136650" cy="242689"/>
          </a:xfrm>
          <a:prstGeom prst="rect">
            <a:avLst/>
          </a:prstGeom>
          <a:solidFill>
            <a:srgbClr val="F9E1DE"/>
          </a:solidFill>
          <a:ln w="6350">
            <a:solidFill>
              <a:srgbClr val="B9C6BE"/>
            </a:solidFill>
            <a:prstDash val="solid"/>
          </a:ln>
        </p:spPr>
      </p:sp>
      <p:sp>
        <p:nvSpPr>
          <p:cNvPr id="167" name="Text 165"/>
          <p:cNvSpPr/>
          <p:nvPr/>
        </p:nvSpPr>
        <p:spPr>
          <a:xfrm>
            <a:off x="9810750" y="3875088"/>
            <a:ext cx="1181100" cy="22363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B3261E"/>
                </a:solidFill>
                <a:latin typeface="IBM Plex Sans" pitchFamily="34" charset="0"/>
                <a:ea typeface="IBM Plex Sans" pitchFamily="34" charset="-122"/>
                <a:cs typeface="IBM Plex Sans" pitchFamily="34" charset="-120"/>
              </a:rPr>
              <a:t>63</a:t>
            </a:r>
            <a:endParaRPr lang="en-US" sz="1200" dirty="0"/>
          </a:p>
        </p:txBody>
      </p:sp>
      <p:sp>
        <p:nvSpPr>
          <p:cNvPr id="168" name="Shape 166"/>
          <p:cNvSpPr/>
          <p:nvPr/>
        </p:nvSpPr>
        <p:spPr>
          <a:xfrm>
            <a:off x="815975" y="4101902"/>
            <a:ext cx="2152650" cy="242689"/>
          </a:xfrm>
          <a:prstGeom prst="rect">
            <a:avLst/>
          </a:prstGeom>
          <a:solidFill>
            <a:srgbClr val="FCFDFB"/>
          </a:solidFill>
          <a:ln w="6350">
            <a:solidFill>
              <a:srgbClr val="B9C6BE"/>
            </a:solidFill>
            <a:prstDash val="solid"/>
          </a:ln>
        </p:spPr>
      </p:sp>
      <p:sp>
        <p:nvSpPr>
          <p:cNvPr id="169" name="Text 167"/>
          <p:cNvSpPr/>
          <p:nvPr/>
        </p:nvSpPr>
        <p:spPr>
          <a:xfrm>
            <a:off x="882650" y="4124127"/>
            <a:ext cx="2079879" cy="2236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Preingreso</a:t>
            </a:r>
            <a:endParaRPr lang="en-US" sz="1200" dirty="0"/>
          </a:p>
        </p:txBody>
      </p:sp>
      <p:sp>
        <p:nvSpPr>
          <p:cNvPr id="170" name="Shape 168"/>
          <p:cNvSpPr/>
          <p:nvPr/>
        </p:nvSpPr>
        <p:spPr>
          <a:xfrm>
            <a:off x="2974975" y="4101902"/>
            <a:ext cx="1136650" cy="242689"/>
          </a:xfrm>
          <a:prstGeom prst="rect">
            <a:avLst/>
          </a:prstGeom>
          <a:solidFill>
            <a:srgbClr val="DCEFE2"/>
          </a:solidFill>
          <a:ln w="6350">
            <a:solidFill>
              <a:srgbClr val="B9C6BE"/>
            </a:solidFill>
            <a:prstDash val="solid"/>
          </a:ln>
        </p:spPr>
      </p:sp>
      <p:sp>
        <p:nvSpPr>
          <p:cNvPr id="171" name="Text 169"/>
          <p:cNvSpPr/>
          <p:nvPr/>
        </p:nvSpPr>
        <p:spPr>
          <a:xfrm>
            <a:off x="2952750" y="4124127"/>
            <a:ext cx="1181100" cy="22363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88</a:t>
            </a:r>
            <a:endParaRPr lang="en-US" sz="1200" dirty="0"/>
          </a:p>
        </p:txBody>
      </p:sp>
      <p:sp>
        <p:nvSpPr>
          <p:cNvPr id="172" name="Shape 170"/>
          <p:cNvSpPr/>
          <p:nvPr/>
        </p:nvSpPr>
        <p:spPr>
          <a:xfrm>
            <a:off x="4117975" y="4101902"/>
            <a:ext cx="1136650" cy="242689"/>
          </a:xfrm>
          <a:prstGeom prst="rect">
            <a:avLst/>
          </a:prstGeom>
          <a:solidFill>
            <a:srgbClr val="DCEFE2"/>
          </a:solidFill>
          <a:ln w="6350">
            <a:solidFill>
              <a:srgbClr val="B9C6BE"/>
            </a:solidFill>
            <a:prstDash val="solid"/>
          </a:ln>
        </p:spPr>
      </p:sp>
      <p:sp>
        <p:nvSpPr>
          <p:cNvPr id="173" name="Text 171"/>
          <p:cNvSpPr/>
          <p:nvPr/>
        </p:nvSpPr>
        <p:spPr>
          <a:xfrm>
            <a:off x="4095750" y="4124127"/>
            <a:ext cx="1181100" cy="22363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96</a:t>
            </a:r>
            <a:endParaRPr lang="en-US" sz="1200" dirty="0"/>
          </a:p>
        </p:txBody>
      </p:sp>
      <p:sp>
        <p:nvSpPr>
          <p:cNvPr id="174" name="Shape 172"/>
          <p:cNvSpPr/>
          <p:nvPr/>
        </p:nvSpPr>
        <p:spPr>
          <a:xfrm>
            <a:off x="5260975" y="4101902"/>
            <a:ext cx="1136650" cy="242689"/>
          </a:xfrm>
          <a:prstGeom prst="rect">
            <a:avLst/>
          </a:prstGeom>
          <a:solidFill>
            <a:srgbClr val="DCEFE2"/>
          </a:solidFill>
          <a:ln w="6350">
            <a:solidFill>
              <a:srgbClr val="B9C6BE"/>
            </a:solidFill>
            <a:prstDash val="solid"/>
          </a:ln>
        </p:spPr>
      </p:sp>
      <p:sp>
        <p:nvSpPr>
          <p:cNvPr id="175" name="Text 173"/>
          <p:cNvSpPr/>
          <p:nvPr/>
        </p:nvSpPr>
        <p:spPr>
          <a:xfrm>
            <a:off x="5238750" y="4124127"/>
            <a:ext cx="1181100" cy="22363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100</a:t>
            </a:r>
            <a:endParaRPr lang="en-US" sz="1200" dirty="0"/>
          </a:p>
        </p:txBody>
      </p:sp>
      <p:sp>
        <p:nvSpPr>
          <p:cNvPr id="176" name="Shape 174"/>
          <p:cNvSpPr/>
          <p:nvPr/>
        </p:nvSpPr>
        <p:spPr>
          <a:xfrm>
            <a:off x="6403975" y="4101902"/>
            <a:ext cx="1136650" cy="242689"/>
          </a:xfrm>
          <a:prstGeom prst="rect">
            <a:avLst/>
          </a:prstGeom>
          <a:solidFill>
            <a:srgbClr val="DCEFE2"/>
          </a:solidFill>
          <a:ln w="6350">
            <a:solidFill>
              <a:srgbClr val="B9C6BE"/>
            </a:solidFill>
            <a:prstDash val="solid"/>
          </a:ln>
        </p:spPr>
      </p:sp>
      <p:sp>
        <p:nvSpPr>
          <p:cNvPr id="177" name="Text 175"/>
          <p:cNvSpPr/>
          <p:nvPr/>
        </p:nvSpPr>
        <p:spPr>
          <a:xfrm>
            <a:off x="6381750" y="4124127"/>
            <a:ext cx="1181100" cy="22363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90</a:t>
            </a:r>
            <a:endParaRPr lang="en-US" sz="1200" dirty="0"/>
          </a:p>
        </p:txBody>
      </p:sp>
      <p:sp>
        <p:nvSpPr>
          <p:cNvPr id="178" name="Shape 176"/>
          <p:cNvSpPr/>
          <p:nvPr/>
        </p:nvSpPr>
        <p:spPr>
          <a:xfrm>
            <a:off x="7546975" y="4101902"/>
            <a:ext cx="1136650" cy="242689"/>
          </a:xfrm>
          <a:prstGeom prst="rect">
            <a:avLst/>
          </a:prstGeom>
          <a:solidFill>
            <a:srgbClr val="DCEFE2"/>
          </a:solidFill>
          <a:ln w="6350">
            <a:solidFill>
              <a:srgbClr val="B9C6BE"/>
            </a:solidFill>
            <a:prstDash val="solid"/>
          </a:ln>
        </p:spPr>
      </p:sp>
      <p:sp>
        <p:nvSpPr>
          <p:cNvPr id="179" name="Text 177"/>
          <p:cNvSpPr/>
          <p:nvPr/>
        </p:nvSpPr>
        <p:spPr>
          <a:xfrm>
            <a:off x="7524750" y="4124127"/>
            <a:ext cx="1181100" cy="22363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95</a:t>
            </a:r>
            <a:endParaRPr lang="en-US" sz="1200" dirty="0"/>
          </a:p>
        </p:txBody>
      </p:sp>
      <p:sp>
        <p:nvSpPr>
          <p:cNvPr id="180" name="Shape 178"/>
          <p:cNvSpPr/>
          <p:nvPr/>
        </p:nvSpPr>
        <p:spPr>
          <a:xfrm>
            <a:off x="8689975" y="4101902"/>
            <a:ext cx="1136650" cy="242689"/>
          </a:xfrm>
          <a:prstGeom prst="rect">
            <a:avLst/>
          </a:prstGeom>
          <a:solidFill>
            <a:srgbClr val="FBF1DC"/>
          </a:solidFill>
          <a:ln w="6350">
            <a:solidFill>
              <a:srgbClr val="B9C6BE"/>
            </a:solidFill>
            <a:prstDash val="solid"/>
          </a:ln>
        </p:spPr>
      </p:sp>
      <p:sp>
        <p:nvSpPr>
          <p:cNvPr id="181" name="Text 179"/>
          <p:cNvSpPr/>
          <p:nvPr/>
        </p:nvSpPr>
        <p:spPr>
          <a:xfrm>
            <a:off x="8667750" y="4124127"/>
            <a:ext cx="1181100" cy="22363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8A5A00"/>
                </a:solidFill>
                <a:latin typeface="IBM Plex Sans" pitchFamily="34" charset="0"/>
                <a:ea typeface="IBM Plex Sans" pitchFamily="34" charset="-122"/>
                <a:cs typeface="IBM Plex Sans" pitchFamily="34" charset="-120"/>
              </a:rPr>
              <a:t>77</a:t>
            </a:r>
            <a:endParaRPr lang="en-US" sz="1200" dirty="0"/>
          </a:p>
        </p:txBody>
      </p:sp>
      <p:sp>
        <p:nvSpPr>
          <p:cNvPr id="182" name="Shape 180"/>
          <p:cNvSpPr/>
          <p:nvPr/>
        </p:nvSpPr>
        <p:spPr>
          <a:xfrm>
            <a:off x="9832975" y="4101902"/>
            <a:ext cx="1136650" cy="242689"/>
          </a:xfrm>
          <a:prstGeom prst="rect">
            <a:avLst/>
          </a:prstGeom>
          <a:solidFill>
            <a:srgbClr val="DCEFE2"/>
          </a:solidFill>
          <a:ln w="6350">
            <a:solidFill>
              <a:srgbClr val="B9C6BE"/>
            </a:solidFill>
            <a:prstDash val="solid"/>
          </a:ln>
        </p:spPr>
      </p:sp>
      <p:sp>
        <p:nvSpPr>
          <p:cNvPr id="183" name="Text 181"/>
          <p:cNvSpPr/>
          <p:nvPr/>
        </p:nvSpPr>
        <p:spPr>
          <a:xfrm>
            <a:off x="9810750" y="4124127"/>
            <a:ext cx="1181100" cy="22363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100</a:t>
            </a:r>
            <a:endParaRPr lang="en-US" sz="1200" dirty="0"/>
          </a:p>
        </p:txBody>
      </p:sp>
      <p:sp>
        <p:nvSpPr>
          <p:cNvPr id="184" name="Shape 182"/>
          <p:cNvSpPr/>
          <p:nvPr/>
        </p:nvSpPr>
        <p:spPr>
          <a:xfrm>
            <a:off x="815975" y="4350941"/>
            <a:ext cx="2152650" cy="242689"/>
          </a:xfrm>
          <a:prstGeom prst="rect">
            <a:avLst/>
          </a:prstGeom>
          <a:solidFill>
            <a:srgbClr val="FCFDFB"/>
          </a:solidFill>
          <a:ln w="6350">
            <a:solidFill>
              <a:srgbClr val="B9C6BE"/>
            </a:solidFill>
            <a:prstDash val="solid"/>
          </a:ln>
        </p:spPr>
      </p:sp>
      <p:sp>
        <p:nvSpPr>
          <p:cNvPr id="185" name="Text 183"/>
          <p:cNvSpPr/>
          <p:nvPr/>
        </p:nvSpPr>
        <p:spPr>
          <a:xfrm>
            <a:off x="882650" y="4373166"/>
            <a:ext cx="2079879" cy="2236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Calada</a:t>
            </a:r>
            <a:endParaRPr lang="en-US" sz="1200" dirty="0"/>
          </a:p>
        </p:txBody>
      </p:sp>
      <p:sp>
        <p:nvSpPr>
          <p:cNvPr id="186" name="Shape 184"/>
          <p:cNvSpPr/>
          <p:nvPr/>
        </p:nvSpPr>
        <p:spPr>
          <a:xfrm>
            <a:off x="2974975" y="4350941"/>
            <a:ext cx="1136650" cy="242689"/>
          </a:xfrm>
          <a:prstGeom prst="rect">
            <a:avLst/>
          </a:prstGeom>
          <a:solidFill>
            <a:srgbClr val="FBF1DC"/>
          </a:solidFill>
          <a:ln w="6350">
            <a:solidFill>
              <a:srgbClr val="B9C6BE"/>
            </a:solidFill>
            <a:prstDash val="solid"/>
          </a:ln>
        </p:spPr>
      </p:sp>
      <p:sp>
        <p:nvSpPr>
          <p:cNvPr id="187" name="Text 185"/>
          <p:cNvSpPr/>
          <p:nvPr/>
        </p:nvSpPr>
        <p:spPr>
          <a:xfrm>
            <a:off x="2952750" y="4373166"/>
            <a:ext cx="1181100" cy="22363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8A5A00"/>
                </a:solidFill>
                <a:latin typeface="IBM Plex Sans" pitchFamily="34" charset="0"/>
                <a:ea typeface="IBM Plex Sans" pitchFamily="34" charset="-122"/>
                <a:cs typeface="IBM Plex Sans" pitchFamily="34" charset="-120"/>
              </a:rPr>
              <a:t>71</a:t>
            </a:r>
            <a:endParaRPr lang="en-US" sz="1200" dirty="0"/>
          </a:p>
        </p:txBody>
      </p:sp>
      <p:sp>
        <p:nvSpPr>
          <p:cNvPr id="188" name="Shape 186"/>
          <p:cNvSpPr/>
          <p:nvPr/>
        </p:nvSpPr>
        <p:spPr>
          <a:xfrm>
            <a:off x="4117975" y="4350941"/>
            <a:ext cx="1136650" cy="242689"/>
          </a:xfrm>
          <a:prstGeom prst="rect">
            <a:avLst/>
          </a:prstGeom>
          <a:solidFill>
            <a:srgbClr val="DCEFE2"/>
          </a:solidFill>
          <a:ln w="6350">
            <a:solidFill>
              <a:srgbClr val="B9C6BE"/>
            </a:solidFill>
            <a:prstDash val="solid"/>
          </a:ln>
        </p:spPr>
      </p:sp>
      <p:sp>
        <p:nvSpPr>
          <p:cNvPr id="189" name="Text 187"/>
          <p:cNvSpPr/>
          <p:nvPr/>
        </p:nvSpPr>
        <p:spPr>
          <a:xfrm>
            <a:off x="4095750" y="4373166"/>
            <a:ext cx="1181100" cy="22363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81</a:t>
            </a:r>
            <a:endParaRPr lang="en-US" sz="1200" dirty="0"/>
          </a:p>
        </p:txBody>
      </p:sp>
      <p:sp>
        <p:nvSpPr>
          <p:cNvPr id="190" name="Shape 188"/>
          <p:cNvSpPr/>
          <p:nvPr/>
        </p:nvSpPr>
        <p:spPr>
          <a:xfrm>
            <a:off x="5260975" y="4350941"/>
            <a:ext cx="1136650" cy="242689"/>
          </a:xfrm>
          <a:prstGeom prst="rect">
            <a:avLst/>
          </a:prstGeom>
          <a:solidFill>
            <a:srgbClr val="FBF1DC"/>
          </a:solidFill>
          <a:ln w="6350">
            <a:solidFill>
              <a:srgbClr val="B9C6BE"/>
            </a:solidFill>
            <a:prstDash val="solid"/>
          </a:ln>
        </p:spPr>
      </p:sp>
      <p:sp>
        <p:nvSpPr>
          <p:cNvPr id="191" name="Text 189"/>
          <p:cNvSpPr/>
          <p:nvPr/>
        </p:nvSpPr>
        <p:spPr>
          <a:xfrm>
            <a:off x="5238750" y="4373166"/>
            <a:ext cx="1181100" cy="22363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8A5A00"/>
                </a:solidFill>
                <a:latin typeface="IBM Plex Sans" pitchFamily="34" charset="0"/>
                <a:ea typeface="IBM Plex Sans" pitchFamily="34" charset="-122"/>
                <a:cs typeface="IBM Plex Sans" pitchFamily="34" charset="-120"/>
              </a:rPr>
              <a:t>73</a:t>
            </a:r>
            <a:endParaRPr lang="en-US" sz="1200" dirty="0"/>
          </a:p>
        </p:txBody>
      </p:sp>
      <p:sp>
        <p:nvSpPr>
          <p:cNvPr id="192" name="Shape 190"/>
          <p:cNvSpPr/>
          <p:nvPr/>
        </p:nvSpPr>
        <p:spPr>
          <a:xfrm>
            <a:off x="6403975" y="4350941"/>
            <a:ext cx="1136650" cy="242689"/>
          </a:xfrm>
          <a:prstGeom prst="rect">
            <a:avLst/>
          </a:prstGeom>
          <a:solidFill>
            <a:srgbClr val="DCEFE2"/>
          </a:solidFill>
          <a:ln w="6350">
            <a:solidFill>
              <a:srgbClr val="B9C6BE"/>
            </a:solidFill>
            <a:prstDash val="solid"/>
          </a:ln>
        </p:spPr>
      </p:sp>
      <p:sp>
        <p:nvSpPr>
          <p:cNvPr id="193" name="Text 191"/>
          <p:cNvSpPr/>
          <p:nvPr/>
        </p:nvSpPr>
        <p:spPr>
          <a:xfrm>
            <a:off x="6381750" y="4373166"/>
            <a:ext cx="1181100" cy="22363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89</a:t>
            </a:r>
            <a:endParaRPr lang="en-US" sz="1200" dirty="0"/>
          </a:p>
        </p:txBody>
      </p:sp>
      <p:sp>
        <p:nvSpPr>
          <p:cNvPr id="194" name="Shape 192"/>
          <p:cNvSpPr/>
          <p:nvPr/>
        </p:nvSpPr>
        <p:spPr>
          <a:xfrm>
            <a:off x="7546975" y="4350941"/>
            <a:ext cx="1136650" cy="242689"/>
          </a:xfrm>
          <a:prstGeom prst="rect">
            <a:avLst/>
          </a:prstGeom>
          <a:solidFill>
            <a:srgbClr val="DCEFE2"/>
          </a:solidFill>
          <a:ln w="6350">
            <a:solidFill>
              <a:srgbClr val="B9C6BE"/>
            </a:solidFill>
            <a:prstDash val="solid"/>
          </a:ln>
        </p:spPr>
      </p:sp>
      <p:sp>
        <p:nvSpPr>
          <p:cNvPr id="195" name="Text 193"/>
          <p:cNvSpPr/>
          <p:nvPr/>
        </p:nvSpPr>
        <p:spPr>
          <a:xfrm>
            <a:off x="7524750" y="4373166"/>
            <a:ext cx="1181100" cy="22363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91</a:t>
            </a:r>
            <a:endParaRPr lang="en-US" sz="1200" dirty="0"/>
          </a:p>
        </p:txBody>
      </p:sp>
      <p:sp>
        <p:nvSpPr>
          <p:cNvPr id="196" name="Shape 194"/>
          <p:cNvSpPr/>
          <p:nvPr/>
        </p:nvSpPr>
        <p:spPr>
          <a:xfrm>
            <a:off x="8689975" y="4350941"/>
            <a:ext cx="1136650" cy="242689"/>
          </a:xfrm>
          <a:prstGeom prst="rect">
            <a:avLst/>
          </a:prstGeom>
          <a:solidFill>
            <a:srgbClr val="FBF1DC"/>
          </a:solidFill>
          <a:ln w="6350">
            <a:solidFill>
              <a:srgbClr val="B9C6BE"/>
            </a:solidFill>
            <a:prstDash val="solid"/>
          </a:ln>
        </p:spPr>
      </p:sp>
      <p:sp>
        <p:nvSpPr>
          <p:cNvPr id="197" name="Text 195"/>
          <p:cNvSpPr/>
          <p:nvPr/>
        </p:nvSpPr>
        <p:spPr>
          <a:xfrm>
            <a:off x="8667750" y="4373166"/>
            <a:ext cx="1181100" cy="22363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8A5A00"/>
                </a:solidFill>
                <a:latin typeface="IBM Plex Sans" pitchFamily="34" charset="0"/>
                <a:ea typeface="IBM Plex Sans" pitchFamily="34" charset="-122"/>
                <a:cs typeface="IBM Plex Sans" pitchFamily="34" charset="-120"/>
              </a:rPr>
              <a:t>67</a:t>
            </a:r>
            <a:endParaRPr lang="en-US" sz="1200" dirty="0"/>
          </a:p>
        </p:txBody>
      </p:sp>
      <p:sp>
        <p:nvSpPr>
          <p:cNvPr id="198" name="Shape 196"/>
          <p:cNvSpPr/>
          <p:nvPr/>
        </p:nvSpPr>
        <p:spPr>
          <a:xfrm>
            <a:off x="9832975" y="4350941"/>
            <a:ext cx="1136650" cy="242689"/>
          </a:xfrm>
          <a:prstGeom prst="rect">
            <a:avLst/>
          </a:prstGeom>
          <a:solidFill>
            <a:srgbClr val="DCEFE2"/>
          </a:solidFill>
          <a:ln w="6350">
            <a:solidFill>
              <a:srgbClr val="B9C6BE"/>
            </a:solidFill>
            <a:prstDash val="solid"/>
          </a:ln>
        </p:spPr>
      </p:sp>
      <p:sp>
        <p:nvSpPr>
          <p:cNvPr id="199" name="Text 197"/>
          <p:cNvSpPr/>
          <p:nvPr/>
        </p:nvSpPr>
        <p:spPr>
          <a:xfrm>
            <a:off x="9810750" y="4373166"/>
            <a:ext cx="1181100" cy="22363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80</a:t>
            </a:r>
            <a:endParaRPr lang="en-US" sz="1200" dirty="0"/>
          </a:p>
        </p:txBody>
      </p:sp>
      <p:sp>
        <p:nvSpPr>
          <p:cNvPr id="200" name="Shape 198"/>
          <p:cNvSpPr/>
          <p:nvPr/>
        </p:nvSpPr>
        <p:spPr>
          <a:xfrm>
            <a:off x="815975" y="4599980"/>
            <a:ext cx="2152650" cy="242689"/>
          </a:xfrm>
          <a:prstGeom prst="rect">
            <a:avLst/>
          </a:prstGeom>
          <a:solidFill>
            <a:srgbClr val="FCFDFB"/>
          </a:solidFill>
          <a:ln w="6350">
            <a:solidFill>
              <a:srgbClr val="B9C6BE"/>
            </a:solidFill>
            <a:prstDash val="solid"/>
          </a:ln>
        </p:spPr>
      </p:sp>
      <p:sp>
        <p:nvSpPr>
          <p:cNvPr id="201" name="Text 199"/>
          <p:cNvSpPr/>
          <p:nvPr/>
        </p:nvSpPr>
        <p:spPr>
          <a:xfrm>
            <a:off x="882650" y="4622205"/>
            <a:ext cx="2079879" cy="2236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Balanza ingreso (B1)</a:t>
            </a:r>
            <a:endParaRPr lang="en-US" sz="1200" dirty="0"/>
          </a:p>
        </p:txBody>
      </p:sp>
      <p:sp>
        <p:nvSpPr>
          <p:cNvPr id="202" name="Shape 200"/>
          <p:cNvSpPr/>
          <p:nvPr/>
        </p:nvSpPr>
        <p:spPr>
          <a:xfrm>
            <a:off x="2974975" y="4599980"/>
            <a:ext cx="1136650" cy="242689"/>
          </a:xfrm>
          <a:prstGeom prst="rect">
            <a:avLst/>
          </a:prstGeom>
          <a:solidFill>
            <a:srgbClr val="FCFDFB"/>
          </a:solidFill>
          <a:ln w="6350">
            <a:solidFill>
              <a:srgbClr val="B9C6BE"/>
            </a:solidFill>
            <a:prstDash val="solid"/>
          </a:ln>
        </p:spPr>
      </p:sp>
      <p:sp>
        <p:nvSpPr>
          <p:cNvPr id="203" name="Text 201"/>
          <p:cNvSpPr/>
          <p:nvPr/>
        </p:nvSpPr>
        <p:spPr>
          <a:xfrm>
            <a:off x="2952750" y="4622205"/>
            <a:ext cx="1181100" cy="22363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9AA59E"/>
                </a:solidFill>
                <a:latin typeface="IBM Plex Sans" pitchFamily="34" charset="0"/>
                <a:ea typeface="IBM Plex Sans" pitchFamily="34" charset="-122"/>
                <a:cs typeface="IBM Plex Sans" pitchFamily="34" charset="-120"/>
              </a:rPr>
              <a:t>0</a:t>
            </a:r>
            <a:endParaRPr lang="en-US" sz="1200" dirty="0"/>
          </a:p>
        </p:txBody>
      </p:sp>
      <p:sp>
        <p:nvSpPr>
          <p:cNvPr id="204" name="Shape 202"/>
          <p:cNvSpPr/>
          <p:nvPr/>
        </p:nvSpPr>
        <p:spPr>
          <a:xfrm>
            <a:off x="4117975" y="4599980"/>
            <a:ext cx="1136650" cy="242689"/>
          </a:xfrm>
          <a:prstGeom prst="rect">
            <a:avLst/>
          </a:prstGeom>
          <a:solidFill>
            <a:srgbClr val="F9E1DE"/>
          </a:solidFill>
          <a:ln w="6350">
            <a:solidFill>
              <a:srgbClr val="B9C6BE"/>
            </a:solidFill>
            <a:prstDash val="solid"/>
          </a:ln>
        </p:spPr>
      </p:sp>
      <p:sp>
        <p:nvSpPr>
          <p:cNvPr id="205" name="Text 203"/>
          <p:cNvSpPr/>
          <p:nvPr/>
        </p:nvSpPr>
        <p:spPr>
          <a:xfrm>
            <a:off x="4095750" y="4622205"/>
            <a:ext cx="1181100" cy="22363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B3261E"/>
                </a:solidFill>
                <a:latin typeface="IBM Plex Sans" pitchFamily="34" charset="0"/>
                <a:ea typeface="IBM Plex Sans" pitchFamily="34" charset="-122"/>
                <a:cs typeface="IBM Plex Sans" pitchFamily="34" charset="-120"/>
              </a:rPr>
              <a:t>18</a:t>
            </a:r>
            <a:endParaRPr lang="en-US" sz="1200" dirty="0"/>
          </a:p>
        </p:txBody>
      </p:sp>
      <p:sp>
        <p:nvSpPr>
          <p:cNvPr id="206" name="Shape 204"/>
          <p:cNvSpPr/>
          <p:nvPr/>
        </p:nvSpPr>
        <p:spPr>
          <a:xfrm>
            <a:off x="5260975" y="4599980"/>
            <a:ext cx="1136650" cy="242689"/>
          </a:xfrm>
          <a:prstGeom prst="rect">
            <a:avLst/>
          </a:prstGeom>
          <a:solidFill>
            <a:srgbClr val="F9E1DE"/>
          </a:solidFill>
          <a:ln w="6350">
            <a:solidFill>
              <a:srgbClr val="B9C6BE"/>
            </a:solidFill>
            <a:prstDash val="solid"/>
          </a:ln>
        </p:spPr>
      </p:sp>
      <p:sp>
        <p:nvSpPr>
          <p:cNvPr id="207" name="Text 205"/>
          <p:cNvSpPr/>
          <p:nvPr/>
        </p:nvSpPr>
        <p:spPr>
          <a:xfrm>
            <a:off x="5238750" y="4622205"/>
            <a:ext cx="1181100" cy="22363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B3261E"/>
                </a:solidFill>
                <a:latin typeface="IBM Plex Sans" pitchFamily="34" charset="0"/>
                <a:ea typeface="IBM Plex Sans" pitchFamily="34" charset="-122"/>
                <a:cs typeface="IBM Plex Sans" pitchFamily="34" charset="-120"/>
              </a:rPr>
              <a:t>14</a:t>
            </a:r>
            <a:endParaRPr lang="en-US" sz="1200" dirty="0"/>
          </a:p>
        </p:txBody>
      </p:sp>
      <p:sp>
        <p:nvSpPr>
          <p:cNvPr id="208" name="Shape 206"/>
          <p:cNvSpPr/>
          <p:nvPr/>
        </p:nvSpPr>
        <p:spPr>
          <a:xfrm>
            <a:off x="6403975" y="4599980"/>
            <a:ext cx="1136650" cy="242689"/>
          </a:xfrm>
          <a:prstGeom prst="rect">
            <a:avLst/>
          </a:prstGeom>
          <a:solidFill>
            <a:srgbClr val="FCFDFB"/>
          </a:solidFill>
          <a:ln w="6350">
            <a:solidFill>
              <a:srgbClr val="B9C6BE"/>
            </a:solidFill>
            <a:prstDash val="solid"/>
          </a:ln>
        </p:spPr>
      </p:sp>
      <p:sp>
        <p:nvSpPr>
          <p:cNvPr id="209" name="Text 207"/>
          <p:cNvSpPr/>
          <p:nvPr/>
        </p:nvSpPr>
        <p:spPr>
          <a:xfrm>
            <a:off x="6381750" y="4622205"/>
            <a:ext cx="1181100" cy="22363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9AA59E"/>
                </a:solidFill>
                <a:latin typeface="IBM Plex Sans" pitchFamily="34" charset="0"/>
                <a:ea typeface="IBM Plex Sans" pitchFamily="34" charset="-122"/>
                <a:cs typeface="IBM Plex Sans" pitchFamily="34" charset="-120"/>
              </a:rPr>
              <a:t>25</a:t>
            </a:r>
            <a:endParaRPr lang="en-US" sz="1200" dirty="0"/>
          </a:p>
        </p:txBody>
      </p:sp>
      <p:sp>
        <p:nvSpPr>
          <p:cNvPr id="210" name="Shape 208"/>
          <p:cNvSpPr/>
          <p:nvPr/>
        </p:nvSpPr>
        <p:spPr>
          <a:xfrm>
            <a:off x="7546975" y="4599980"/>
            <a:ext cx="1136650" cy="242689"/>
          </a:xfrm>
          <a:prstGeom prst="rect">
            <a:avLst/>
          </a:prstGeom>
          <a:solidFill>
            <a:srgbClr val="F9E1DE"/>
          </a:solidFill>
          <a:ln w="6350">
            <a:solidFill>
              <a:srgbClr val="B9C6BE"/>
            </a:solidFill>
            <a:prstDash val="solid"/>
          </a:ln>
        </p:spPr>
      </p:sp>
      <p:sp>
        <p:nvSpPr>
          <p:cNvPr id="211" name="Text 209"/>
          <p:cNvSpPr/>
          <p:nvPr/>
        </p:nvSpPr>
        <p:spPr>
          <a:xfrm>
            <a:off x="7524750" y="4622205"/>
            <a:ext cx="1181100" cy="22363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B3261E"/>
                </a:solidFill>
                <a:latin typeface="IBM Plex Sans" pitchFamily="34" charset="0"/>
                <a:ea typeface="IBM Plex Sans" pitchFamily="34" charset="-122"/>
                <a:cs typeface="IBM Plex Sans" pitchFamily="34" charset="-120"/>
              </a:rPr>
              <a:t>27</a:t>
            </a:r>
            <a:endParaRPr lang="en-US" sz="1200" dirty="0"/>
          </a:p>
        </p:txBody>
      </p:sp>
      <p:sp>
        <p:nvSpPr>
          <p:cNvPr id="212" name="Shape 210"/>
          <p:cNvSpPr/>
          <p:nvPr/>
        </p:nvSpPr>
        <p:spPr>
          <a:xfrm>
            <a:off x="8689975" y="4599980"/>
            <a:ext cx="1136650" cy="242689"/>
          </a:xfrm>
          <a:prstGeom prst="rect">
            <a:avLst/>
          </a:prstGeom>
          <a:solidFill>
            <a:srgbClr val="F9E1DE"/>
          </a:solidFill>
          <a:ln w="6350">
            <a:solidFill>
              <a:srgbClr val="B9C6BE"/>
            </a:solidFill>
            <a:prstDash val="solid"/>
          </a:ln>
        </p:spPr>
      </p:sp>
      <p:sp>
        <p:nvSpPr>
          <p:cNvPr id="213" name="Text 211"/>
          <p:cNvSpPr/>
          <p:nvPr/>
        </p:nvSpPr>
        <p:spPr>
          <a:xfrm>
            <a:off x="8667750" y="4622205"/>
            <a:ext cx="1181100" cy="22363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B3261E"/>
                </a:solidFill>
                <a:latin typeface="IBM Plex Sans" pitchFamily="34" charset="0"/>
                <a:ea typeface="IBM Plex Sans" pitchFamily="34" charset="-122"/>
                <a:cs typeface="IBM Plex Sans" pitchFamily="34" charset="-120"/>
              </a:rPr>
              <a:t>13</a:t>
            </a:r>
            <a:endParaRPr lang="en-US" sz="1200" dirty="0"/>
          </a:p>
        </p:txBody>
      </p:sp>
      <p:sp>
        <p:nvSpPr>
          <p:cNvPr id="214" name="Shape 212"/>
          <p:cNvSpPr/>
          <p:nvPr/>
        </p:nvSpPr>
        <p:spPr>
          <a:xfrm>
            <a:off x="9832975" y="4599980"/>
            <a:ext cx="1136650" cy="242689"/>
          </a:xfrm>
          <a:prstGeom prst="rect">
            <a:avLst/>
          </a:prstGeom>
          <a:solidFill>
            <a:srgbClr val="FCFDFB"/>
          </a:solidFill>
          <a:ln w="6350">
            <a:solidFill>
              <a:srgbClr val="B9C6BE"/>
            </a:solidFill>
            <a:prstDash val="solid"/>
          </a:ln>
        </p:spPr>
      </p:sp>
      <p:sp>
        <p:nvSpPr>
          <p:cNvPr id="215" name="Text 213"/>
          <p:cNvSpPr/>
          <p:nvPr/>
        </p:nvSpPr>
        <p:spPr>
          <a:xfrm>
            <a:off x="9810750" y="4622205"/>
            <a:ext cx="1181100" cy="22363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9AA59E"/>
                </a:solidFill>
                <a:latin typeface="IBM Plex Sans" pitchFamily="34" charset="0"/>
                <a:ea typeface="IBM Plex Sans" pitchFamily="34" charset="-122"/>
                <a:cs typeface="IBM Plex Sans" pitchFamily="34" charset="-120"/>
              </a:rPr>
              <a:t>–</a:t>
            </a:r>
            <a:endParaRPr lang="en-US" sz="1200" dirty="0"/>
          </a:p>
        </p:txBody>
      </p:sp>
      <p:sp>
        <p:nvSpPr>
          <p:cNvPr id="216" name="Shape 214"/>
          <p:cNvSpPr/>
          <p:nvPr/>
        </p:nvSpPr>
        <p:spPr>
          <a:xfrm>
            <a:off x="815975" y="4849019"/>
            <a:ext cx="2152650" cy="242689"/>
          </a:xfrm>
          <a:prstGeom prst="rect">
            <a:avLst/>
          </a:prstGeom>
          <a:solidFill>
            <a:srgbClr val="FCFDFB"/>
          </a:solidFill>
          <a:ln w="6350">
            <a:solidFill>
              <a:srgbClr val="B9C6BE"/>
            </a:solidFill>
            <a:prstDash val="solid"/>
          </a:ln>
        </p:spPr>
      </p:sp>
      <p:sp>
        <p:nvSpPr>
          <p:cNvPr id="217" name="Text 215"/>
          <p:cNvSpPr/>
          <p:nvPr/>
        </p:nvSpPr>
        <p:spPr>
          <a:xfrm>
            <a:off x="882650" y="4871244"/>
            <a:ext cx="2079879" cy="2236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Playa 3</a:t>
            </a:r>
            <a:endParaRPr lang="en-US" sz="1200" dirty="0"/>
          </a:p>
        </p:txBody>
      </p:sp>
      <p:sp>
        <p:nvSpPr>
          <p:cNvPr id="218" name="Shape 216"/>
          <p:cNvSpPr/>
          <p:nvPr/>
        </p:nvSpPr>
        <p:spPr>
          <a:xfrm>
            <a:off x="2974975" y="4849019"/>
            <a:ext cx="1136650" cy="242689"/>
          </a:xfrm>
          <a:prstGeom prst="rect">
            <a:avLst/>
          </a:prstGeom>
          <a:solidFill>
            <a:srgbClr val="FCFDFB"/>
          </a:solidFill>
          <a:ln w="6350">
            <a:solidFill>
              <a:srgbClr val="B9C6BE"/>
            </a:solidFill>
            <a:prstDash val="solid"/>
          </a:ln>
        </p:spPr>
      </p:sp>
      <p:sp>
        <p:nvSpPr>
          <p:cNvPr id="219" name="Text 217"/>
          <p:cNvSpPr/>
          <p:nvPr/>
        </p:nvSpPr>
        <p:spPr>
          <a:xfrm>
            <a:off x="2952750" y="4871244"/>
            <a:ext cx="1181100" cy="22363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9AA59E"/>
                </a:solidFill>
                <a:latin typeface="IBM Plex Sans" pitchFamily="34" charset="0"/>
                <a:ea typeface="IBM Plex Sans" pitchFamily="34" charset="-122"/>
                <a:cs typeface="IBM Plex Sans" pitchFamily="34" charset="-120"/>
              </a:rPr>
              <a:t>–</a:t>
            </a:r>
            <a:endParaRPr lang="en-US" sz="1200" dirty="0"/>
          </a:p>
        </p:txBody>
      </p:sp>
      <p:sp>
        <p:nvSpPr>
          <p:cNvPr id="220" name="Shape 218"/>
          <p:cNvSpPr/>
          <p:nvPr/>
        </p:nvSpPr>
        <p:spPr>
          <a:xfrm>
            <a:off x="4117975" y="4849019"/>
            <a:ext cx="1136650" cy="242689"/>
          </a:xfrm>
          <a:prstGeom prst="rect">
            <a:avLst/>
          </a:prstGeom>
          <a:solidFill>
            <a:srgbClr val="FBF1DC"/>
          </a:solidFill>
          <a:ln w="6350">
            <a:solidFill>
              <a:srgbClr val="B9C6BE"/>
            </a:solidFill>
            <a:prstDash val="solid"/>
          </a:ln>
        </p:spPr>
      </p:sp>
      <p:sp>
        <p:nvSpPr>
          <p:cNvPr id="221" name="Text 219"/>
          <p:cNvSpPr/>
          <p:nvPr/>
        </p:nvSpPr>
        <p:spPr>
          <a:xfrm>
            <a:off x="4095750" y="4871244"/>
            <a:ext cx="1181100" cy="22363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8A5A00"/>
                </a:solidFill>
                <a:latin typeface="IBM Plex Sans" pitchFamily="34" charset="0"/>
                <a:ea typeface="IBM Plex Sans" pitchFamily="34" charset="-122"/>
                <a:cs typeface="IBM Plex Sans" pitchFamily="34" charset="-120"/>
              </a:rPr>
              <a:t>71</a:t>
            </a:r>
            <a:endParaRPr lang="en-US" sz="1200" dirty="0"/>
          </a:p>
        </p:txBody>
      </p:sp>
      <p:sp>
        <p:nvSpPr>
          <p:cNvPr id="222" name="Shape 220"/>
          <p:cNvSpPr/>
          <p:nvPr/>
        </p:nvSpPr>
        <p:spPr>
          <a:xfrm>
            <a:off x="5260975" y="4849019"/>
            <a:ext cx="1136650" cy="242689"/>
          </a:xfrm>
          <a:prstGeom prst="rect">
            <a:avLst/>
          </a:prstGeom>
          <a:solidFill>
            <a:srgbClr val="F9E1DE"/>
          </a:solidFill>
          <a:ln w="6350">
            <a:solidFill>
              <a:srgbClr val="B9C6BE"/>
            </a:solidFill>
            <a:prstDash val="solid"/>
          </a:ln>
        </p:spPr>
      </p:sp>
      <p:sp>
        <p:nvSpPr>
          <p:cNvPr id="223" name="Text 221"/>
          <p:cNvSpPr/>
          <p:nvPr/>
        </p:nvSpPr>
        <p:spPr>
          <a:xfrm>
            <a:off x="5238750" y="4871244"/>
            <a:ext cx="1181100" cy="22363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B3261E"/>
                </a:solidFill>
                <a:latin typeface="IBM Plex Sans" pitchFamily="34" charset="0"/>
                <a:ea typeface="IBM Plex Sans" pitchFamily="34" charset="-122"/>
                <a:cs typeface="IBM Plex Sans" pitchFamily="34" charset="-120"/>
              </a:rPr>
              <a:t>42</a:t>
            </a:r>
            <a:endParaRPr lang="en-US" sz="1200" dirty="0"/>
          </a:p>
        </p:txBody>
      </p:sp>
      <p:sp>
        <p:nvSpPr>
          <p:cNvPr id="224" name="Shape 222"/>
          <p:cNvSpPr/>
          <p:nvPr/>
        </p:nvSpPr>
        <p:spPr>
          <a:xfrm>
            <a:off x="6403975" y="4849019"/>
            <a:ext cx="1136650" cy="242689"/>
          </a:xfrm>
          <a:prstGeom prst="rect">
            <a:avLst/>
          </a:prstGeom>
          <a:solidFill>
            <a:srgbClr val="FCFDFB"/>
          </a:solidFill>
          <a:ln w="6350">
            <a:solidFill>
              <a:srgbClr val="B9C6BE"/>
            </a:solidFill>
            <a:prstDash val="solid"/>
          </a:ln>
        </p:spPr>
      </p:sp>
      <p:sp>
        <p:nvSpPr>
          <p:cNvPr id="225" name="Text 223"/>
          <p:cNvSpPr/>
          <p:nvPr/>
        </p:nvSpPr>
        <p:spPr>
          <a:xfrm>
            <a:off x="6381750" y="4871244"/>
            <a:ext cx="1181100" cy="22363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9AA59E"/>
                </a:solidFill>
                <a:latin typeface="IBM Plex Sans" pitchFamily="34" charset="0"/>
                <a:ea typeface="IBM Plex Sans" pitchFamily="34" charset="-122"/>
                <a:cs typeface="IBM Plex Sans" pitchFamily="34" charset="-120"/>
              </a:rPr>
              <a:t>100</a:t>
            </a:r>
            <a:endParaRPr lang="en-US" sz="1200" dirty="0"/>
          </a:p>
        </p:txBody>
      </p:sp>
      <p:sp>
        <p:nvSpPr>
          <p:cNvPr id="226" name="Shape 224"/>
          <p:cNvSpPr/>
          <p:nvPr/>
        </p:nvSpPr>
        <p:spPr>
          <a:xfrm>
            <a:off x="7546975" y="4849019"/>
            <a:ext cx="1136650" cy="242689"/>
          </a:xfrm>
          <a:prstGeom prst="rect">
            <a:avLst/>
          </a:prstGeom>
          <a:solidFill>
            <a:srgbClr val="F9E1DE"/>
          </a:solidFill>
          <a:ln w="6350">
            <a:solidFill>
              <a:srgbClr val="B9C6BE"/>
            </a:solidFill>
            <a:prstDash val="solid"/>
          </a:ln>
        </p:spPr>
      </p:sp>
      <p:sp>
        <p:nvSpPr>
          <p:cNvPr id="227" name="Text 225"/>
          <p:cNvSpPr/>
          <p:nvPr/>
        </p:nvSpPr>
        <p:spPr>
          <a:xfrm>
            <a:off x="7524750" y="4871244"/>
            <a:ext cx="1181100" cy="22363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B3261E"/>
                </a:solidFill>
                <a:latin typeface="IBM Plex Sans" pitchFamily="34" charset="0"/>
                <a:ea typeface="IBM Plex Sans" pitchFamily="34" charset="-122"/>
                <a:cs typeface="IBM Plex Sans" pitchFamily="34" charset="-120"/>
              </a:rPr>
              <a:t>64</a:t>
            </a:r>
            <a:endParaRPr lang="en-US" sz="1200" dirty="0"/>
          </a:p>
        </p:txBody>
      </p:sp>
      <p:sp>
        <p:nvSpPr>
          <p:cNvPr id="228" name="Shape 226"/>
          <p:cNvSpPr/>
          <p:nvPr/>
        </p:nvSpPr>
        <p:spPr>
          <a:xfrm>
            <a:off x="8689975" y="4849019"/>
            <a:ext cx="1136650" cy="242689"/>
          </a:xfrm>
          <a:prstGeom prst="rect">
            <a:avLst/>
          </a:prstGeom>
          <a:solidFill>
            <a:srgbClr val="FCFDFB"/>
          </a:solidFill>
          <a:ln w="6350">
            <a:solidFill>
              <a:srgbClr val="B9C6BE"/>
            </a:solidFill>
            <a:prstDash val="solid"/>
          </a:ln>
        </p:spPr>
      </p:sp>
      <p:sp>
        <p:nvSpPr>
          <p:cNvPr id="229" name="Text 227"/>
          <p:cNvSpPr/>
          <p:nvPr/>
        </p:nvSpPr>
        <p:spPr>
          <a:xfrm>
            <a:off x="8667750" y="4871244"/>
            <a:ext cx="1181100" cy="22363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9AA59E"/>
                </a:solidFill>
                <a:latin typeface="IBM Plex Sans" pitchFamily="34" charset="0"/>
                <a:ea typeface="IBM Plex Sans" pitchFamily="34" charset="-122"/>
                <a:cs typeface="IBM Plex Sans" pitchFamily="34" charset="-120"/>
              </a:rPr>
              <a:t>50</a:t>
            </a:r>
            <a:endParaRPr lang="en-US" sz="1200" dirty="0"/>
          </a:p>
        </p:txBody>
      </p:sp>
      <p:sp>
        <p:nvSpPr>
          <p:cNvPr id="230" name="Shape 228"/>
          <p:cNvSpPr/>
          <p:nvPr/>
        </p:nvSpPr>
        <p:spPr>
          <a:xfrm>
            <a:off x="9832975" y="4849019"/>
            <a:ext cx="1136650" cy="242689"/>
          </a:xfrm>
          <a:prstGeom prst="rect">
            <a:avLst/>
          </a:prstGeom>
          <a:solidFill>
            <a:srgbClr val="FCFDFB"/>
          </a:solidFill>
          <a:ln w="6350">
            <a:solidFill>
              <a:srgbClr val="B9C6BE"/>
            </a:solidFill>
            <a:prstDash val="solid"/>
          </a:ln>
        </p:spPr>
      </p:sp>
      <p:sp>
        <p:nvSpPr>
          <p:cNvPr id="231" name="Text 229"/>
          <p:cNvSpPr/>
          <p:nvPr/>
        </p:nvSpPr>
        <p:spPr>
          <a:xfrm>
            <a:off x="9810750" y="4871244"/>
            <a:ext cx="1181100" cy="22363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9AA59E"/>
                </a:solidFill>
                <a:latin typeface="IBM Plex Sans" pitchFamily="34" charset="0"/>
                <a:ea typeface="IBM Plex Sans" pitchFamily="34" charset="-122"/>
                <a:cs typeface="IBM Plex Sans" pitchFamily="34" charset="-120"/>
              </a:rPr>
              <a:t>–</a:t>
            </a:r>
            <a:endParaRPr lang="en-US" sz="1200" dirty="0"/>
          </a:p>
        </p:txBody>
      </p:sp>
      <p:sp>
        <p:nvSpPr>
          <p:cNvPr id="232" name="Shape 230"/>
          <p:cNvSpPr/>
          <p:nvPr/>
        </p:nvSpPr>
        <p:spPr>
          <a:xfrm>
            <a:off x="815975" y="5098058"/>
            <a:ext cx="2152650" cy="242689"/>
          </a:xfrm>
          <a:prstGeom prst="rect">
            <a:avLst/>
          </a:prstGeom>
          <a:solidFill>
            <a:srgbClr val="FCFDFB"/>
          </a:solidFill>
          <a:ln w="6350">
            <a:solidFill>
              <a:srgbClr val="B9C6BE"/>
            </a:solidFill>
            <a:prstDash val="solid"/>
          </a:ln>
        </p:spPr>
      </p:sp>
      <p:sp>
        <p:nvSpPr>
          <p:cNvPr id="233" name="Text 231"/>
          <p:cNvSpPr/>
          <p:nvPr/>
        </p:nvSpPr>
        <p:spPr>
          <a:xfrm>
            <a:off x="882650" y="5120283"/>
            <a:ext cx="2079879" cy="2236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Volcable 2</a:t>
            </a:r>
            <a:endParaRPr lang="en-US" sz="1200" dirty="0"/>
          </a:p>
        </p:txBody>
      </p:sp>
      <p:sp>
        <p:nvSpPr>
          <p:cNvPr id="234" name="Shape 232"/>
          <p:cNvSpPr/>
          <p:nvPr/>
        </p:nvSpPr>
        <p:spPr>
          <a:xfrm>
            <a:off x="2974975" y="5098058"/>
            <a:ext cx="1136650" cy="242689"/>
          </a:xfrm>
          <a:prstGeom prst="rect">
            <a:avLst/>
          </a:prstGeom>
          <a:solidFill>
            <a:srgbClr val="FCFDFB"/>
          </a:solidFill>
          <a:ln w="6350">
            <a:solidFill>
              <a:srgbClr val="B9C6BE"/>
            </a:solidFill>
            <a:prstDash val="solid"/>
          </a:ln>
        </p:spPr>
      </p:sp>
      <p:sp>
        <p:nvSpPr>
          <p:cNvPr id="235" name="Text 233"/>
          <p:cNvSpPr/>
          <p:nvPr/>
        </p:nvSpPr>
        <p:spPr>
          <a:xfrm>
            <a:off x="2952750" y="5120283"/>
            <a:ext cx="1181100" cy="22363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9AA59E"/>
                </a:solidFill>
                <a:latin typeface="IBM Plex Sans" pitchFamily="34" charset="0"/>
                <a:ea typeface="IBM Plex Sans" pitchFamily="34" charset="-122"/>
                <a:cs typeface="IBM Plex Sans" pitchFamily="34" charset="-120"/>
              </a:rPr>
              <a:t>–</a:t>
            </a:r>
            <a:endParaRPr lang="en-US" sz="1200" dirty="0"/>
          </a:p>
        </p:txBody>
      </p:sp>
      <p:sp>
        <p:nvSpPr>
          <p:cNvPr id="236" name="Shape 234"/>
          <p:cNvSpPr/>
          <p:nvPr/>
        </p:nvSpPr>
        <p:spPr>
          <a:xfrm>
            <a:off x="4117975" y="5098058"/>
            <a:ext cx="1136650" cy="242689"/>
          </a:xfrm>
          <a:prstGeom prst="rect">
            <a:avLst/>
          </a:prstGeom>
          <a:solidFill>
            <a:srgbClr val="FBF1DC"/>
          </a:solidFill>
          <a:ln w="6350">
            <a:solidFill>
              <a:srgbClr val="B9C6BE"/>
            </a:solidFill>
            <a:prstDash val="solid"/>
          </a:ln>
        </p:spPr>
      </p:sp>
      <p:sp>
        <p:nvSpPr>
          <p:cNvPr id="237" name="Text 235"/>
          <p:cNvSpPr/>
          <p:nvPr/>
        </p:nvSpPr>
        <p:spPr>
          <a:xfrm>
            <a:off x="4095750" y="5120283"/>
            <a:ext cx="1181100" cy="22363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8A5A00"/>
                </a:solidFill>
                <a:latin typeface="IBM Plex Sans" pitchFamily="34" charset="0"/>
                <a:ea typeface="IBM Plex Sans" pitchFamily="34" charset="-122"/>
                <a:cs typeface="IBM Plex Sans" pitchFamily="34" charset="-120"/>
              </a:rPr>
              <a:t>67</a:t>
            </a:r>
            <a:endParaRPr lang="en-US" sz="1200" dirty="0"/>
          </a:p>
        </p:txBody>
      </p:sp>
      <p:sp>
        <p:nvSpPr>
          <p:cNvPr id="238" name="Shape 236"/>
          <p:cNvSpPr/>
          <p:nvPr/>
        </p:nvSpPr>
        <p:spPr>
          <a:xfrm>
            <a:off x="5260975" y="5098058"/>
            <a:ext cx="1136650" cy="242689"/>
          </a:xfrm>
          <a:prstGeom prst="rect">
            <a:avLst/>
          </a:prstGeom>
          <a:solidFill>
            <a:srgbClr val="F9E1DE"/>
          </a:solidFill>
          <a:ln w="6350">
            <a:solidFill>
              <a:srgbClr val="B9C6BE"/>
            </a:solidFill>
            <a:prstDash val="solid"/>
          </a:ln>
        </p:spPr>
      </p:sp>
      <p:sp>
        <p:nvSpPr>
          <p:cNvPr id="239" name="Text 237"/>
          <p:cNvSpPr/>
          <p:nvPr/>
        </p:nvSpPr>
        <p:spPr>
          <a:xfrm>
            <a:off x="5238750" y="5120283"/>
            <a:ext cx="1181100" cy="22363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B3261E"/>
                </a:solidFill>
                <a:latin typeface="IBM Plex Sans" pitchFamily="34" charset="0"/>
                <a:ea typeface="IBM Plex Sans" pitchFamily="34" charset="-122"/>
                <a:cs typeface="IBM Plex Sans" pitchFamily="34" charset="-120"/>
              </a:rPr>
              <a:t>53</a:t>
            </a:r>
            <a:endParaRPr lang="en-US" sz="1200" dirty="0"/>
          </a:p>
        </p:txBody>
      </p:sp>
      <p:sp>
        <p:nvSpPr>
          <p:cNvPr id="240" name="Shape 238"/>
          <p:cNvSpPr/>
          <p:nvPr/>
        </p:nvSpPr>
        <p:spPr>
          <a:xfrm>
            <a:off x="6403975" y="5098058"/>
            <a:ext cx="1136650" cy="242689"/>
          </a:xfrm>
          <a:prstGeom prst="rect">
            <a:avLst/>
          </a:prstGeom>
          <a:solidFill>
            <a:srgbClr val="FCFDFB"/>
          </a:solidFill>
          <a:ln w="6350">
            <a:solidFill>
              <a:srgbClr val="B9C6BE"/>
            </a:solidFill>
            <a:prstDash val="solid"/>
          </a:ln>
        </p:spPr>
      </p:sp>
      <p:sp>
        <p:nvSpPr>
          <p:cNvPr id="241" name="Text 239"/>
          <p:cNvSpPr/>
          <p:nvPr/>
        </p:nvSpPr>
        <p:spPr>
          <a:xfrm>
            <a:off x="6381750" y="5120283"/>
            <a:ext cx="1181100" cy="22363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9AA59E"/>
                </a:solidFill>
                <a:latin typeface="IBM Plex Sans" pitchFamily="34" charset="0"/>
                <a:ea typeface="IBM Plex Sans" pitchFamily="34" charset="-122"/>
                <a:cs typeface="IBM Plex Sans" pitchFamily="34" charset="-120"/>
              </a:rPr>
              <a:t>–</a:t>
            </a:r>
            <a:endParaRPr lang="en-US" sz="1200" dirty="0"/>
          </a:p>
        </p:txBody>
      </p:sp>
      <p:sp>
        <p:nvSpPr>
          <p:cNvPr id="242" name="Shape 240"/>
          <p:cNvSpPr/>
          <p:nvPr/>
        </p:nvSpPr>
        <p:spPr>
          <a:xfrm>
            <a:off x="7546975" y="5098058"/>
            <a:ext cx="1136650" cy="242689"/>
          </a:xfrm>
          <a:prstGeom prst="rect">
            <a:avLst/>
          </a:prstGeom>
          <a:solidFill>
            <a:srgbClr val="FBF1DC"/>
          </a:solidFill>
          <a:ln w="6350">
            <a:solidFill>
              <a:srgbClr val="B9C6BE"/>
            </a:solidFill>
            <a:prstDash val="solid"/>
          </a:ln>
        </p:spPr>
      </p:sp>
      <p:sp>
        <p:nvSpPr>
          <p:cNvPr id="243" name="Text 241"/>
          <p:cNvSpPr/>
          <p:nvPr/>
        </p:nvSpPr>
        <p:spPr>
          <a:xfrm>
            <a:off x="7524750" y="5120283"/>
            <a:ext cx="1181100" cy="22363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8A5A00"/>
                </a:solidFill>
                <a:latin typeface="IBM Plex Sans" pitchFamily="34" charset="0"/>
                <a:ea typeface="IBM Plex Sans" pitchFamily="34" charset="-122"/>
                <a:cs typeface="IBM Plex Sans" pitchFamily="34" charset="-120"/>
              </a:rPr>
              <a:t>75</a:t>
            </a:r>
            <a:endParaRPr lang="en-US" sz="1200" dirty="0"/>
          </a:p>
        </p:txBody>
      </p:sp>
      <p:sp>
        <p:nvSpPr>
          <p:cNvPr id="244" name="Shape 242"/>
          <p:cNvSpPr/>
          <p:nvPr/>
        </p:nvSpPr>
        <p:spPr>
          <a:xfrm>
            <a:off x="8689975" y="5098058"/>
            <a:ext cx="1136650" cy="242689"/>
          </a:xfrm>
          <a:prstGeom prst="rect">
            <a:avLst/>
          </a:prstGeom>
          <a:solidFill>
            <a:srgbClr val="FCFDFB"/>
          </a:solidFill>
          <a:ln w="6350">
            <a:solidFill>
              <a:srgbClr val="B9C6BE"/>
            </a:solidFill>
            <a:prstDash val="solid"/>
          </a:ln>
        </p:spPr>
      </p:sp>
      <p:sp>
        <p:nvSpPr>
          <p:cNvPr id="245" name="Text 243"/>
          <p:cNvSpPr/>
          <p:nvPr/>
        </p:nvSpPr>
        <p:spPr>
          <a:xfrm>
            <a:off x="8667750" y="5120283"/>
            <a:ext cx="1181100" cy="22363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9AA59E"/>
                </a:solidFill>
                <a:latin typeface="IBM Plex Sans" pitchFamily="34" charset="0"/>
                <a:ea typeface="IBM Plex Sans" pitchFamily="34" charset="-122"/>
                <a:cs typeface="IBM Plex Sans" pitchFamily="34" charset="-120"/>
              </a:rPr>
              <a:t>0</a:t>
            </a:r>
            <a:endParaRPr lang="en-US" sz="1200" dirty="0"/>
          </a:p>
        </p:txBody>
      </p:sp>
      <p:sp>
        <p:nvSpPr>
          <p:cNvPr id="246" name="Shape 244"/>
          <p:cNvSpPr/>
          <p:nvPr/>
        </p:nvSpPr>
        <p:spPr>
          <a:xfrm>
            <a:off x="9832975" y="5098058"/>
            <a:ext cx="1136650" cy="242689"/>
          </a:xfrm>
          <a:prstGeom prst="rect">
            <a:avLst/>
          </a:prstGeom>
          <a:solidFill>
            <a:srgbClr val="FCFDFB"/>
          </a:solidFill>
          <a:ln w="6350">
            <a:solidFill>
              <a:srgbClr val="B9C6BE"/>
            </a:solidFill>
            <a:prstDash val="solid"/>
          </a:ln>
        </p:spPr>
      </p:sp>
      <p:sp>
        <p:nvSpPr>
          <p:cNvPr id="247" name="Text 245"/>
          <p:cNvSpPr/>
          <p:nvPr/>
        </p:nvSpPr>
        <p:spPr>
          <a:xfrm>
            <a:off x="9810750" y="5120283"/>
            <a:ext cx="1181100" cy="22363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9AA59E"/>
                </a:solidFill>
                <a:latin typeface="IBM Plex Sans" pitchFamily="34" charset="0"/>
                <a:ea typeface="IBM Plex Sans" pitchFamily="34" charset="-122"/>
                <a:cs typeface="IBM Plex Sans" pitchFamily="34" charset="-120"/>
              </a:rPr>
              <a:t>–</a:t>
            </a:r>
            <a:endParaRPr lang="en-US" sz="1200" dirty="0"/>
          </a:p>
        </p:txBody>
      </p:sp>
      <p:sp>
        <p:nvSpPr>
          <p:cNvPr id="248" name="Shape 246"/>
          <p:cNvSpPr/>
          <p:nvPr/>
        </p:nvSpPr>
        <p:spPr>
          <a:xfrm>
            <a:off x="815975" y="5347097"/>
            <a:ext cx="2152650" cy="242689"/>
          </a:xfrm>
          <a:prstGeom prst="rect">
            <a:avLst/>
          </a:prstGeom>
          <a:solidFill>
            <a:srgbClr val="FCFDFB"/>
          </a:solidFill>
          <a:ln w="6350">
            <a:solidFill>
              <a:srgbClr val="B9C6BE"/>
            </a:solidFill>
            <a:prstDash val="solid"/>
          </a:ln>
        </p:spPr>
      </p:sp>
      <p:sp>
        <p:nvSpPr>
          <p:cNvPr id="249" name="Text 247"/>
          <p:cNvSpPr/>
          <p:nvPr/>
        </p:nvSpPr>
        <p:spPr>
          <a:xfrm>
            <a:off x="882650" y="5369322"/>
            <a:ext cx="2079879" cy="2236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Balanza egreso (B2)</a:t>
            </a:r>
            <a:endParaRPr lang="en-US" sz="1200" dirty="0"/>
          </a:p>
        </p:txBody>
      </p:sp>
      <p:sp>
        <p:nvSpPr>
          <p:cNvPr id="250" name="Shape 248"/>
          <p:cNvSpPr/>
          <p:nvPr/>
        </p:nvSpPr>
        <p:spPr>
          <a:xfrm>
            <a:off x="2974975" y="5347097"/>
            <a:ext cx="1136650" cy="242689"/>
          </a:xfrm>
          <a:prstGeom prst="rect">
            <a:avLst/>
          </a:prstGeom>
          <a:solidFill>
            <a:srgbClr val="FCFDFB"/>
          </a:solidFill>
          <a:ln w="6350">
            <a:solidFill>
              <a:srgbClr val="B9C6BE"/>
            </a:solidFill>
            <a:prstDash val="solid"/>
          </a:ln>
        </p:spPr>
      </p:sp>
      <p:sp>
        <p:nvSpPr>
          <p:cNvPr id="251" name="Text 249"/>
          <p:cNvSpPr/>
          <p:nvPr/>
        </p:nvSpPr>
        <p:spPr>
          <a:xfrm>
            <a:off x="2952750" y="5369322"/>
            <a:ext cx="1181100" cy="22363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9AA59E"/>
                </a:solidFill>
                <a:latin typeface="IBM Plex Sans" pitchFamily="34" charset="0"/>
                <a:ea typeface="IBM Plex Sans" pitchFamily="34" charset="-122"/>
                <a:cs typeface="IBM Plex Sans" pitchFamily="34" charset="-120"/>
              </a:rPr>
              <a:t>–</a:t>
            </a:r>
            <a:endParaRPr lang="en-US" sz="1200" dirty="0"/>
          </a:p>
        </p:txBody>
      </p:sp>
      <p:sp>
        <p:nvSpPr>
          <p:cNvPr id="252" name="Shape 250"/>
          <p:cNvSpPr/>
          <p:nvPr/>
        </p:nvSpPr>
        <p:spPr>
          <a:xfrm>
            <a:off x="4117975" y="5347097"/>
            <a:ext cx="1136650" cy="242689"/>
          </a:xfrm>
          <a:prstGeom prst="rect">
            <a:avLst/>
          </a:prstGeom>
          <a:solidFill>
            <a:srgbClr val="FBF1DC"/>
          </a:solidFill>
          <a:ln w="6350">
            <a:solidFill>
              <a:srgbClr val="B9C6BE"/>
            </a:solidFill>
            <a:prstDash val="solid"/>
          </a:ln>
        </p:spPr>
      </p:sp>
      <p:sp>
        <p:nvSpPr>
          <p:cNvPr id="253" name="Text 251"/>
          <p:cNvSpPr/>
          <p:nvPr/>
        </p:nvSpPr>
        <p:spPr>
          <a:xfrm>
            <a:off x="4095750" y="5369322"/>
            <a:ext cx="1181100" cy="22363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8A5A00"/>
                </a:solidFill>
                <a:latin typeface="IBM Plex Sans" pitchFamily="34" charset="0"/>
                <a:ea typeface="IBM Plex Sans" pitchFamily="34" charset="-122"/>
                <a:cs typeface="IBM Plex Sans" pitchFamily="34" charset="-120"/>
              </a:rPr>
              <a:t>74</a:t>
            </a:r>
            <a:endParaRPr lang="en-US" sz="1200" dirty="0"/>
          </a:p>
        </p:txBody>
      </p:sp>
      <p:sp>
        <p:nvSpPr>
          <p:cNvPr id="254" name="Shape 252"/>
          <p:cNvSpPr/>
          <p:nvPr/>
        </p:nvSpPr>
        <p:spPr>
          <a:xfrm>
            <a:off x="5260975" y="5347097"/>
            <a:ext cx="1136650" cy="242689"/>
          </a:xfrm>
          <a:prstGeom prst="rect">
            <a:avLst/>
          </a:prstGeom>
          <a:solidFill>
            <a:srgbClr val="FBF1DC"/>
          </a:solidFill>
          <a:ln w="6350">
            <a:solidFill>
              <a:srgbClr val="B9C6BE"/>
            </a:solidFill>
            <a:prstDash val="solid"/>
          </a:ln>
        </p:spPr>
      </p:sp>
      <p:sp>
        <p:nvSpPr>
          <p:cNvPr id="255" name="Text 253"/>
          <p:cNvSpPr/>
          <p:nvPr/>
        </p:nvSpPr>
        <p:spPr>
          <a:xfrm>
            <a:off x="5238750" y="5369322"/>
            <a:ext cx="1181100" cy="22363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8A5A00"/>
                </a:solidFill>
                <a:latin typeface="IBM Plex Sans" pitchFamily="34" charset="0"/>
                <a:ea typeface="IBM Plex Sans" pitchFamily="34" charset="-122"/>
                <a:cs typeface="IBM Plex Sans" pitchFamily="34" charset="-120"/>
              </a:rPr>
              <a:t>79</a:t>
            </a:r>
            <a:endParaRPr lang="en-US" sz="1200" dirty="0"/>
          </a:p>
        </p:txBody>
      </p:sp>
      <p:sp>
        <p:nvSpPr>
          <p:cNvPr id="256" name="Shape 254"/>
          <p:cNvSpPr/>
          <p:nvPr/>
        </p:nvSpPr>
        <p:spPr>
          <a:xfrm>
            <a:off x="6403975" y="5347097"/>
            <a:ext cx="1136650" cy="242689"/>
          </a:xfrm>
          <a:prstGeom prst="rect">
            <a:avLst/>
          </a:prstGeom>
          <a:solidFill>
            <a:srgbClr val="FCFDFB"/>
          </a:solidFill>
          <a:ln w="6350">
            <a:solidFill>
              <a:srgbClr val="B9C6BE"/>
            </a:solidFill>
            <a:prstDash val="solid"/>
          </a:ln>
        </p:spPr>
      </p:sp>
      <p:sp>
        <p:nvSpPr>
          <p:cNvPr id="257" name="Text 255"/>
          <p:cNvSpPr/>
          <p:nvPr/>
        </p:nvSpPr>
        <p:spPr>
          <a:xfrm>
            <a:off x="6381750" y="5369322"/>
            <a:ext cx="1181100" cy="22363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9AA59E"/>
                </a:solidFill>
                <a:latin typeface="IBM Plex Sans" pitchFamily="34" charset="0"/>
                <a:ea typeface="IBM Plex Sans" pitchFamily="34" charset="-122"/>
                <a:cs typeface="IBM Plex Sans" pitchFamily="34" charset="-120"/>
              </a:rPr>
              <a:t>0</a:t>
            </a:r>
            <a:endParaRPr lang="en-US" sz="1200" dirty="0"/>
          </a:p>
        </p:txBody>
      </p:sp>
      <p:sp>
        <p:nvSpPr>
          <p:cNvPr id="258" name="Shape 256"/>
          <p:cNvSpPr/>
          <p:nvPr/>
        </p:nvSpPr>
        <p:spPr>
          <a:xfrm>
            <a:off x="7546975" y="5347097"/>
            <a:ext cx="1136650" cy="242689"/>
          </a:xfrm>
          <a:prstGeom prst="rect">
            <a:avLst/>
          </a:prstGeom>
          <a:solidFill>
            <a:srgbClr val="F9E1DE"/>
          </a:solidFill>
          <a:ln w="6350">
            <a:solidFill>
              <a:srgbClr val="B9C6BE"/>
            </a:solidFill>
            <a:prstDash val="solid"/>
          </a:ln>
        </p:spPr>
      </p:sp>
      <p:sp>
        <p:nvSpPr>
          <p:cNvPr id="259" name="Text 257"/>
          <p:cNvSpPr/>
          <p:nvPr/>
        </p:nvSpPr>
        <p:spPr>
          <a:xfrm>
            <a:off x="7524750" y="5369322"/>
            <a:ext cx="1181100" cy="22363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B3261E"/>
                </a:solidFill>
                <a:latin typeface="IBM Plex Sans" pitchFamily="34" charset="0"/>
                <a:ea typeface="IBM Plex Sans" pitchFamily="34" charset="-122"/>
                <a:cs typeface="IBM Plex Sans" pitchFamily="34" charset="-120"/>
              </a:rPr>
              <a:t>60</a:t>
            </a:r>
            <a:endParaRPr lang="en-US" sz="1200" dirty="0"/>
          </a:p>
        </p:txBody>
      </p:sp>
      <p:sp>
        <p:nvSpPr>
          <p:cNvPr id="260" name="Shape 258"/>
          <p:cNvSpPr/>
          <p:nvPr/>
        </p:nvSpPr>
        <p:spPr>
          <a:xfrm>
            <a:off x="8689975" y="5347097"/>
            <a:ext cx="1136650" cy="242689"/>
          </a:xfrm>
          <a:prstGeom prst="rect">
            <a:avLst/>
          </a:prstGeom>
          <a:solidFill>
            <a:srgbClr val="FCFDFB"/>
          </a:solidFill>
          <a:ln w="6350">
            <a:solidFill>
              <a:srgbClr val="B9C6BE"/>
            </a:solidFill>
            <a:prstDash val="solid"/>
          </a:ln>
        </p:spPr>
      </p:sp>
      <p:sp>
        <p:nvSpPr>
          <p:cNvPr id="261" name="Text 259"/>
          <p:cNvSpPr/>
          <p:nvPr/>
        </p:nvSpPr>
        <p:spPr>
          <a:xfrm>
            <a:off x="8667750" y="5369322"/>
            <a:ext cx="1181100" cy="22363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9AA59E"/>
                </a:solidFill>
                <a:latin typeface="IBM Plex Sans" pitchFamily="34" charset="0"/>
                <a:ea typeface="IBM Plex Sans" pitchFamily="34" charset="-122"/>
                <a:cs typeface="IBM Plex Sans" pitchFamily="34" charset="-120"/>
              </a:rPr>
              <a:t>0</a:t>
            </a:r>
            <a:endParaRPr lang="en-US" sz="1200" dirty="0"/>
          </a:p>
        </p:txBody>
      </p:sp>
      <p:sp>
        <p:nvSpPr>
          <p:cNvPr id="262" name="Shape 260"/>
          <p:cNvSpPr/>
          <p:nvPr/>
        </p:nvSpPr>
        <p:spPr>
          <a:xfrm>
            <a:off x="9832975" y="5347097"/>
            <a:ext cx="1136650" cy="242689"/>
          </a:xfrm>
          <a:prstGeom prst="rect">
            <a:avLst/>
          </a:prstGeom>
          <a:solidFill>
            <a:srgbClr val="FCFDFB"/>
          </a:solidFill>
          <a:ln w="6350">
            <a:solidFill>
              <a:srgbClr val="B9C6BE"/>
            </a:solidFill>
            <a:prstDash val="solid"/>
          </a:ln>
        </p:spPr>
      </p:sp>
      <p:sp>
        <p:nvSpPr>
          <p:cNvPr id="263" name="Text 261"/>
          <p:cNvSpPr/>
          <p:nvPr/>
        </p:nvSpPr>
        <p:spPr>
          <a:xfrm>
            <a:off x="9810750" y="5369322"/>
            <a:ext cx="1181100" cy="22363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9AA59E"/>
                </a:solidFill>
                <a:latin typeface="IBM Plex Sans" pitchFamily="34" charset="0"/>
                <a:ea typeface="IBM Plex Sans" pitchFamily="34" charset="-122"/>
                <a:cs typeface="IBM Plex Sans" pitchFamily="34" charset="-120"/>
              </a:rPr>
              <a:t>–</a:t>
            </a:r>
            <a:endParaRPr lang="en-US" sz="1200" dirty="0"/>
          </a:p>
        </p:txBody>
      </p:sp>
      <p:sp>
        <p:nvSpPr>
          <p:cNvPr id="264" name="Shape 262"/>
          <p:cNvSpPr/>
          <p:nvPr/>
        </p:nvSpPr>
        <p:spPr>
          <a:xfrm>
            <a:off x="815975" y="5596136"/>
            <a:ext cx="2152650" cy="242689"/>
          </a:xfrm>
          <a:prstGeom prst="rect">
            <a:avLst/>
          </a:prstGeom>
          <a:solidFill>
            <a:srgbClr val="FCFDFB"/>
          </a:solidFill>
          <a:ln w="6350">
            <a:solidFill>
              <a:srgbClr val="B9C6BE"/>
            </a:solidFill>
            <a:prstDash val="solid"/>
          </a:ln>
        </p:spPr>
      </p:sp>
      <p:sp>
        <p:nvSpPr>
          <p:cNvPr id="265" name="Text 263"/>
          <p:cNvSpPr/>
          <p:nvPr/>
        </p:nvSpPr>
        <p:spPr>
          <a:xfrm>
            <a:off x="882650" y="5618361"/>
            <a:ext cx="2079879" cy="2236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Salida</a:t>
            </a:r>
            <a:endParaRPr lang="en-US" sz="1200" dirty="0"/>
          </a:p>
        </p:txBody>
      </p:sp>
      <p:sp>
        <p:nvSpPr>
          <p:cNvPr id="266" name="Shape 264"/>
          <p:cNvSpPr/>
          <p:nvPr/>
        </p:nvSpPr>
        <p:spPr>
          <a:xfrm>
            <a:off x="2974975" y="5596136"/>
            <a:ext cx="1136650" cy="242689"/>
          </a:xfrm>
          <a:prstGeom prst="rect">
            <a:avLst/>
          </a:prstGeom>
          <a:solidFill>
            <a:srgbClr val="DCEFE2"/>
          </a:solidFill>
          <a:ln w="6350">
            <a:solidFill>
              <a:srgbClr val="B9C6BE"/>
            </a:solidFill>
            <a:prstDash val="solid"/>
          </a:ln>
        </p:spPr>
      </p:sp>
      <p:sp>
        <p:nvSpPr>
          <p:cNvPr id="267" name="Text 265"/>
          <p:cNvSpPr/>
          <p:nvPr/>
        </p:nvSpPr>
        <p:spPr>
          <a:xfrm>
            <a:off x="2952750" y="5618361"/>
            <a:ext cx="1181100" cy="22363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83</a:t>
            </a:r>
            <a:endParaRPr lang="en-US" sz="1200" dirty="0"/>
          </a:p>
        </p:txBody>
      </p:sp>
      <p:sp>
        <p:nvSpPr>
          <p:cNvPr id="268" name="Shape 266"/>
          <p:cNvSpPr/>
          <p:nvPr/>
        </p:nvSpPr>
        <p:spPr>
          <a:xfrm>
            <a:off x="4117975" y="5596136"/>
            <a:ext cx="1136650" cy="242689"/>
          </a:xfrm>
          <a:prstGeom prst="rect">
            <a:avLst/>
          </a:prstGeom>
          <a:solidFill>
            <a:srgbClr val="DCEFE2"/>
          </a:solidFill>
          <a:ln w="6350">
            <a:solidFill>
              <a:srgbClr val="B9C6BE"/>
            </a:solidFill>
            <a:prstDash val="solid"/>
          </a:ln>
        </p:spPr>
      </p:sp>
      <p:sp>
        <p:nvSpPr>
          <p:cNvPr id="269" name="Text 267"/>
          <p:cNvSpPr/>
          <p:nvPr/>
        </p:nvSpPr>
        <p:spPr>
          <a:xfrm>
            <a:off x="4095750" y="5618361"/>
            <a:ext cx="1181100" cy="22363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83</a:t>
            </a:r>
            <a:endParaRPr lang="en-US" sz="1200" dirty="0"/>
          </a:p>
        </p:txBody>
      </p:sp>
      <p:sp>
        <p:nvSpPr>
          <p:cNvPr id="270" name="Shape 268"/>
          <p:cNvSpPr/>
          <p:nvPr/>
        </p:nvSpPr>
        <p:spPr>
          <a:xfrm>
            <a:off x="5260975" y="5596136"/>
            <a:ext cx="1136650" cy="242689"/>
          </a:xfrm>
          <a:prstGeom prst="rect">
            <a:avLst/>
          </a:prstGeom>
          <a:solidFill>
            <a:srgbClr val="DCEFE2"/>
          </a:solidFill>
          <a:ln w="6350">
            <a:solidFill>
              <a:srgbClr val="B9C6BE"/>
            </a:solidFill>
            <a:prstDash val="solid"/>
          </a:ln>
        </p:spPr>
      </p:sp>
      <p:sp>
        <p:nvSpPr>
          <p:cNvPr id="271" name="Text 269"/>
          <p:cNvSpPr/>
          <p:nvPr/>
        </p:nvSpPr>
        <p:spPr>
          <a:xfrm>
            <a:off x="5238750" y="5618361"/>
            <a:ext cx="1181100" cy="22363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83</a:t>
            </a:r>
            <a:endParaRPr lang="en-US" sz="1200" dirty="0"/>
          </a:p>
        </p:txBody>
      </p:sp>
      <p:sp>
        <p:nvSpPr>
          <p:cNvPr id="272" name="Shape 270"/>
          <p:cNvSpPr/>
          <p:nvPr/>
        </p:nvSpPr>
        <p:spPr>
          <a:xfrm>
            <a:off x="6403975" y="5596136"/>
            <a:ext cx="1136650" cy="242689"/>
          </a:xfrm>
          <a:prstGeom prst="rect">
            <a:avLst/>
          </a:prstGeom>
          <a:solidFill>
            <a:srgbClr val="DCEFE2"/>
          </a:solidFill>
          <a:ln w="6350">
            <a:solidFill>
              <a:srgbClr val="B9C6BE"/>
            </a:solidFill>
            <a:prstDash val="solid"/>
          </a:ln>
        </p:spPr>
      </p:sp>
      <p:sp>
        <p:nvSpPr>
          <p:cNvPr id="273" name="Text 271"/>
          <p:cNvSpPr/>
          <p:nvPr/>
        </p:nvSpPr>
        <p:spPr>
          <a:xfrm>
            <a:off x="6381750" y="5618361"/>
            <a:ext cx="1181100" cy="22363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87</a:t>
            </a:r>
            <a:endParaRPr lang="en-US" sz="1200" dirty="0"/>
          </a:p>
        </p:txBody>
      </p:sp>
      <p:sp>
        <p:nvSpPr>
          <p:cNvPr id="274" name="Shape 272"/>
          <p:cNvSpPr/>
          <p:nvPr/>
        </p:nvSpPr>
        <p:spPr>
          <a:xfrm>
            <a:off x="7546975" y="5596136"/>
            <a:ext cx="1136650" cy="242689"/>
          </a:xfrm>
          <a:prstGeom prst="rect">
            <a:avLst/>
          </a:prstGeom>
          <a:solidFill>
            <a:srgbClr val="DCEFE2"/>
          </a:solidFill>
          <a:ln w="6350">
            <a:solidFill>
              <a:srgbClr val="B9C6BE"/>
            </a:solidFill>
            <a:prstDash val="solid"/>
          </a:ln>
        </p:spPr>
      </p:sp>
      <p:sp>
        <p:nvSpPr>
          <p:cNvPr id="275" name="Text 273"/>
          <p:cNvSpPr/>
          <p:nvPr/>
        </p:nvSpPr>
        <p:spPr>
          <a:xfrm>
            <a:off x="7524750" y="5618361"/>
            <a:ext cx="1181100" cy="22363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95</a:t>
            </a:r>
            <a:endParaRPr lang="en-US" sz="1200" dirty="0"/>
          </a:p>
        </p:txBody>
      </p:sp>
      <p:sp>
        <p:nvSpPr>
          <p:cNvPr id="276" name="Shape 274"/>
          <p:cNvSpPr/>
          <p:nvPr/>
        </p:nvSpPr>
        <p:spPr>
          <a:xfrm>
            <a:off x="8689975" y="5596136"/>
            <a:ext cx="1136650" cy="242689"/>
          </a:xfrm>
          <a:prstGeom prst="rect">
            <a:avLst/>
          </a:prstGeom>
          <a:solidFill>
            <a:srgbClr val="FBF1DC"/>
          </a:solidFill>
          <a:ln w="6350">
            <a:solidFill>
              <a:srgbClr val="B9C6BE"/>
            </a:solidFill>
            <a:prstDash val="solid"/>
          </a:ln>
        </p:spPr>
      </p:sp>
      <p:sp>
        <p:nvSpPr>
          <p:cNvPr id="277" name="Text 275"/>
          <p:cNvSpPr/>
          <p:nvPr/>
        </p:nvSpPr>
        <p:spPr>
          <a:xfrm>
            <a:off x="8667750" y="5618361"/>
            <a:ext cx="1181100" cy="22363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8A5A00"/>
                </a:solidFill>
                <a:latin typeface="IBM Plex Sans" pitchFamily="34" charset="0"/>
                <a:ea typeface="IBM Plex Sans" pitchFamily="34" charset="-122"/>
                <a:cs typeface="IBM Plex Sans" pitchFamily="34" charset="-120"/>
              </a:rPr>
              <a:t>74</a:t>
            </a:r>
            <a:endParaRPr lang="en-US" sz="1200" dirty="0"/>
          </a:p>
        </p:txBody>
      </p:sp>
      <p:sp>
        <p:nvSpPr>
          <p:cNvPr id="278" name="Shape 276"/>
          <p:cNvSpPr/>
          <p:nvPr/>
        </p:nvSpPr>
        <p:spPr>
          <a:xfrm>
            <a:off x="9832975" y="5596136"/>
            <a:ext cx="1136650" cy="242689"/>
          </a:xfrm>
          <a:prstGeom prst="rect">
            <a:avLst/>
          </a:prstGeom>
          <a:solidFill>
            <a:srgbClr val="DCEFE2"/>
          </a:solidFill>
          <a:ln w="6350">
            <a:solidFill>
              <a:srgbClr val="B9C6BE"/>
            </a:solidFill>
            <a:prstDash val="solid"/>
          </a:ln>
        </p:spPr>
      </p:sp>
      <p:sp>
        <p:nvSpPr>
          <p:cNvPr id="279" name="Text 277"/>
          <p:cNvSpPr/>
          <p:nvPr/>
        </p:nvSpPr>
        <p:spPr>
          <a:xfrm>
            <a:off x="9810750" y="5618361"/>
            <a:ext cx="1181100" cy="22363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91</a:t>
            </a:r>
            <a:endParaRPr lang="en-US" sz="1200" dirty="0"/>
          </a:p>
        </p:txBody>
      </p:sp>
      <p:pic>
        <p:nvPicPr>
          <p:cNvPr id="280" name="Image 0" descr="Nueva Vicentin Argentina">    </p:cNvPr>
          <p:cNvPicPr>
            <a:picLocks noChangeAspect="1"/>
          </p:cNvPicPr>
          <p:nvPr/>
        </p:nvPicPr>
        <p:blipFill>
          <a:blip r:embed="rId1"/>
          <a:srcRect l="-167" r="-167" t="0" b="0"/>
          <a:stretch/>
        </p:blipFill>
        <p:spPr>
          <a:xfrm>
            <a:off x="812800" y="6197600"/>
            <a:ext cx="571500" cy="304800"/>
          </a:xfrm>
          <a:prstGeom prst="rect">
            <a:avLst/>
          </a:prstGeom>
        </p:spPr>
      </p:pic>
      <p:pic>
        <p:nvPicPr>
          <p:cNvPr id="281" name="Image 1" descr="Bimtrazer">    </p:cNvPr>
          <p:cNvPicPr>
            <a:picLocks noChangeAspect="1"/>
          </p:cNvPicPr>
          <p:nvPr/>
        </p:nvPicPr>
        <p:blipFill>
          <a:blip r:embed="rId2"/>
          <a:srcRect l="0" r="0" t="-63" b="-63"/>
          <a:stretch/>
        </p:blipFill>
        <p:spPr>
          <a:xfrm>
            <a:off x="10731500" y="6197600"/>
            <a:ext cx="647700" cy="304800"/>
          </a:xfrm>
          <a:prstGeom prst="rect">
            <a:avLst/>
          </a:prstGeom>
        </p:spPr>
      </p:pic>
      <p:sp>
        <p:nvSpPr>
          <p:cNvPr id="282" name="Text 278"/>
          <p:cNvSpPr/>
          <p:nvPr/>
        </p:nvSpPr>
        <p:spPr>
          <a:xfrm>
            <a:off x="1517650" y="6235700"/>
            <a:ext cx="91567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verde 80 % o más · ocre 65–79 % · rojo menos de 65 % · gris, menos de 5 camiones · 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8F4"/>
        </a:solidFill>
      </p:bgPr>
    </p:bg>
    <p:spTree>
      <p:nvGrpSpPr>
        <p:cNvPr id="1" name=""/>
        <p:cNvGrpSpPr/>
        <p:nvPr/>
      </p:nvGrpSpPr>
      <p:grpSpPr>
        <a:xfrm>
          <a:off x="0" y="0"/>
          <a:ext cx="0" cy="0"/>
          <a:chOff x="0" y="0"/>
          <a:chExt cx="0" cy="0"/>
        </a:xfrm>
      </p:grpSpPr>
      <p:sp>
        <p:nvSpPr>
          <p:cNvPr id="2" name="Text 0"/>
          <p:cNvSpPr/>
          <p:nvPr/>
        </p:nvSpPr>
        <p:spPr>
          <a:xfrm>
            <a:off x="812800" y="711200"/>
            <a:ext cx="4816376" cy="289520"/>
          </a:xfrm>
          <a:custGeom>
            <a:avLst/>
            <a:gdLst/>
            <a:ahLst/>
            <a:cxnLst/>
            <a:rect l="l" t="t" r="r" b="b"/>
            <a:pathLst>
              <a:path w="4816376" h="289520">
                <a:moveTo>
                  <a:pt x="144760" y="0"/>
                </a:moveTo>
                <a:lnTo>
                  <a:pt x="4671616" y="0"/>
                </a:lnTo>
                <a:arcTo hR="144760" wR="144760" stAng="16200000" swAng="5400000"/>
                <a:lnTo>
                  <a:pt x="4816376" y="144760"/>
                </a:lnTo>
                <a:arcTo hR="144760" wR="144760" stAng="0" swAng="5400000"/>
                <a:lnTo>
                  <a:pt x="144760" y="289520"/>
                </a:lnTo>
                <a:arcTo hR="144760" wR="144760" stAng="5400000" swAng="5400000"/>
                <a:lnTo>
                  <a:pt x="0" y="144760"/>
                </a:lnTo>
                <a:arcTo hR="144760" wR="144760" stAng="10800000" swAng="5400000"/>
                <a:close/>
              </a:path>
            </a:pathLst>
          </a:custGeom>
          <a:solidFill>
            <a:srgbClr val="2E1B4E"/>
          </a:solidFill>
          <a:ln/>
        </p:spPr>
        <p:txBody>
          <a:bodyPr wrap="none" lIns="0" tIns="0" rIns="0" bIns="0" rtlCol="0" anchor="ctr">
            <a:normAutofit/>
          </a:bodyPr>
          <a:lstStyle/>
          <a:p>
            <a:pPr algn="ctr" indent="0" marL="0">
              <a:lnSpc>
                <a:spcPts val="1680"/>
              </a:lnSpc>
              <a:buNone/>
            </a:pPr>
            <a:r>
              <a:rPr lang="en-US" sz="1200" b="1" spc="100" kern="0" dirty="0">
                <a:solidFill>
                  <a:srgbClr val="F1F6F2"/>
                </a:solidFill>
                <a:latin typeface="IBM Plex Sans" pitchFamily="34" charset="0"/>
                <a:ea typeface="IBM Plex Sans" pitchFamily="34" charset="-122"/>
                <a:cs typeface="IBM Plex Sans" pitchFamily="34" charset="-120"/>
              </a:rPr>
              <a:t>LECTURA Y RECONSTRUCCIÓN POR NODO · RICARDONE</a:t>
            </a:r>
            <a:endParaRPr lang="en-US" sz="1200" dirty="0"/>
          </a:p>
        </p:txBody>
      </p:sp>
      <p:sp>
        <p:nvSpPr>
          <p:cNvPr id="3" name="Text 1"/>
          <p:cNvSpPr/>
          <p:nvPr>
            <p:ph type="title"/>
          </p:nvPr>
        </p:nvSpPr>
        <p:spPr>
          <a:xfrm>
            <a:off x="812800" y="1076920"/>
            <a:ext cx="10883392" cy="639961"/>
          </a:xfrm>
          <a:prstGeom prst="rect">
            <a:avLst/>
          </a:prstGeom>
          <a:noFill/>
          <a:ln/>
        </p:spPr>
        <p:txBody>
          <a:bodyPr wrap="square" lIns="0" tIns="0" rIns="0" bIns="0" rtlCol="0" anchor="t">
            <a:normAutofit/>
          </a:bodyPr>
          <a:lstStyle/>
          <a:p>
            <a:pPr algn="l" indent="0" marL="0">
              <a:lnSpc>
                <a:spcPts val="2420"/>
              </a:lnSpc>
              <a:buNone/>
            </a:pPr>
            <a:r>
              <a:rPr lang="en-US" sz="2200" b="1" i="0" dirty="0">
                <a:solidFill>
                  <a:srgbClr val="14281E"/>
                </a:solidFill>
                <a:latin typeface="IBM Plex Sans" pitchFamily="34" charset="0"/>
                <a:ea typeface="IBM Plex Sans" pitchFamily="34" charset="-122"/>
                <a:cs typeface="IBM Plex Sans" pitchFamily="34" charset="-120"/>
              </a:rPr>
              <a:t>Con el lote: de cada 100 pasos la cámara lee 68, se reconstruyen 14 y se deducen 17; falta 1</a:t>
            </a:r>
            <a:endParaRPr lang="en-US" sz="2200" dirty="0"/>
          </a:p>
        </p:txBody>
      </p:sp>
      <p:sp>
        <p:nvSpPr>
          <p:cNvPr id="4" name="Shape 2"/>
          <p:cNvSpPr/>
          <p:nvPr/>
        </p:nvSpPr>
        <p:spPr>
          <a:xfrm>
            <a:off x="812800" y="1843881"/>
            <a:ext cx="10566400" cy="314920"/>
          </a:xfrm>
          <a:custGeom>
            <a:avLst/>
            <a:gdLst/>
            <a:ahLst/>
            <a:cxnLst/>
            <a:rect l="l" t="t" r="r" b="b"/>
            <a:pathLst>
              <a:path w="10566400" h="314920">
                <a:moveTo>
                  <a:pt x="50800" y="0"/>
                </a:moveTo>
                <a:lnTo>
                  <a:pt x="10515600" y="0"/>
                </a:lnTo>
                <a:arcTo hR="50800" wR="50800" stAng="16200000" swAng="5400000"/>
                <a:lnTo>
                  <a:pt x="10566400" y="314920"/>
                </a:lnTo>
                <a:lnTo>
                  <a:pt x="0" y="314920"/>
                </a:lnTo>
                <a:lnTo>
                  <a:pt x="0" y="50800"/>
                </a:lnTo>
                <a:arcTo hR="50800" wR="50800" stAng="10800000" swAng="5400000"/>
                <a:close/>
              </a:path>
            </a:pathLst>
          </a:custGeom>
          <a:solidFill>
            <a:srgbClr val="0B5638"/>
          </a:solidFill>
          <a:ln/>
        </p:spPr>
      </p:sp>
      <p:sp>
        <p:nvSpPr>
          <p:cNvPr id="5" name="Text 3"/>
          <p:cNvSpPr/>
          <p:nvPr/>
        </p:nvSpPr>
        <p:spPr>
          <a:xfrm>
            <a:off x="889000" y="1894681"/>
            <a:ext cx="200139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1F6F2"/>
                </a:solidFill>
                <a:latin typeface="IBM Plex Sans" pitchFamily="34" charset="0"/>
                <a:ea typeface="IBM Plex Sans" pitchFamily="34" charset="-122"/>
                <a:cs typeface="IBM Plex Sans" pitchFamily="34" charset="-120"/>
              </a:rPr>
              <a:t>Nodo</a:t>
            </a:r>
            <a:endParaRPr lang="en-US" sz="1200" dirty="0"/>
          </a:p>
        </p:txBody>
      </p:sp>
      <p:sp>
        <p:nvSpPr>
          <p:cNvPr id="6" name="Text 4"/>
          <p:cNvSpPr/>
          <p:nvPr/>
        </p:nvSpPr>
        <p:spPr>
          <a:xfrm>
            <a:off x="2959100" y="1894681"/>
            <a:ext cx="6731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C9D8CE"/>
                </a:solidFill>
                <a:latin typeface="IBM Plex Sans" pitchFamily="34" charset="0"/>
                <a:ea typeface="IBM Plex Sans" pitchFamily="34" charset="-122"/>
                <a:cs typeface="IBM Plex Sans" pitchFamily="34" charset="-120"/>
              </a:rPr>
              <a:t>Pasos</a:t>
            </a:r>
            <a:endParaRPr lang="en-US" sz="1200" dirty="0"/>
          </a:p>
        </p:txBody>
      </p:sp>
      <p:sp>
        <p:nvSpPr>
          <p:cNvPr id="7" name="Text 5"/>
          <p:cNvSpPr/>
          <p:nvPr/>
        </p:nvSpPr>
        <p:spPr>
          <a:xfrm>
            <a:off x="3733800" y="1894681"/>
            <a:ext cx="34010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8CE"/>
                </a:solidFill>
                <a:latin typeface="IBM Plex Sans" pitchFamily="34" charset="0"/>
                <a:ea typeface="IBM Plex Sans" pitchFamily="34" charset="-122"/>
                <a:cs typeface="IBM Plex Sans" pitchFamily="34" charset="-120"/>
              </a:rPr>
              <a:t>De 100 pasos</a:t>
            </a:r>
            <a:endParaRPr lang="en-US" sz="1200" dirty="0"/>
          </a:p>
        </p:txBody>
      </p:sp>
      <p:sp>
        <p:nvSpPr>
          <p:cNvPr id="8" name="Text 6"/>
          <p:cNvSpPr/>
          <p:nvPr/>
        </p:nvSpPr>
        <p:spPr>
          <a:xfrm>
            <a:off x="6985000" y="1894681"/>
            <a:ext cx="119380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F1F6F2"/>
                </a:solidFill>
                <a:latin typeface="IBM Plex Sans" pitchFamily="34" charset="0"/>
                <a:ea typeface="IBM Plex Sans" pitchFamily="34" charset="-122"/>
                <a:cs typeface="IBM Plex Sans" pitchFamily="34" charset="-120"/>
              </a:rPr>
              <a:t>Leyó la cámara</a:t>
            </a:r>
            <a:endParaRPr lang="en-US" sz="1200" dirty="0"/>
          </a:p>
        </p:txBody>
      </p:sp>
      <p:sp>
        <p:nvSpPr>
          <p:cNvPr id="9" name="Text 7"/>
          <p:cNvSpPr/>
          <p:nvPr/>
        </p:nvSpPr>
        <p:spPr>
          <a:xfrm>
            <a:off x="8128000" y="1894681"/>
            <a:ext cx="113030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F1F6F2"/>
                </a:solidFill>
                <a:latin typeface="IBM Plex Sans" pitchFamily="34" charset="0"/>
                <a:ea typeface="IBM Plex Sans" pitchFamily="34" charset="-122"/>
                <a:cs typeface="IBM Plex Sans" pitchFamily="34" charset="-120"/>
              </a:rPr>
              <a:t>Reconstruido</a:t>
            </a:r>
            <a:endParaRPr lang="en-US" sz="1200" dirty="0"/>
          </a:p>
        </p:txBody>
      </p:sp>
      <p:sp>
        <p:nvSpPr>
          <p:cNvPr id="10" name="Text 8"/>
          <p:cNvSpPr/>
          <p:nvPr/>
        </p:nvSpPr>
        <p:spPr>
          <a:xfrm>
            <a:off x="9207500" y="1894681"/>
            <a:ext cx="113030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F1F6F2"/>
                </a:solidFill>
                <a:latin typeface="IBM Plex Sans" pitchFamily="34" charset="0"/>
                <a:ea typeface="IBM Plex Sans" pitchFamily="34" charset="-122"/>
                <a:cs typeface="IBM Plex Sans" pitchFamily="34" charset="-120"/>
              </a:rPr>
              <a:t>Deducido</a:t>
            </a:r>
            <a:endParaRPr lang="en-US" sz="1200" dirty="0"/>
          </a:p>
        </p:txBody>
      </p:sp>
      <p:sp>
        <p:nvSpPr>
          <p:cNvPr id="11" name="Text 9"/>
          <p:cNvSpPr/>
          <p:nvPr/>
        </p:nvSpPr>
        <p:spPr>
          <a:xfrm>
            <a:off x="10363200" y="1894681"/>
            <a:ext cx="93980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F1F6F2"/>
                </a:solidFill>
                <a:latin typeface="IBM Plex Sans" pitchFamily="34" charset="0"/>
                <a:ea typeface="IBM Plex Sans" pitchFamily="34" charset="-122"/>
                <a:cs typeface="IBM Plex Sans" pitchFamily="34" charset="-120"/>
              </a:rPr>
              <a:t>Falta</a:t>
            </a:r>
            <a:endParaRPr lang="en-US" sz="1200" dirty="0"/>
          </a:p>
        </p:txBody>
      </p:sp>
      <p:sp>
        <p:nvSpPr>
          <p:cNvPr id="12" name="Shape 10"/>
          <p:cNvSpPr/>
          <p:nvPr/>
        </p:nvSpPr>
        <p:spPr>
          <a:xfrm>
            <a:off x="812800" y="2158802"/>
            <a:ext cx="10566400" cy="313630"/>
          </a:xfrm>
          <a:prstGeom prst="rect">
            <a:avLst/>
          </a:prstGeom>
          <a:solidFill>
            <a:srgbClr val="FCFDFB"/>
          </a:solidFill>
          <a:ln/>
        </p:spPr>
      </p:sp>
      <p:sp>
        <p:nvSpPr>
          <p:cNvPr id="13" name="Shape 11"/>
          <p:cNvSpPr/>
          <p:nvPr/>
        </p:nvSpPr>
        <p:spPr>
          <a:xfrm>
            <a:off x="812800" y="2469257"/>
            <a:ext cx="10566400" cy="0"/>
          </a:xfrm>
          <a:prstGeom prst="line">
            <a:avLst/>
          </a:prstGeom>
          <a:noFill/>
          <a:ln w="6350">
            <a:solidFill>
              <a:srgbClr val="D3E2D7"/>
            </a:solidFill>
            <a:prstDash val="solid"/>
          </a:ln>
        </p:spPr>
      </p:sp>
      <p:sp>
        <p:nvSpPr>
          <p:cNvPr id="14" name="Text 12"/>
          <p:cNvSpPr/>
          <p:nvPr/>
        </p:nvSpPr>
        <p:spPr>
          <a:xfrm>
            <a:off x="889000" y="2196902"/>
            <a:ext cx="2001393"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Preingreso</a:t>
            </a:r>
            <a:endParaRPr lang="en-US" sz="1300" dirty="0"/>
          </a:p>
        </p:txBody>
      </p:sp>
      <p:sp>
        <p:nvSpPr>
          <p:cNvPr id="15" name="Text 13"/>
          <p:cNvSpPr/>
          <p:nvPr/>
        </p:nvSpPr>
        <p:spPr>
          <a:xfrm>
            <a:off x="2959100" y="2196902"/>
            <a:ext cx="6731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4A5D52"/>
                </a:solidFill>
                <a:latin typeface="IBM Plex Sans" pitchFamily="34" charset="0"/>
                <a:ea typeface="IBM Plex Sans" pitchFamily="34" charset="-122"/>
                <a:cs typeface="IBM Plex Sans" pitchFamily="34" charset="-120"/>
              </a:rPr>
              <a:t>402</a:t>
            </a:r>
            <a:endParaRPr lang="en-US" sz="1300" dirty="0"/>
          </a:p>
        </p:txBody>
      </p:sp>
      <p:sp>
        <p:nvSpPr>
          <p:cNvPr id="16" name="Shape 14"/>
          <p:cNvSpPr/>
          <p:nvPr/>
        </p:nvSpPr>
        <p:spPr>
          <a:xfrm>
            <a:off x="3733800" y="2217142"/>
            <a:ext cx="2278360" cy="190500"/>
          </a:xfrm>
          <a:custGeom>
            <a:avLst/>
            <a:gdLst/>
            <a:ahLst/>
            <a:cxnLst/>
            <a:rect l="l" t="t" r="r" b="b"/>
            <a:pathLst>
              <a:path w="2278360" h="190500">
                <a:moveTo>
                  <a:pt x="0" y="38100"/>
                </a:moveTo>
                <a:arcTo hR="38100" wR="38100" stAng="10800000" swAng="5400000"/>
                <a:lnTo>
                  <a:pt x="2278360" y="0"/>
                </a:lnTo>
                <a:lnTo>
                  <a:pt x="2278360" y="190500"/>
                </a:lnTo>
                <a:lnTo>
                  <a:pt x="38100" y="190500"/>
                </a:lnTo>
                <a:arcTo hR="38100" wR="38100" stAng="5400000" swAng="5400000"/>
                <a:close/>
              </a:path>
            </a:pathLst>
          </a:custGeom>
          <a:solidFill>
            <a:srgbClr val="0B5638"/>
          </a:solidFill>
          <a:ln/>
        </p:spPr>
      </p:sp>
      <p:sp>
        <p:nvSpPr>
          <p:cNvPr id="17" name="Shape 15"/>
          <p:cNvSpPr/>
          <p:nvPr/>
        </p:nvSpPr>
        <p:spPr>
          <a:xfrm>
            <a:off x="6012160" y="2217142"/>
            <a:ext cx="693440" cy="190500"/>
          </a:xfrm>
          <a:prstGeom prst="rect">
            <a:avLst/>
          </a:prstGeom>
          <a:solidFill>
            <a:srgbClr val="7FB894"/>
          </a:solidFill>
          <a:ln/>
        </p:spPr>
      </p:sp>
      <p:sp>
        <p:nvSpPr>
          <p:cNvPr id="18" name="Shape 16"/>
          <p:cNvSpPr/>
          <p:nvPr/>
        </p:nvSpPr>
        <p:spPr>
          <a:xfrm>
            <a:off x="6705600" y="2217142"/>
            <a:ext cx="297160" cy="190500"/>
          </a:xfrm>
          <a:prstGeom prst="rect">
            <a:avLst/>
          </a:prstGeom>
          <a:solidFill>
            <a:srgbClr val="9C8FC4"/>
          </a:solidFill>
          <a:ln/>
        </p:spPr>
      </p:sp>
      <p:sp>
        <p:nvSpPr>
          <p:cNvPr id="19" name="Shape 17"/>
          <p:cNvSpPr/>
          <p:nvPr/>
        </p:nvSpPr>
        <p:spPr>
          <a:xfrm>
            <a:off x="7002760" y="2217142"/>
            <a:ext cx="33040" cy="190500"/>
          </a:xfrm>
          <a:custGeom>
            <a:avLst/>
            <a:gdLst/>
            <a:ahLst/>
            <a:cxnLst/>
            <a:rect l="l" t="t" r="r" b="b"/>
            <a:pathLst>
              <a:path w="33040" h="190500">
                <a:moveTo>
                  <a:pt x="0" y="338"/>
                </a:moveTo>
                <a:arcTo hR="38100" wR="38100" stAng="16657929" swAng="4942071"/>
                <a:lnTo>
                  <a:pt x="33040" y="152400"/>
                </a:lnTo>
                <a:arcTo hR="38100" wR="38100" stAng="0" swAng="4942071"/>
                <a:close/>
              </a:path>
            </a:pathLst>
          </a:custGeom>
          <a:solidFill>
            <a:srgbClr val="B3261E"/>
          </a:solidFill>
          <a:ln/>
        </p:spPr>
      </p:sp>
      <p:sp>
        <p:nvSpPr>
          <p:cNvPr id="20" name="Text 18"/>
          <p:cNvSpPr/>
          <p:nvPr/>
        </p:nvSpPr>
        <p:spPr>
          <a:xfrm>
            <a:off x="6985000" y="2196902"/>
            <a:ext cx="11938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0B5638"/>
                </a:solidFill>
                <a:latin typeface="IBM Plex Sans" pitchFamily="34" charset="0"/>
                <a:ea typeface="IBM Plex Sans" pitchFamily="34" charset="-122"/>
                <a:cs typeface="IBM Plex Sans" pitchFamily="34" charset="-120"/>
              </a:rPr>
              <a:t>69 %</a:t>
            </a:r>
            <a:endParaRPr lang="en-US" sz="1300" dirty="0"/>
          </a:p>
        </p:txBody>
      </p:sp>
      <p:sp>
        <p:nvSpPr>
          <p:cNvPr id="21" name="Text 19"/>
          <p:cNvSpPr/>
          <p:nvPr/>
        </p:nvSpPr>
        <p:spPr>
          <a:xfrm>
            <a:off x="8128000" y="2196902"/>
            <a:ext cx="11303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2F6B47"/>
                </a:solidFill>
                <a:latin typeface="IBM Plex Sans" pitchFamily="34" charset="0"/>
                <a:ea typeface="IBM Plex Sans" pitchFamily="34" charset="-122"/>
                <a:cs typeface="IBM Plex Sans" pitchFamily="34" charset="-120"/>
              </a:rPr>
              <a:t>21 %</a:t>
            </a:r>
            <a:endParaRPr lang="en-US" sz="1300" dirty="0"/>
          </a:p>
        </p:txBody>
      </p:sp>
      <p:sp>
        <p:nvSpPr>
          <p:cNvPr id="22" name="Text 20"/>
          <p:cNvSpPr/>
          <p:nvPr/>
        </p:nvSpPr>
        <p:spPr>
          <a:xfrm>
            <a:off x="9207500" y="2196902"/>
            <a:ext cx="11303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4B3D7A"/>
                </a:solidFill>
                <a:latin typeface="IBM Plex Sans" pitchFamily="34" charset="0"/>
                <a:ea typeface="IBM Plex Sans" pitchFamily="34" charset="-122"/>
                <a:cs typeface="IBM Plex Sans" pitchFamily="34" charset="-120"/>
              </a:rPr>
              <a:t>9 %</a:t>
            </a:r>
            <a:endParaRPr lang="en-US" sz="1300" dirty="0"/>
          </a:p>
        </p:txBody>
      </p:sp>
      <p:sp>
        <p:nvSpPr>
          <p:cNvPr id="23" name="Text 21"/>
          <p:cNvSpPr/>
          <p:nvPr/>
        </p:nvSpPr>
        <p:spPr>
          <a:xfrm>
            <a:off x="10363200" y="2196902"/>
            <a:ext cx="9398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B3261E"/>
                </a:solidFill>
                <a:latin typeface="IBM Plex Sans" pitchFamily="34" charset="0"/>
                <a:ea typeface="IBM Plex Sans" pitchFamily="34" charset="-122"/>
                <a:cs typeface="IBM Plex Sans" pitchFamily="34" charset="-120"/>
              </a:rPr>
              <a:t>1 %</a:t>
            </a:r>
            <a:endParaRPr lang="en-US" sz="1300" dirty="0"/>
          </a:p>
        </p:txBody>
      </p:sp>
      <p:sp>
        <p:nvSpPr>
          <p:cNvPr id="24" name="Shape 22"/>
          <p:cNvSpPr/>
          <p:nvPr/>
        </p:nvSpPr>
        <p:spPr>
          <a:xfrm>
            <a:off x="812800" y="2472432"/>
            <a:ext cx="10566400" cy="313630"/>
          </a:xfrm>
          <a:prstGeom prst="rect">
            <a:avLst/>
          </a:prstGeom>
          <a:solidFill>
            <a:srgbClr val="FCFDFB"/>
          </a:solidFill>
          <a:ln/>
        </p:spPr>
      </p:sp>
      <p:sp>
        <p:nvSpPr>
          <p:cNvPr id="25" name="Shape 23"/>
          <p:cNvSpPr/>
          <p:nvPr/>
        </p:nvSpPr>
        <p:spPr>
          <a:xfrm>
            <a:off x="812800" y="2782888"/>
            <a:ext cx="10566400" cy="0"/>
          </a:xfrm>
          <a:prstGeom prst="line">
            <a:avLst/>
          </a:prstGeom>
          <a:noFill/>
          <a:ln w="6350">
            <a:solidFill>
              <a:srgbClr val="D3E2D7"/>
            </a:solidFill>
            <a:prstDash val="solid"/>
          </a:ln>
        </p:spPr>
      </p:sp>
      <p:sp>
        <p:nvSpPr>
          <p:cNvPr id="26" name="Text 24"/>
          <p:cNvSpPr/>
          <p:nvPr/>
        </p:nvSpPr>
        <p:spPr>
          <a:xfrm>
            <a:off x="889000" y="2510532"/>
            <a:ext cx="2001393"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Calada</a:t>
            </a:r>
            <a:endParaRPr lang="en-US" sz="1300" dirty="0"/>
          </a:p>
        </p:txBody>
      </p:sp>
      <p:sp>
        <p:nvSpPr>
          <p:cNvPr id="27" name="Text 25"/>
          <p:cNvSpPr/>
          <p:nvPr/>
        </p:nvSpPr>
        <p:spPr>
          <a:xfrm>
            <a:off x="2959100" y="2510532"/>
            <a:ext cx="6731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4A5D52"/>
                </a:solidFill>
                <a:latin typeface="IBM Plex Sans" pitchFamily="34" charset="0"/>
                <a:ea typeface="IBM Plex Sans" pitchFamily="34" charset="-122"/>
                <a:cs typeface="IBM Plex Sans" pitchFamily="34" charset="-120"/>
              </a:rPr>
              <a:t>402</a:t>
            </a:r>
            <a:endParaRPr lang="en-US" sz="1300" dirty="0"/>
          </a:p>
        </p:txBody>
      </p:sp>
      <p:sp>
        <p:nvSpPr>
          <p:cNvPr id="28" name="Shape 26"/>
          <p:cNvSpPr/>
          <p:nvPr/>
        </p:nvSpPr>
        <p:spPr>
          <a:xfrm>
            <a:off x="3733800" y="2530773"/>
            <a:ext cx="2344440" cy="190500"/>
          </a:xfrm>
          <a:custGeom>
            <a:avLst/>
            <a:gdLst/>
            <a:ahLst/>
            <a:cxnLst/>
            <a:rect l="l" t="t" r="r" b="b"/>
            <a:pathLst>
              <a:path w="2344440" h="190500">
                <a:moveTo>
                  <a:pt x="0" y="38100"/>
                </a:moveTo>
                <a:arcTo hR="38100" wR="38100" stAng="10800000" swAng="5400000"/>
                <a:lnTo>
                  <a:pt x="2344440" y="0"/>
                </a:lnTo>
                <a:lnTo>
                  <a:pt x="2344440" y="190500"/>
                </a:lnTo>
                <a:lnTo>
                  <a:pt x="38100" y="190500"/>
                </a:lnTo>
                <a:arcTo hR="38100" wR="38100" stAng="5400000" swAng="5400000"/>
                <a:close/>
              </a:path>
            </a:pathLst>
          </a:custGeom>
          <a:solidFill>
            <a:srgbClr val="0B5638"/>
          </a:solidFill>
          <a:ln/>
        </p:spPr>
      </p:sp>
      <p:sp>
        <p:nvSpPr>
          <p:cNvPr id="29" name="Shape 27"/>
          <p:cNvSpPr/>
          <p:nvPr/>
        </p:nvSpPr>
        <p:spPr>
          <a:xfrm>
            <a:off x="6078240" y="2530773"/>
            <a:ext cx="429220" cy="190500"/>
          </a:xfrm>
          <a:prstGeom prst="rect">
            <a:avLst/>
          </a:prstGeom>
          <a:solidFill>
            <a:srgbClr val="7FB894"/>
          </a:solidFill>
          <a:ln/>
        </p:spPr>
      </p:sp>
      <p:sp>
        <p:nvSpPr>
          <p:cNvPr id="30" name="Shape 28"/>
          <p:cNvSpPr/>
          <p:nvPr/>
        </p:nvSpPr>
        <p:spPr>
          <a:xfrm>
            <a:off x="6507460" y="2530773"/>
            <a:ext cx="495300" cy="190500"/>
          </a:xfrm>
          <a:prstGeom prst="rect">
            <a:avLst/>
          </a:prstGeom>
          <a:solidFill>
            <a:srgbClr val="9C8FC4"/>
          </a:solidFill>
          <a:ln/>
        </p:spPr>
      </p:sp>
      <p:sp>
        <p:nvSpPr>
          <p:cNvPr id="31" name="Shape 29"/>
          <p:cNvSpPr/>
          <p:nvPr/>
        </p:nvSpPr>
        <p:spPr>
          <a:xfrm>
            <a:off x="7002760" y="2530773"/>
            <a:ext cx="33040" cy="190500"/>
          </a:xfrm>
          <a:custGeom>
            <a:avLst/>
            <a:gdLst/>
            <a:ahLst/>
            <a:cxnLst/>
            <a:rect l="l" t="t" r="r" b="b"/>
            <a:pathLst>
              <a:path w="33040" h="190500">
                <a:moveTo>
                  <a:pt x="0" y="338"/>
                </a:moveTo>
                <a:arcTo hR="38100" wR="38100" stAng="16657929" swAng="4942071"/>
                <a:lnTo>
                  <a:pt x="33040" y="152400"/>
                </a:lnTo>
                <a:arcTo hR="38100" wR="38100" stAng="0" swAng="4942071"/>
                <a:close/>
              </a:path>
            </a:pathLst>
          </a:custGeom>
          <a:solidFill>
            <a:srgbClr val="B3261E"/>
          </a:solidFill>
          <a:ln/>
        </p:spPr>
      </p:sp>
      <p:sp>
        <p:nvSpPr>
          <p:cNvPr id="32" name="Text 30"/>
          <p:cNvSpPr/>
          <p:nvPr/>
        </p:nvSpPr>
        <p:spPr>
          <a:xfrm>
            <a:off x="6985000" y="2510532"/>
            <a:ext cx="11938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0B5638"/>
                </a:solidFill>
                <a:latin typeface="IBM Plex Sans" pitchFamily="34" charset="0"/>
                <a:ea typeface="IBM Plex Sans" pitchFamily="34" charset="-122"/>
                <a:cs typeface="IBM Plex Sans" pitchFamily="34" charset="-120"/>
              </a:rPr>
              <a:t>71 %</a:t>
            </a:r>
            <a:endParaRPr lang="en-US" sz="1300" dirty="0"/>
          </a:p>
        </p:txBody>
      </p:sp>
      <p:sp>
        <p:nvSpPr>
          <p:cNvPr id="33" name="Text 31"/>
          <p:cNvSpPr/>
          <p:nvPr/>
        </p:nvSpPr>
        <p:spPr>
          <a:xfrm>
            <a:off x="8128000" y="2510532"/>
            <a:ext cx="11303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2F6B47"/>
                </a:solidFill>
                <a:latin typeface="IBM Plex Sans" pitchFamily="34" charset="0"/>
                <a:ea typeface="IBM Plex Sans" pitchFamily="34" charset="-122"/>
                <a:cs typeface="IBM Plex Sans" pitchFamily="34" charset="-120"/>
              </a:rPr>
              <a:t>13 %</a:t>
            </a:r>
            <a:endParaRPr lang="en-US" sz="1300" dirty="0"/>
          </a:p>
        </p:txBody>
      </p:sp>
      <p:sp>
        <p:nvSpPr>
          <p:cNvPr id="34" name="Text 32"/>
          <p:cNvSpPr/>
          <p:nvPr/>
        </p:nvSpPr>
        <p:spPr>
          <a:xfrm>
            <a:off x="9207500" y="2510532"/>
            <a:ext cx="11303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4B3D7A"/>
                </a:solidFill>
                <a:latin typeface="IBM Plex Sans" pitchFamily="34" charset="0"/>
                <a:ea typeface="IBM Plex Sans" pitchFamily="34" charset="-122"/>
                <a:cs typeface="IBM Plex Sans" pitchFamily="34" charset="-120"/>
              </a:rPr>
              <a:t>15 %</a:t>
            </a:r>
            <a:endParaRPr lang="en-US" sz="1300" dirty="0"/>
          </a:p>
        </p:txBody>
      </p:sp>
      <p:sp>
        <p:nvSpPr>
          <p:cNvPr id="35" name="Text 33"/>
          <p:cNvSpPr/>
          <p:nvPr/>
        </p:nvSpPr>
        <p:spPr>
          <a:xfrm>
            <a:off x="10363200" y="2510532"/>
            <a:ext cx="9398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B3261E"/>
                </a:solidFill>
                <a:latin typeface="IBM Plex Sans" pitchFamily="34" charset="0"/>
                <a:ea typeface="IBM Plex Sans" pitchFamily="34" charset="-122"/>
                <a:cs typeface="IBM Plex Sans" pitchFamily="34" charset="-120"/>
              </a:rPr>
              <a:t>1 %</a:t>
            </a:r>
            <a:endParaRPr lang="en-US" sz="1300" dirty="0"/>
          </a:p>
        </p:txBody>
      </p:sp>
      <p:sp>
        <p:nvSpPr>
          <p:cNvPr id="36" name="Shape 34"/>
          <p:cNvSpPr/>
          <p:nvPr/>
        </p:nvSpPr>
        <p:spPr>
          <a:xfrm>
            <a:off x="812800" y="2786063"/>
            <a:ext cx="10566400" cy="313630"/>
          </a:xfrm>
          <a:prstGeom prst="rect">
            <a:avLst/>
          </a:prstGeom>
          <a:solidFill>
            <a:srgbClr val="FCFDFB"/>
          </a:solidFill>
          <a:ln/>
        </p:spPr>
      </p:sp>
      <p:sp>
        <p:nvSpPr>
          <p:cNvPr id="37" name="Shape 35"/>
          <p:cNvSpPr/>
          <p:nvPr/>
        </p:nvSpPr>
        <p:spPr>
          <a:xfrm>
            <a:off x="812800" y="3096518"/>
            <a:ext cx="10566400" cy="0"/>
          </a:xfrm>
          <a:prstGeom prst="line">
            <a:avLst/>
          </a:prstGeom>
          <a:noFill/>
          <a:ln w="6350">
            <a:solidFill>
              <a:srgbClr val="D3E2D7"/>
            </a:solidFill>
            <a:prstDash val="solid"/>
          </a:ln>
        </p:spPr>
      </p:sp>
      <p:sp>
        <p:nvSpPr>
          <p:cNvPr id="38" name="Text 36"/>
          <p:cNvSpPr/>
          <p:nvPr/>
        </p:nvSpPr>
        <p:spPr>
          <a:xfrm>
            <a:off x="889000" y="2824163"/>
            <a:ext cx="2001393"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Playa 3</a:t>
            </a:r>
            <a:endParaRPr lang="en-US" sz="1300" dirty="0"/>
          </a:p>
        </p:txBody>
      </p:sp>
      <p:sp>
        <p:nvSpPr>
          <p:cNvPr id="39" name="Text 37"/>
          <p:cNvSpPr/>
          <p:nvPr/>
        </p:nvSpPr>
        <p:spPr>
          <a:xfrm>
            <a:off x="2959100" y="2824163"/>
            <a:ext cx="6731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4A5D52"/>
                </a:solidFill>
                <a:latin typeface="IBM Plex Sans" pitchFamily="34" charset="0"/>
                <a:ea typeface="IBM Plex Sans" pitchFamily="34" charset="-122"/>
                <a:cs typeface="IBM Plex Sans" pitchFamily="34" charset="-120"/>
              </a:rPr>
              <a:t>79</a:t>
            </a:r>
            <a:endParaRPr lang="en-US" sz="1300" dirty="0"/>
          </a:p>
        </p:txBody>
      </p:sp>
      <p:sp>
        <p:nvSpPr>
          <p:cNvPr id="40" name="Shape 38"/>
          <p:cNvSpPr/>
          <p:nvPr/>
        </p:nvSpPr>
        <p:spPr>
          <a:xfrm>
            <a:off x="3733800" y="2844403"/>
            <a:ext cx="2212380" cy="190500"/>
          </a:xfrm>
          <a:custGeom>
            <a:avLst/>
            <a:gdLst/>
            <a:ahLst/>
            <a:cxnLst/>
            <a:rect l="l" t="t" r="r" b="b"/>
            <a:pathLst>
              <a:path w="2212380" h="190500">
                <a:moveTo>
                  <a:pt x="0" y="38100"/>
                </a:moveTo>
                <a:arcTo hR="38100" wR="38100" stAng="10800000" swAng="5400000"/>
                <a:lnTo>
                  <a:pt x="2212380" y="0"/>
                </a:lnTo>
                <a:lnTo>
                  <a:pt x="2212380" y="190500"/>
                </a:lnTo>
                <a:lnTo>
                  <a:pt x="38100" y="190500"/>
                </a:lnTo>
                <a:arcTo hR="38100" wR="38100" stAng="5400000" swAng="5400000"/>
                <a:close/>
              </a:path>
            </a:pathLst>
          </a:custGeom>
          <a:solidFill>
            <a:srgbClr val="0B5638"/>
          </a:solidFill>
          <a:ln/>
        </p:spPr>
      </p:sp>
      <p:sp>
        <p:nvSpPr>
          <p:cNvPr id="41" name="Shape 39"/>
          <p:cNvSpPr/>
          <p:nvPr/>
        </p:nvSpPr>
        <p:spPr>
          <a:xfrm>
            <a:off x="5946180" y="2844403"/>
            <a:ext cx="297160" cy="190500"/>
          </a:xfrm>
          <a:prstGeom prst="rect">
            <a:avLst/>
          </a:prstGeom>
          <a:solidFill>
            <a:srgbClr val="7FB894"/>
          </a:solidFill>
          <a:ln/>
        </p:spPr>
      </p:sp>
      <p:sp>
        <p:nvSpPr>
          <p:cNvPr id="42" name="Shape 40"/>
          <p:cNvSpPr/>
          <p:nvPr/>
        </p:nvSpPr>
        <p:spPr>
          <a:xfrm>
            <a:off x="6243340" y="2844403"/>
            <a:ext cx="759420" cy="190500"/>
          </a:xfrm>
          <a:prstGeom prst="rect">
            <a:avLst/>
          </a:prstGeom>
          <a:solidFill>
            <a:srgbClr val="9C8FC4"/>
          </a:solidFill>
          <a:ln/>
        </p:spPr>
      </p:sp>
      <p:sp>
        <p:nvSpPr>
          <p:cNvPr id="43" name="Shape 41"/>
          <p:cNvSpPr/>
          <p:nvPr/>
        </p:nvSpPr>
        <p:spPr>
          <a:xfrm>
            <a:off x="7002760" y="2844403"/>
            <a:ext cx="33040" cy="190500"/>
          </a:xfrm>
          <a:custGeom>
            <a:avLst/>
            <a:gdLst/>
            <a:ahLst/>
            <a:cxnLst/>
            <a:rect l="l" t="t" r="r" b="b"/>
            <a:pathLst>
              <a:path w="33040" h="190500">
                <a:moveTo>
                  <a:pt x="0" y="338"/>
                </a:moveTo>
                <a:arcTo hR="38100" wR="38100" stAng="16657929" swAng="4942071"/>
                <a:lnTo>
                  <a:pt x="33040" y="152400"/>
                </a:lnTo>
                <a:arcTo hR="38100" wR="38100" stAng="0" swAng="4942071"/>
                <a:close/>
              </a:path>
            </a:pathLst>
          </a:custGeom>
          <a:solidFill>
            <a:srgbClr val="B3261E"/>
          </a:solidFill>
          <a:ln/>
        </p:spPr>
      </p:sp>
      <p:sp>
        <p:nvSpPr>
          <p:cNvPr id="44" name="Text 42"/>
          <p:cNvSpPr/>
          <p:nvPr/>
        </p:nvSpPr>
        <p:spPr>
          <a:xfrm>
            <a:off x="6985000" y="2824163"/>
            <a:ext cx="11938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0B5638"/>
                </a:solidFill>
                <a:latin typeface="IBM Plex Sans" pitchFamily="34" charset="0"/>
                <a:ea typeface="IBM Plex Sans" pitchFamily="34" charset="-122"/>
                <a:cs typeface="IBM Plex Sans" pitchFamily="34" charset="-120"/>
              </a:rPr>
              <a:t>67 %</a:t>
            </a:r>
            <a:endParaRPr lang="en-US" sz="1300" dirty="0"/>
          </a:p>
        </p:txBody>
      </p:sp>
      <p:sp>
        <p:nvSpPr>
          <p:cNvPr id="45" name="Text 43"/>
          <p:cNvSpPr/>
          <p:nvPr/>
        </p:nvSpPr>
        <p:spPr>
          <a:xfrm>
            <a:off x="8128000" y="2824163"/>
            <a:ext cx="11303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2F6B47"/>
                </a:solidFill>
                <a:latin typeface="IBM Plex Sans" pitchFamily="34" charset="0"/>
                <a:ea typeface="IBM Plex Sans" pitchFamily="34" charset="-122"/>
                <a:cs typeface="IBM Plex Sans" pitchFamily="34" charset="-120"/>
              </a:rPr>
              <a:t>9 %</a:t>
            </a:r>
            <a:endParaRPr lang="en-US" sz="1300" dirty="0"/>
          </a:p>
        </p:txBody>
      </p:sp>
      <p:sp>
        <p:nvSpPr>
          <p:cNvPr id="46" name="Text 44"/>
          <p:cNvSpPr/>
          <p:nvPr/>
        </p:nvSpPr>
        <p:spPr>
          <a:xfrm>
            <a:off x="9207500" y="2824163"/>
            <a:ext cx="11303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4B3D7A"/>
                </a:solidFill>
                <a:latin typeface="IBM Plex Sans" pitchFamily="34" charset="0"/>
                <a:ea typeface="IBM Plex Sans" pitchFamily="34" charset="-122"/>
                <a:cs typeface="IBM Plex Sans" pitchFamily="34" charset="-120"/>
              </a:rPr>
              <a:t>23 %</a:t>
            </a:r>
            <a:endParaRPr lang="en-US" sz="1300" dirty="0"/>
          </a:p>
        </p:txBody>
      </p:sp>
      <p:sp>
        <p:nvSpPr>
          <p:cNvPr id="47" name="Text 45"/>
          <p:cNvSpPr/>
          <p:nvPr/>
        </p:nvSpPr>
        <p:spPr>
          <a:xfrm>
            <a:off x="10363200" y="2824163"/>
            <a:ext cx="9398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B3261E"/>
                </a:solidFill>
                <a:latin typeface="IBM Plex Sans" pitchFamily="34" charset="0"/>
                <a:ea typeface="IBM Plex Sans" pitchFamily="34" charset="-122"/>
                <a:cs typeface="IBM Plex Sans" pitchFamily="34" charset="-120"/>
              </a:rPr>
              <a:t>1 %</a:t>
            </a:r>
            <a:endParaRPr lang="en-US" sz="1300" dirty="0"/>
          </a:p>
        </p:txBody>
      </p:sp>
      <p:sp>
        <p:nvSpPr>
          <p:cNvPr id="48" name="Shape 46"/>
          <p:cNvSpPr/>
          <p:nvPr/>
        </p:nvSpPr>
        <p:spPr>
          <a:xfrm>
            <a:off x="812800" y="3099693"/>
            <a:ext cx="10566400" cy="313630"/>
          </a:xfrm>
          <a:prstGeom prst="rect">
            <a:avLst/>
          </a:prstGeom>
          <a:solidFill>
            <a:srgbClr val="FCFDFB"/>
          </a:solidFill>
          <a:ln/>
        </p:spPr>
      </p:sp>
      <p:sp>
        <p:nvSpPr>
          <p:cNvPr id="49" name="Shape 47"/>
          <p:cNvSpPr/>
          <p:nvPr/>
        </p:nvSpPr>
        <p:spPr>
          <a:xfrm>
            <a:off x="812800" y="3410148"/>
            <a:ext cx="10566400" cy="0"/>
          </a:xfrm>
          <a:prstGeom prst="line">
            <a:avLst/>
          </a:prstGeom>
          <a:noFill/>
          <a:ln w="6350">
            <a:solidFill>
              <a:srgbClr val="D3E2D7"/>
            </a:solidFill>
            <a:prstDash val="solid"/>
          </a:ln>
        </p:spPr>
      </p:sp>
      <p:sp>
        <p:nvSpPr>
          <p:cNvPr id="50" name="Text 48"/>
          <p:cNvSpPr/>
          <p:nvPr/>
        </p:nvSpPr>
        <p:spPr>
          <a:xfrm>
            <a:off x="889000" y="3137793"/>
            <a:ext cx="2001393"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Volcable 2</a:t>
            </a:r>
            <a:endParaRPr lang="en-US" sz="1300" dirty="0"/>
          </a:p>
        </p:txBody>
      </p:sp>
      <p:sp>
        <p:nvSpPr>
          <p:cNvPr id="51" name="Text 49"/>
          <p:cNvSpPr/>
          <p:nvPr/>
        </p:nvSpPr>
        <p:spPr>
          <a:xfrm>
            <a:off x="2959100" y="3137793"/>
            <a:ext cx="6731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4A5D52"/>
                </a:solidFill>
                <a:latin typeface="IBM Plex Sans" pitchFamily="34" charset="0"/>
                <a:ea typeface="IBM Plex Sans" pitchFamily="34" charset="-122"/>
                <a:cs typeface="IBM Plex Sans" pitchFamily="34" charset="-120"/>
              </a:rPr>
              <a:t>70</a:t>
            </a:r>
            <a:endParaRPr lang="en-US" sz="1300" dirty="0"/>
          </a:p>
        </p:txBody>
      </p:sp>
      <p:sp>
        <p:nvSpPr>
          <p:cNvPr id="52" name="Shape 50"/>
          <p:cNvSpPr/>
          <p:nvPr/>
        </p:nvSpPr>
        <p:spPr>
          <a:xfrm>
            <a:off x="3733800" y="3158034"/>
            <a:ext cx="1585020" cy="190500"/>
          </a:xfrm>
          <a:custGeom>
            <a:avLst/>
            <a:gdLst/>
            <a:ahLst/>
            <a:cxnLst/>
            <a:rect l="l" t="t" r="r" b="b"/>
            <a:pathLst>
              <a:path w="1585020" h="190500">
                <a:moveTo>
                  <a:pt x="0" y="38100"/>
                </a:moveTo>
                <a:arcTo hR="38100" wR="38100" stAng="10800000" swAng="5400000"/>
                <a:lnTo>
                  <a:pt x="1585020" y="0"/>
                </a:lnTo>
                <a:lnTo>
                  <a:pt x="1585020" y="190500"/>
                </a:lnTo>
                <a:lnTo>
                  <a:pt x="38100" y="190500"/>
                </a:lnTo>
                <a:arcTo hR="38100" wR="38100" stAng="5400000" swAng="5400000"/>
                <a:close/>
              </a:path>
            </a:pathLst>
          </a:custGeom>
          <a:solidFill>
            <a:srgbClr val="0B5638"/>
          </a:solidFill>
          <a:ln/>
        </p:spPr>
      </p:sp>
      <p:sp>
        <p:nvSpPr>
          <p:cNvPr id="53" name="Shape 51"/>
          <p:cNvSpPr/>
          <p:nvPr/>
        </p:nvSpPr>
        <p:spPr>
          <a:xfrm>
            <a:off x="5318820" y="3158034"/>
            <a:ext cx="297160" cy="190500"/>
          </a:xfrm>
          <a:prstGeom prst="rect">
            <a:avLst/>
          </a:prstGeom>
          <a:solidFill>
            <a:srgbClr val="7FB894"/>
          </a:solidFill>
          <a:ln/>
        </p:spPr>
      </p:sp>
      <p:sp>
        <p:nvSpPr>
          <p:cNvPr id="54" name="Shape 52"/>
          <p:cNvSpPr/>
          <p:nvPr/>
        </p:nvSpPr>
        <p:spPr>
          <a:xfrm>
            <a:off x="5615980" y="3158034"/>
            <a:ext cx="1419820" cy="190500"/>
          </a:xfrm>
          <a:custGeom>
            <a:avLst/>
            <a:gdLst/>
            <a:ahLst/>
            <a:cxnLst/>
            <a:rect l="l" t="t" r="r" b="b"/>
            <a:pathLst>
              <a:path w="1419820" h="190500">
                <a:moveTo>
                  <a:pt x="1381720" y="0"/>
                </a:moveTo>
                <a:arcTo hR="38100" wR="38100" stAng="16200000" swAng="5400000"/>
                <a:lnTo>
                  <a:pt x="1419820" y="152400"/>
                </a:lnTo>
                <a:arcTo hR="38100" wR="38100" stAng="0" swAng="5400000"/>
                <a:lnTo>
                  <a:pt x="0" y="190500"/>
                </a:lnTo>
                <a:lnTo>
                  <a:pt x="0" y="0"/>
                </a:lnTo>
                <a:close/>
              </a:path>
            </a:pathLst>
          </a:custGeom>
          <a:solidFill>
            <a:srgbClr val="9C8FC4"/>
          </a:solidFill>
          <a:ln/>
        </p:spPr>
      </p:sp>
      <p:sp>
        <p:nvSpPr>
          <p:cNvPr id="55" name="Text 53"/>
          <p:cNvSpPr/>
          <p:nvPr/>
        </p:nvSpPr>
        <p:spPr>
          <a:xfrm>
            <a:off x="6985000" y="3137793"/>
            <a:ext cx="11938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0B5638"/>
                </a:solidFill>
                <a:latin typeface="IBM Plex Sans" pitchFamily="34" charset="0"/>
                <a:ea typeface="IBM Plex Sans" pitchFamily="34" charset="-122"/>
                <a:cs typeface="IBM Plex Sans" pitchFamily="34" charset="-120"/>
              </a:rPr>
              <a:t>48 %</a:t>
            </a:r>
            <a:endParaRPr lang="en-US" sz="1300" dirty="0"/>
          </a:p>
        </p:txBody>
      </p:sp>
      <p:sp>
        <p:nvSpPr>
          <p:cNvPr id="56" name="Text 54"/>
          <p:cNvSpPr/>
          <p:nvPr/>
        </p:nvSpPr>
        <p:spPr>
          <a:xfrm>
            <a:off x="8128000" y="3137793"/>
            <a:ext cx="11303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2F6B47"/>
                </a:solidFill>
                <a:latin typeface="IBM Plex Sans" pitchFamily="34" charset="0"/>
                <a:ea typeface="IBM Plex Sans" pitchFamily="34" charset="-122"/>
                <a:cs typeface="IBM Plex Sans" pitchFamily="34" charset="-120"/>
              </a:rPr>
              <a:t>9 %</a:t>
            </a:r>
            <a:endParaRPr lang="en-US" sz="1300" dirty="0"/>
          </a:p>
        </p:txBody>
      </p:sp>
      <p:sp>
        <p:nvSpPr>
          <p:cNvPr id="57" name="Text 55"/>
          <p:cNvSpPr/>
          <p:nvPr/>
        </p:nvSpPr>
        <p:spPr>
          <a:xfrm>
            <a:off x="9207500" y="3137793"/>
            <a:ext cx="11303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4B3D7A"/>
                </a:solidFill>
                <a:latin typeface="IBM Plex Sans" pitchFamily="34" charset="0"/>
                <a:ea typeface="IBM Plex Sans" pitchFamily="34" charset="-122"/>
                <a:cs typeface="IBM Plex Sans" pitchFamily="34" charset="-120"/>
              </a:rPr>
              <a:t>43 %</a:t>
            </a:r>
            <a:endParaRPr lang="en-US" sz="1300" dirty="0"/>
          </a:p>
        </p:txBody>
      </p:sp>
      <p:sp>
        <p:nvSpPr>
          <p:cNvPr id="58" name="Text 56"/>
          <p:cNvSpPr/>
          <p:nvPr/>
        </p:nvSpPr>
        <p:spPr>
          <a:xfrm>
            <a:off x="10363200" y="3137793"/>
            <a:ext cx="9398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B3261E"/>
                </a:solidFill>
                <a:latin typeface="IBM Plex Sans" pitchFamily="34" charset="0"/>
                <a:ea typeface="IBM Plex Sans" pitchFamily="34" charset="-122"/>
                <a:cs typeface="IBM Plex Sans" pitchFamily="34" charset="-120"/>
              </a:rPr>
              <a:t>0 %</a:t>
            </a:r>
            <a:endParaRPr lang="en-US" sz="1300" dirty="0"/>
          </a:p>
        </p:txBody>
      </p:sp>
      <p:sp>
        <p:nvSpPr>
          <p:cNvPr id="59" name="Shape 57"/>
          <p:cNvSpPr/>
          <p:nvPr/>
        </p:nvSpPr>
        <p:spPr>
          <a:xfrm>
            <a:off x="812800" y="3413323"/>
            <a:ext cx="10566400" cy="313630"/>
          </a:xfrm>
          <a:prstGeom prst="rect">
            <a:avLst/>
          </a:prstGeom>
          <a:solidFill>
            <a:srgbClr val="FCFDFB"/>
          </a:solidFill>
          <a:ln/>
        </p:spPr>
      </p:sp>
      <p:sp>
        <p:nvSpPr>
          <p:cNvPr id="60" name="Shape 58"/>
          <p:cNvSpPr/>
          <p:nvPr/>
        </p:nvSpPr>
        <p:spPr>
          <a:xfrm>
            <a:off x="812800" y="3723779"/>
            <a:ext cx="10566400" cy="0"/>
          </a:xfrm>
          <a:prstGeom prst="line">
            <a:avLst/>
          </a:prstGeom>
          <a:noFill/>
          <a:ln w="6350">
            <a:solidFill>
              <a:srgbClr val="D3E2D7"/>
            </a:solidFill>
            <a:prstDash val="solid"/>
          </a:ln>
        </p:spPr>
      </p:sp>
      <p:sp>
        <p:nvSpPr>
          <p:cNvPr id="61" name="Text 59"/>
          <p:cNvSpPr/>
          <p:nvPr/>
        </p:nvSpPr>
        <p:spPr>
          <a:xfrm>
            <a:off x="889000" y="3451423"/>
            <a:ext cx="2001393"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Balanza egreso (B2)</a:t>
            </a:r>
            <a:endParaRPr lang="en-US" sz="1300" dirty="0"/>
          </a:p>
        </p:txBody>
      </p:sp>
      <p:sp>
        <p:nvSpPr>
          <p:cNvPr id="62" name="Text 60"/>
          <p:cNvSpPr/>
          <p:nvPr/>
        </p:nvSpPr>
        <p:spPr>
          <a:xfrm>
            <a:off x="2959100" y="3451423"/>
            <a:ext cx="6731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4A5D52"/>
                </a:solidFill>
                <a:latin typeface="IBM Plex Sans" pitchFamily="34" charset="0"/>
                <a:ea typeface="IBM Plex Sans" pitchFamily="34" charset="-122"/>
                <a:cs typeface="IBM Plex Sans" pitchFamily="34" charset="-120"/>
              </a:rPr>
              <a:t>139</a:t>
            </a:r>
            <a:endParaRPr lang="en-US" sz="1300" dirty="0"/>
          </a:p>
        </p:txBody>
      </p:sp>
      <p:sp>
        <p:nvSpPr>
          <p:cNvPr id="63" name="Shape 61"/>
          <p:cNvSpPr/>
          <p:nvPr/>
        </p:nvSpPr>
        <p:spPr>
          <a:xfrm>
            <a:off x="3733800" y="3471664"/>
            <a:ext cx="1915220" cy="190500"/>
          </a:xfrm>
          <a:custGeom>
            <a:avLst/>
            <a:gdLst/>
            <a:ahLst/>
            <a:cxnLst/>
            <a:rect l="l" t="t" r="r" b="b"/>
            <a:pathLst>
              <a:path w="1915220" h="190500">
                <a:moveTo>
                  <a:pt x="0" y="38100"/>
                </a:moveTo>
                <a:arcTo hR="38100" wR="38100" stAng="10800000" swAng="5400000"/>
                <a:lnTo>
                  <a:pt x="1915220" y="0"/>
                </a:lnTo>
                <a:lnTo>
                  <a:pt x="1915220" y="190500"/>
                </a:lnTo>
                <a:lnTo>
                  <a:pt x="38100" y="190500"/>
                </a:lnTo>
                <a:arcTo hR="38100" wR="38100" stAng="5400000" swAng="5400000"/>
                <a:close/>
              </a:path>
            </a:pathLst>
          </a:custGeom>
          <a:solidFill>
            <a:srgbClr val="0B5638"/>
          </a:solidFill>
          <a:ln/>
        </p:spPr>
      </p:sp>
      <p:sp>
        <p:nvSpPr>
          <p:cNvPr id="64" name="Shape 62"/>
          <p:cNvSpPr/>
          <p:nvPr/>
        </p:nvSpPr>
        <p:spPr>
          <a:xfrm>
            <a:off x="5649020" y="3471664"/>
            <a:ext cx="99020" cy="190500"/>
          </a:xfrm>
          <a:prstGeom prst="rect">
            <a:avLst/>
          </a:prstGeom>
          <a:solidFill>
            <a:srgbClr val="7FB894"/>
          </a:solidFill>
          <a:ln/>
        </p:spPr>
      </p:sp>
      <p:sp>
        <p:nvSpPr>
          <p:cNvPr id="65" name="Shape 63"/>
          <p:cNvSpPr/>
          <p:nvPr/>
        </p:nvSpPr>
        <p:spPr>
          <a:xfrm>
            <a:off x="5748040" y="3471664"/>
            <a:ext cx="1254720" cy="190500"/>
          </a:xfrm>
          <a:prstGeom prst="rect">
            <a:avLst/>
          </a:prstGeom>
          <a:solidFill>
            <a:srgbClr val="9C8FC4"/>
          </a:solidFill>
          <a:ln/>
        </p:spPr>
      </p:sp>
      <p:sp>
        <p:nvSpPr>
          <p:cNvPr id="66" name="Shape 64"/>
          <p:cNvSpPr/>
          <p:nvPr/>
        </p:nvSpPr>
        <p:spPr>
          <a:xfrm>
            <a:off x="7002760" y="3471664"/>
            <a:ext cx="33040" cy="190500"/>
          </a:xfrm>
          <a:custGeom>
            <a:avLst/>
            <a:gdLst/>
            <a:ahLst/>
            <a:cxnLst/>
            <a:rect l="l" t="t" r="r" b="b"/>
            <a:pathLst>
              <a:path w="33040" h="190500">
                <a:moveTo>
                  <a:pt x="0" y="338"/>
                </a:moveTo>
                <a:arcTo hR="38100" wR="38100" stAng="16657929" swAng="4942071"/>
                <a:lnTo>
                  <a:pt x="33040" y="152400"/>
                </a:lnTo>
                <a:arcTo hR="38100" wR="38100" stAng="0" swAng="4942071"/>
                <a:close/>
              </a:path>
            </a:pathLst>
          </a:custGeom>
          <a:solidFill>
            <a:srgbClr val="B3261E"/>
          </a:solidFill>
          <a:ln/>
        </p:spPr>
      </p:sp>
      <p:sp>
        <p:nvSpPr>
          <p:cNvPr id="67" name="Text 65"/>
          <p:cNvSpPr/>
          <p:nvPr/>
        </p:nvSpPr>
        <p:spPr>
          <a:xfrm>
            <a:off x="6985000" y="3451423"/>
            <a:ext cx="11938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0B5638"/>
                </a:solidFill>
                <a:latin typeface="IBM Plex Sans" pitchFamily="34" charset="0"/>
                <a:ea typeface="IBM Plex Sans" pitchFamily="34" charset="-122"/>
                <a:cs typeface="IBM Plex Sans" pitchFamily="34" charset="-120"/>
              </a:rPr>
              <a:t>58 %</a:t>
            </a:r>
            <a:endParaRPr lang="en-US" sz="1300" dirty="0"/>
          </a:p>
        </p:txBody>
      </p:sp>
      <p:sp>
        <p:nvSpPr>
          <p:cNvPr id="68" name="Text 66"/>
          <p:cNvSpPr/>
          <p:nvPr/>
        </p:nvSpPr>
        <p:spPr>
          <a:xfrm>
            <a:off x="8128000" y="3451423"/>
            <a:ext cx="11303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2F6B47"/>
                </a:solidFill>
                <a:latin typeface="IBM Plex Sans" pitchFamily="34" charset="0"/>
                <a:ea typeface="IBM Plex Sans" pitchFamily="34" charset="-122"/>
                <a:cs typeface="IBM Plex Sans" pitchFamily="34" charset="-120"/>
              </a:rPr>
              <a:t>3 %</a:t>
            </a:r>
            <a:endParaRPr lang="en-US" sz="1300" dirty="0"/>
          </a:p>
        </p:txBody>
      </p:sp>
      <p:sp>
        <p:nvSpPr>
          <p:cNvPr id="69" name="Text 67"/>
          <p:cNvSpPr/>
          <p:nvPr/>
        </p:nvSpPr>
        <p:spPr>
          <a:xfrm>
            <a:off x="9207500" y="3451423"/>
            <a:ext cx="11303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4B3D7A"/>
                </a:solidFill>
                <a:latin typeface="IBM Plex Sans" pitchFamily="34" charset="0"/>
                <a:ea typeface="IBM Plex Sans" pitchFamily="34" charset="-122"/>
                <a:cs typeface="IBM Plex Sans" pitchFamily="34" charset="-120"/>
              </a:rPr>
              <a:t>38 %</a:t>
            </a:r>
            <a:endParaRPr lang="en-US" sz="1300" dirty="0"/>
          </a:p>
        </p:txBody>
      </p:sp>
      <p:sp>
        <p:nvSpPr>
          <p:cNvPr id="70" name="Text 68"/>
          <p:cNvSpPr/>
          <p:nvPr/>
        </p:nvSpPr>
        <p:spPr>
          <a:xfrm>
            <a:off x="10363200" y="3451423"/>
            <a:ext cx="9398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B3261E"/>
                </a:solidFill>
                <a:latin typeface="IBM Plex Sans" pitchFamily="34" charset="0"/>
                <a:ea typeface="IBM Plex Sans" pitchFamily="34" charset="-122"/>
                <a:cs typeface="IBM Plex Sans" pitchFamily="34" charset="-120"/>
              </a:rPr>
              <a:t>1 %</a:t>
            </a:r>
            <a:endParaRPr lang="en-US" sz="1300" dirty="0"/>
          </a:p>
        </p:txBody>
      </p:sp>
      <p:sp>
        <p:nvSpPr>
          <p:cNvPr id="71" name="Shape 69"/>
          <p:cNvSpPr/>
          <p:nvPr/>
        </p:nvSpPr>
        <p:spPr>
          <a:xfrm>
            <a:off x="812800" y="3726954"/>
            <a:ext cx="10566400" cy="313630"/>
          </a:xfrm>
          <a:prstGeom prst="rect">
            <a:avLst/>
          </a:prstGeom>
          <a:solidFill>
            <a:srgbClr val="FCFDFB"/>
          </a:solidFill>
          <a:ln/>
        </p:spPr>
      </p:sp>
      <p:sp>
        <p:nvSpPr>
          <p:cNvPr id="72" name="Shape 70"/>
          <p:cNvSpPr/>
          <p:nvPr/>
        </p:nvSpPr>
        <p:spPr>
          <a:xfrm>
            <a:off x="812800" y="4037409"/>
            <a:ext cx="10566400" cy="0"/>
          </a:xfrm>
          <a:prstGeom prst="line">
            <a:avLst/>
          </a:prstGeom>
          <a:noFill/>
          <a:ln w="6350">
            <a:solidFill>
              <a:srgbClr val="D3E2D7"/>
            </a:solidFill>
            <a:prstDash val="solid"/>
          </a:ln>
        </p:spPr>
      </p:sp>
      <p:sp>
        <p:nvSpPr>
          <p:cNvPr id="73" name="Text 71"/>
          <p:cNvSpPr/>
          <p:nvPr/>
        </p:nvSpPr>
        <p:spPr>
          <a:xfrm>
            <a:off x="889000" y="3765054"/>
            <a:ext cx="2001393"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Salida</a:t>
            </a:r>
            <a:endParaRPr lang="en-US" sz="1300" dirty="0"/>
          </a:p>
        </p:txBody>
      </p:sp>
      <p:sp>
        <p:nvSpPr>
          <p:cNvPr id="74" name="Text 72"/>
          <p:cNvSpPr/>
          <p:nvPr/>
        </p:nvSpPr>
        <p:spPr>
          <a:xfrm>
            <a:off x="2959100" y="3765054"/>
            <a:ext cx="6731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4A5D52"/>
                </a:solidFill>
                <a:latin typeface="IBM Plex Sans" pitchFamily="34" charset="0"/>
                <a:ea typeface="IBM Plex Sans" pitchFamily="34" charset="-122"/>
                <a:cs typeface="IBM Plex Sans" pitchFamily="34" charset="-120"/>
              </a:rPr>
              <a:t>280</a:t>
            </a:r>
            <a:endParaRPr lang="en-US" sz="1300" dirty="0"/>
          </a:p>
        </p:txBody>
      </p:sp>
      <p:sp>
        <p:nvSpPr>
          <p:cNvPr id="75" name="Shape 73"/>
          <p:cNvSpPr/>
          <p:nvPr/>
        </p:nvSpPr>
        <p:spPr>
          <a:xfrm>
            <a:off x="3733800" y="3785295"/>
            <a:ext cx="2377480" cy="190500"/>
          </a:xfrm>
          <a:custGeom>
            <a:avLst/>
            <a:gdLst/>
            <a:ahLst/>
            <a:cxnLst/>
            <a:rect l="l" t="t" r="r" b="b"/>
            <a:pathLst>
              <a:path w="2377480" h="190500">
                <a:moveTo>
                  <a:pt x="0" y="38100"/>
                </a:moveTo>
                <a:arcTo hR="38100" wR="38100" stAng="10800000" swAng="5400000"/>
                <a:lnTo>
                  <a:pt x="2377480" y="0"/>
                </a:lnTo>
                <a:lnTo>
                  <a:pt x="2377480" y="190500"/>
                </a:lnTo>
                <a:lnTo>
                  <a:pt x="38100" y="190500"/>
                </a:lnTo>
                <a:arcTo hR="38100" wR="38100" stAng="5400000" swAng="5400000"/>
                <a:close/>
              </a:path>
            </a:pathLst>
          </a:custGeom>
          <a:solidFill>
            <a:srgbClr val="0B5638"/>
          </a:solidFill>
          <a:ln/>
        </p:spPr>
      </p:sp>
      <p:sp>
        <p:nvSpPr>
          <p:cNvPr id="76" name="Shape 74"/>
          <p:cNvSpPr/>
          <p:nvPr/>
        </p:nvSpPr>
        <p:spPr>
          <a:xfrm>
            <a:off x="6111280" y="3785295"/>
            <a:ext cx="462260" cy="190500"/>
          </a:xfrm>
          <a:prstGeom prst="rect">
            <a:avLst/>
          </a:prstGeom>
          <a:solidFill>
            <a:srgbClr val="7FB894"/>
          </a:solidFill>
          <a:ln/>
        </p:spPr>
      </p:sp>
      <p:sp>
        <p:nvSpPr>
          <p:cNvPr id="77" name="Shape 75"/>
          <p:cNvSpPr/>
          <p:nvPr/>
        </p:nvSpPr>
        <p:spPr>
          <a:xfrm>
            <a:off x="6573540" y="3785295"/>
            <a:ext cx="429220" cy="190500"/>
          </a:xfrm>
          <a:prstGeom prst="rect">
            <a:avLst/>
          </a:prstGeom>
          <a:solidFill>
            <a:srgbClr val="9C8FC4"/>
          </a:solidFill>
          <a:ln/>
        </p:spPr>
      </p:sp>
      <p:sp>
        <p:nvSpPr>
          <p:cNvPr id="78" name="Shape 76"/>
          <p:cNvSpPr/>
          <p:nvPr/>
        </p:nvSpPr>
        <p:spPr>
          <a:xfrm>
            <a:off x="7002760" y="3785295"/>
            <a:ext cx="33040" cy="190500"/>
          </a:xfrm>
          <a:custGeom>
            <a:avLst/>
            <a:gdLst/>
            <a:ahLst/>
            <a:cxnLst/>
            <a:rect l="l" t="t" r="r" b="b"/>
            <a:pathLst>
              <a:path w="33040" h="190500">
                <a:moveTo>
                  <a:pt x="0" y="338"/>
                </a:moveTo>
                <a:arcTo hR="38100" wR="38100" stAng="16657929" swAng="4942071"/>
                <a:lnTo>
                  <a:pt x="33040" y="152400"/>
                </a:lnTo>
                <a:arcTo hR="38100" wR="38100" stAng="0" swAng="4942071"/>
                <a:close/>
              </a:path>
            </a:pathLst>
          </a:custGeom>
          <a:solidFill>
            <a:srgbClr val="B3261E"/>
          </a:solidFill>
          <a:ln/>
        </p:spPr>
      </p:sp>
      <p:sp>
        <p:nvSpPr>
          <p:cNvPr id="79" name="Text 77"/>
          <p:cNvSpPr/>
          <p:nvPr/>
        </p:nvSpPr>
        <p:spPr>
          <a:xfrm>
            <a:off x="6985000" y="3765054"/>
            <a:ext cx="11938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0B5638"/>
                </a:solidFill>
                <a:latin typeface="IBM Plex Sans" pitchFamily="34" charset="0"/>
                <a:ea typeface="IBM Plex Sans" pitchFamily="34" charset="-122"/>
                <a:cs typeface="IBM Plex Sans" pitchFamily="34" charset="-120"/>
              </a:rPr>
              <a:t>72 %</a:t>
            </a:r>
            <a:endParaRPr lang="en-US" sz="1300" dirty="0"/>
          </a:p>
        </p:txBody>
      </p:sp>
      <p:sp>
        <p:nvSpPr>
          <p:cNvPr id="80" name="Text 78"/>
          <p:cNvSpPr/>
          <p:nvPr/>
        </p:nvSpPr>
        <p:spPr>
          <a:xfrm>
            <a:off x="8128000" y="3765054"/>
            <a:ext cx="11303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2F6B47"/>
                </a:solidFill>
                <a:latin typeface="IBM Plex Sans" pitchFamily="34" charset="0"/>
                <a:ea typeface="IBM Plex Sans" pitchFamily="34" charset="-122"/>
                <a:cs typeface="IBM Plex Sans" pitchFamily="34" charset="-120"/>
              </a:rPr>
              <a:t>14 %</a:t>
            </a:r>
            <a:endParaRPr lang="en-US" sz="1300" dirty="0"/>
          </a:p>
        </p:txBody>
      </p:sp>
      <p:sp>
        <p:nvSpPr>
          <p:cNvPr id="81" name="Text 79"/>
          <p:cNvSpPr/>
          <p:nvPr/>
        </p:nvSpPr>
        <p:spPr>
          <a:xfrm>
            <a:off x="9207500" y="3765054"/>
            <a:ext cx="11303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4B3D7A"/>
                </a:solidFill>
                <a:latin typeface="IBM Plex Sans" pitchFamily="34" charset="0"/>
                <a:ea typeface="IBM Plex Sans" pitchFamily="34" charset="-122"/>
                <a:cs typeface="IBM Plex Sans" pitchFamily="34" charset="-120"/>
              </a:rPr>
              <a:t>13 %</a:t>
            </a:r>
            <a:endParaRPr lang="en-US" sz="1300" dirty="0"/>
          </a:p>
        </p:txBody>
      </p:sp>
      <p:sp>
        <p:nvSpPr>
          <p:cNvPr id="82" name="Text 80"/>
          <p:cNvSpPr/>
          <p:nvPr/>
        </p:nvSpPr>
        <p:spPr>
          <a:xfrm>
            <a:off x="10363200" y="3765054"/>
            <a:ext cx="9398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B3261E"/>
                </a:solidFill>
                <a:latin typeface="IBM Plex Sans" pitchFamily="34" charset="0"/>
                <a:ea typeface="IBM Plex Sans" pitchFamily="34" charset="-122"/>
                <a:cs typeface="IBM Plex Sans" pitchFamily="34" charset="-120"/>
              </a:rPr>
              <a:t>1 %</a:t>
            </a:r>
            <a:endParaRPr lang="en-US" sz="1300" dirty="0"/>
          </a:p>
        </p:txBody>
      </p:sp>
      <p:sp>
        <p:nvSpPr>
          <p:cNvPr id="83" name="Shape 81"/>
          <p:cNvSpPr/>
          <p:nvPr/>
        </p:nvSpPr>
        <p:spPr>
          <a:xfrm>
            <a:off x="812800" y="4040584"/>
            <a:ext cx="10566400" cy="313630"/>
          </a:xfrm>
          <a:prstGeom prst="rect">
            <a:avLst/>
          </a:prstGeom>
          <a:solidFill>
            <a:srgbClr val="E3ECE5"/>
          </a:solidFill>
          <a:ln/>
        </p:spPr>
      </p:sp>
      <p:sp>
        <p:nvSpPr>
          <p:cNvPr id="84" name="Shape 82"/>
          <p:cNvSpPr/>
          <p:nvPr/>
        </p:nvSpPr>
        <p:spPr>
          <a:xfrm>
            <a:off x="812800" y="4351040"/>
            <a:ext cx="10566400" cy="0"/>
          </a:xfrm>
          <a:prstGeom prst="line">
            <a:avLst/>
          </a:prstGeom>
          <a:noFill/>
          <a:ln w="6350">
            <a:solidFill>
              <a:srgbClr val="D3E2D7"/>
            </a:solidFill>
            <a:prstDash val="solid"/>
          </a:ln>
        </p:spPr>
      </p:sp>
      <p:sp>
        <p:nvSpPr>
          <p:cNvPr id="85" name="Text 83"/>
          <p:cNvSpPr/>
          <p:nvPr/>
        </p:nvSpPr>
        <p:spPr>
          <a:xfrm>
            <a:off x="889000" y="4078684"/>
            <a:ext cx="2001393"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Total Ricardone</a:t>
            </a:r>
            <a:endParaRPr lang="en-US" sz="1300" dirty="0"/>
          </a:p>
        </p:txBody>
      </p:sp>
      <p:sp>
        <p:nvSpPr>
          <p:cNvPr id="86" name="Text 84"/>
          <p:cNvSpPr/>
          <p:nvPr/>
        </p:nvSpPr>
        <p:spPr>
          <a:xfrm>
            <a:off x="2959100" y="4078684"/>
            <a:ext cx="6731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4A5D52"/>
                </a:solidFill>
                <a:latin typeface="IBM Plex Sans" pitchFamily="34" charset="0"/>
                <a:ea typeface="IBM Plex Sans" pitchFamily="34" charset="-122"/>
                <a:cs typeface="IBM Plex Sans" pitchFamily="34" charset="-120"/>
              </a:rPr>
              <a:t>1377</a:t>
            </a:r>
            <a:endParaRPr lang="en-US" sz="1300" dirty="0"/>
          </a:p>
        </p:txBody>
      </p:sp>
      <p:sp>
        <p:nvSpPr>
          <p:cNvPr id="87" name="Shape 85"/>
          <p:cNvSpPr/>
          <p:nvPr/>
        </p:nvSpPr>
        <p:spPr>
          <a:xfrm>
            <a:off x="3733800" y="4098925"/>
            <a:ext cx="2245320" cy="190500"/>
          </a:xfrm>
          <a:custGeom>
            <a:avLst/>
            <a:gdLst/>
            <a:ahLst/>
            <a:cxnLst/>
            <a:rect l="l" t="t" r="r" b="b"/>
            <a:pathLst>
              <a:path w="2245320" h="190500">
                <a:moveTo>
                  <a:pt x="0" y="38100"/>
                </a:moveTo>
                <a:arcTo hR="38100" wR="38100" stAng="10800000" swAng="5400000"/>
                <a:lnTo>
                  <a:pt x="2245320" y="0"/>
                </a:lnTo>
                <a:lnTo>
                  <a:pt x="2245320" y="190500"/>
                </a:lnTo>
                <a:lnTo>
                  <a:pt x="38100" y="190500"/>
                </a:lnTo>
                <a:arcTo hR="38100" wR="38100" stAng="5400000" swAng="5400000"/>
                <a:close/>
              </a:path>
            </a:pathLst>
          </a:custGeom>
          <a:solidFill>
            <a:srgbClr val="0B5638"/>
          </a:solidFill>
          <a:ln/>
        </p:spPr>
      </p:sp>
      <p:sp>
        <p:nvSpPr>
          <p:cNvPr id="88" name="Shape 86"/>
          <p:cNvSpPr/>
          <p:nvPr/>
        </p:nvSpPr>
        <p:spPr>
          <a:xfrm>
            <a:off x="5979120" y="4098925"/>
            <a:ext cx="462260" cy="190500"/>
          </a:xfrm>
          <a:prstGeom prst="rect">
            <a:avLst/>
          </a:prstGeom>
          <a:solidFill>
            <a:srgbClr val="7FB894"/>
          </a:solidFill>
          <a:ln/>
        </p:spPr>
      </p:sp>
      <p:sp>
        <p:nvSpPr>
          <p:cNvPr id="89" name="Shape 87"/>
          <p:cNvSpPr/>
          <p:nvPr/>
        </p:nvSpPr>
        <p:spPr>
          <a:xfrm>
            <a:off x="6441380" y="4098925"/>
            <a:ext cx="561380" cy="190500"/>
          </a:xfrm>
          <a:prstGeom prst="rect">
            <a:avLst/>
          </a:prstGeom>
          <a:solidFill>
            <a:srgbClr val="9C8FC4"/>
          </a:solidFill>
          <a:ln/>
        </p:spPr>
      </p:sp>
      <p:sp>
        <p:nvSpPr>
          <p:cNvPr id="90" name="Shape 88"/>
          <p:cNvSpPr/>
          <p:nvPr/>
        </p:nvSpPr>
        <p:spPr>
          <a:xfrm>
            <a:off x="7002760" y="4098925"/>
            <a:ext cx="33040" cy="190500"/>
          </a:xfrm>
          <a:custGeom>
            <a:avLst/>
            <a:gdLst/>
            <a:ahLst/>
            <a:cxnLst/>
            <a:rect l="l" t="t" r="r" b="b"/>
            <a:pathLst>
              <a:path w="33040" h="190500">
                <a:moveTo>
                  <a:pt x="0" y="338"/>
                </a:moveTo>
                <a:arcTo hR="38100" wR="38100" stAng="16657929" swAng="4942071"/>
                <a:lnTo>
                  <a:pt x="33040" y="152400"/>
                </a:lnTo>
                <a:arcTo hR="38100" wR="38100" stAng="0" swAng="4942071"/>
                <a:close/>
              </a:path>
            </a:pathLst>
          </a:custGeom>
          <a:solidFill>
            <a:srgbClr val="B3261E"/>
          </a:solidFill>
          <a:ln/>
        </p:spPr>
      </p:sp>
      <p:sp>
        <p:nvSpPr>
          <p:cNvPr id="91" name="Text 89"/>
          <p:cNvSpPr/>
          <p:nvPr/>
        </p:nvSpPr>
        <p:spPr>
          <a:xfrm>
            <a:off x="6985000" y="4078684"/>
            <a:ext cx="11938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0B5638"/>
                </a:solidFill>
                <a:latin typeface="IBM Plex Sans" pitchFamily="34" charset="0"/>
                <a:ea typeface="IBM Plex Sans" pitchFamily="34" charset="-122"/>
                <a:cs typeface="IBM Plex Sans" pitchFamily="34" charset="-120"/>
              </a:rPr>
              <a:t>68 %</a:t>
            </a:r>
            <a:endParaRPr lang="en-US" sz="1300" dirty="0"/>
          </a:p>
        </p:txBody>
      </p:sp>
      <p:sp>
        <p:nvSpPr>
          <p:cNvPr id="92" name="Text 90"/>
          <p:cNvSpPr/>
          <p:nvPr/>
        </p:nvSpPr>
        <p:spPr>
          <a:xfrm>
            <a:off x="8128000" y="4078684"/>
            <a:ext cx="11303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2F6B47"/>
                </a:solidFill>
                <a:latin typeface="IBM Plex Sans" pitchFamily="34" charset="0"/>
                <a:ea typeface="IBM Plex Sans" pitchFamily="34" charset="-122"/>
                <a:cs typeface="IBM Plex Sans" pitchFamily="34" charset="-120"/>
              </a:rPr>
              <a:t>14 %</a:t>
            </a:r>
            <a:endParaRPr lang="en-US" sz="1300" dirty="0"/>
          </a:p>
        </p:txBody>
      </p:sp>
      <p:sp>
        <p:nvSpPr>
          <p:cNvPr id="93" name="Text 91"/>
          <p:cNvSpPr/>
          <p:nvPr/>
        </p:nvSpPr>
        <p:spPr>
          <a:xfrm>
            <a:off x="9207500" y="4078684"/>
            <a:ext cx="11303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4B3D7A"/>
                </a:solidFill>
                <a:latin typeface="IBM Plex Sans" pitchFamily="34" charset="0"/>
                <a:ea typeface="IBM Plex Sans" pitchFamily="34" charset="-122"/>
                <a:cs typeface="IBM Plex Sans" pitchFamily="34" charset="-120"/>
              </a:rPr>
              <a:t>17 %</a:t>
            </a:r>
            <a:endParaRPr lang="en-US" sz="1300" dirty="0"/>
          </a:p>
        </p:txBody>
      </p:sp>
      <p:sp>
        <p:nvSpPr>
          <p:cNvPr id="94" name="Text 92"/>
          <p:cNvSpPr/>
          <p:nvPr/>
        </p:nvSpPr>
        <p:spPr>
          <a:xfrm>
            <a:off x="10363200" y="4078684"/>
            <a:ext cx="9398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B3261E"/>
                </a:solidFill>
                <a:latin typeface="IBM Plex Sans" pitchFamily="34" charset="0"/>
                <a:ea typeface="IBM Plex Sans" pitchFamily="34" charset="-122"/>
                <a:cs typeface="IBM Plex Sans" pitchFamily="34" charset="-120"/>
              </a:rPr>
              <a:t>1 %</a:t>
            </a:r>
            <a:endParaRPr lang="en-US" sz="1300" dirty="0"/>
          </a:p>
        </p:txBody>
      </p:sp>
      <p:sp>
        <p:nvSpPr>
          <p:cNvPr id="95" name="Shape 93"/>
          <p:cNvSpPr/>
          <p:nvPr/>
        </p:nvSpPr>
        <p:spPr>
          <a:xfrm>
            <a:off x="812800" y="4524375"/>
            <a:ext cx="177800" cy="177800"/>
          </a:xfrm>
          <a:prstGeom prst="roundRect">
            <a:avLst>
              <a:gd name="adj" fmla="val 21429"/>
            </a:avLst>
          </a:prstGeom>
          <a:solidFill>
            <a:srgbClr val="0B5638"/>
          </a:solidFill>
          <a:ln/>
        </p:spPr>
      </p:sp>
      <p:sp>
        <p:nvSpPr>
          <p:cNvPr id="96" name="Text 94"/>
          <p:cNvSpPr/>
          <p:nvPr/>
        </p:nvSpPr>
        <p:spPr>
          <a:xfrm>
            <a:off x="1054100" y="4506615"/>
            <a:ext cx="1225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Leyó la cámara</a:t>
            </a:r>
            <a:endParaRPr lang="en-US" sz="1200" dirty="0"/>
          </a:p>
        </p:txBody>
      </p:sp>
      <p:sp>
        <p:nvSpPr>
          <p:cNvPr id="97" name="Shape 95"/>
          <p:cNvSpPr/>
          <p:nvPr/>
        </p:nvSpPr>
        <p:spPr>
          <a:xfrm>
            <a:off x="2279650" y="4524375"/>
            <a:ext cx="177800" cy="177800"/>
          </a:xfrm>
          <a:prstGeom prst="roundRect">
            <a:avLst>
              <a:gd name="adj" fmla="val 21429"/>
            </a:avLst>
          </a:prstGeom>
          <a:solidFill>
            <a:srgbClr val="7FB894"/>
          </a:solidFill>
          <a:ln/>
        </p:spPr>
      </p:sp>
      <p:sp>
        <p:nvSpPr>
          <p:cNvPr id="98" name="Text 96"/>
          <p:cNvSpPr/>
          <p:nvPr/>
        </p:nvSpPr>
        <p:spPr>
          <a:xfrm>
            <a:off x="2520950" y="4506615"/>
            <a:ext cx="108906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Reconstruido</a:t>
            </a:r>
            <a:endParaRPr lang="en-US" sz="1200" dirty="0"/>
          </a:p>
        </p:txBody>
      </p:sp>
      <p:sp>
        <p:nvSpPr>
          <p:cNvPr id="99" name="Shape 97"/>
          <p:cNvSpPr/>
          <p:nvPr/>
        </p:nvSpPr>
        <p:spPr>
          <a:xfrm>
            <a:off x="3631704" y="4524375"/>
            <a:ext cx="177800" cy="177800"/>
          </a:xfrm>
          <a:prstGeom prst="roundRect">
            <a:avLst>
              <a:gd name="adj" fmla="val 21429"/>
            </a:avLst>
          </a:prstGeom>
          <a:solidFill>
            <a:srgbClr val="9C8FC4"/>
          </a:solidFill>
          <a:ln/>
        </p:spPr>
      </p:sp>
      <p:sp>
        <p:nvSpPr>
          <p:cNvPr id="100" name="Text 98"/>
          <p:cNvSpPr/>
          <p:nvPr/>
        </p:nvSpPr>
        <p:spPr>
          <a:xfrm>
            <a:off x="3873004" y="4506615"/>
            <a:ext cx="77926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Deducido</a:t>
            </a:r>
            <a:endParaRPr lang="en-US" sz="1200" dirty="0"/>
          </a:p>
        </p:txBody>
      </p:sp>
      <p:sp>
        <p:nvSpPr>
          <p:cNvPr id="101" name="Shape 99"/>
          <p:cNvSpPr/>
          <p:nvPr/>
        </p:nvSpPr>
        <p:spPr>
          <a:xfrm>
            <a:off x="4725591" y="4524375"/>
            <a:ext cx="177800" cy="177800"/>
          </a:xfrm>
          <a:prstGeom prst="roundRect">
            <a:avLst>
              <a:gd name="adj" fmla="val 21429"/>
            </a:avLst>
          </a:prstGeom>
          <a:solidFill>
            <a:srgbClr val="B3261E"/>
          </a:solidFill>
          <a:ln/>
        </p:spPr>
      </p:sp>
      <p:sp>
        <p:nvSpPr>
          <p:cNvPr id="102" name="Text 100"/>
          <p:cNvSpPr/>
          <p:nvPr/>
        </p:nvSpPr>
        <p:spPr>
          <a:xfrm>
            <a:off x="4966891" y="4506615"/>
            <a:ext cx="40326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Falta</a:t>
            </a:r>
            <a:endParaRPr lang="en-US" sz="1200" dirty="0"/>
          </a:p>
        </p:txBody>
      </p:sp>
      <p:pic>
        <p:nvPicPr>
          <p:cNvPr id="103" name="Image 0" descr="Nueva Vicentin Argentina">    </p:cNvPr>
          <p:cNvPicPr>
            <a:picLocks noChangeAspect="1"/>
          </p:cNvPicPr>
          <p:nvPr/>
        </p:nvPicPr>
        <p:blipFill>
          <a:blip r:embed="rId1"/>
          <a:srcRect l="-167" r="-167" t="0" b="0"/>
          <a:stretch/>
        </p:blipFill>
        <p:spPr>
          <a:xfrm>
            <a:off x="812800" y="6197600"/>
            <a:ext cx="571500" cy="304800"/>
          </a:xfrm>
          <a:prstGeom prst="rect">
            <a:avLst/>
          </a:prstGeom>
        </p:spPr>
      </p:pic>
      <p:pic>
        <p:nvPicPr>
          <p:cNvPr id="104" name="Image 1" descr="Bimtrazer">    </p:cNvPr>
          <p:cNvPicPr>
            <a:picLocks noChangeAspect="1"/>
          </p:cNvPicPr>
          <p:nvPr/>
        </p:nvPicPr>
        <p:blipFill>
          <a:blip r:embed="rId2"/>
          <a:srcRect l="0" r="0" t="-63" b="-63"/>
          <a:stretch/>
        </p:blipFill>
        <p:spPr>
          <a:xfrm>
            <a:off x="10731500" y="6197600"/>
            <a:ext cx="647700" cy="304800"/>
          </a:xfrm>
          <a:prstGeom prst="rect">
            <a:avLst/>
          </a:prstGeom>
        </p:spPr>
      </p:pic>
      <p:sp>
        <p:nvSpPr>
          <p:cNvPr id="105" name="Text 101"/>
          <p:cNvSpPr/>
          <p:nvPr/>
        </p:nvSpPr>
        <p:spPr>
          <a:xfrm>
            <a:off x="1517650" y="6235700"/>
            <a:ext cx="91567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Algoritmo por lote · pasos = camiones del lote que debían pasar por el nodo según su circuito · 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8F4"/>
        </a:solidFill>
      </p:bgPr>
    </p:bg>
    <p:spTree>
      <p:nvGrpSpPr>
        <p:cNvPr id="1" name=""/>
        <p:cNvGrpSpPr/>
        <p:nvPr/>
      </p:nvGrpSpPr>
      <p:grpSpPr>
        <a:xfrm>
          <a:off x="0" y="0"/>
          <a:ext cx="0" cy="0"/>
          <a:chOff x="0" y="0"/>
          <a:chExt cx="0" cy="0"/>
        </a:xfrm>
      </p:grpSpPr>
      <p:sp>
        <p:nvSpPr>
          <p:cNvPr id="2" name="Text 0"/>
          <p:cNvSpPr/>
          <p:nvPr/>
        </p:nvSpPr>
        <p:spPr>
          <a:xfrm>
            <a:off x="812800" y="711200"/>
            <a:ext cx="3568204" cy="289520"/>
          </a:xfrm>
          <a:custGeom>
            <a:avLst/>
            <a:gdLst/>
            <a:ahLst/>
            <a:cxnLst/>
            <a:rect l="l" t="t" r="r" b="b"/>
            <a:pathLst>
              <a:path w="3568204" h="289520">
                <a:moveTo>
                  <a:pt x="144760" y="0"/>
                </a:moveTo>
                <a:lnTo>
                  <a:pt x="3423444" y="0"/>
                </a:lnTo>
                <a:arcTo hR="144760" wR="144760" stAng="16200000" swAng="5400000"/>
                <a:lnTo>
                  <a:pt x="3568204" y="144760"/>
                </a:lnTo>
                <a:arcTo hR="144760" wR="144760" stAng="0" swAng="5400000"/>
                <a:lnTo>
                  <a:pt x="144760" y="289520"/>
                </a:lnTo>
                <a:arcTo hR="144760" wR="144760" stAng="5400000" swAng="5400000"/>
                <a:lnTo>
                  <a:pt x="0" y="144760"/>
                </a:lnTo>
                <a:arcTo hR="144760" wR="144760" stAng="10800000" swAng="5400000"/>
                <a:close/>
              </a:path>
            </a:pathLst>
          </a:custGeom>
          <a:solidFill>
            <a:srgbClr val="0B5638"/>
          </a:solidFill>
          <a:ln/>
        </p:spPr>
        <p:txBody>
          <a:bodyPr wrap="none" lIns="0" tIns="0" rIns="0" bIns="0" rtlCol="0" anchor="ctr">
            <a:normAutofit/>
          </a:bodyPr>
          <a:lstStyle/>
          <a:p>
            <a:pPr algn="ctr" indent="0" marL="0">
              <a:lnSpc>
                <a:spcPts val="1680"/>
              </a:lnSpc>
              <a:buNone/>
            </a:pPr>
            <a:r>
              <a:rPr lang="en-US" sz="1200" b="1" spc="100" kern="0" dirty="0">
                <a:solidFill>
                  <a:srgbClr val="F1F6F2"/>
                </a:solidFill>
                <a:latin typeface="IBM Plex Sans" pitchFamily="34" charset="0"/>
                <a:ea typeface="IBM Plex Sans" pitchFamily="34" charset="-122"/>
                <a:cs typeface="IBM Plex Sans" pitchFamily="34" charset="-120"/>
              </a:rPr>
              <a:t>CONCLUSIONES · PUERTO SAN LORENZO</a:t>
            </a:r>
            <a:endParaRPr lang="en-US" sz="1200" dirty="0"/>
          </a:p>
        </p:txBody>
      </p:sp>
      <p:sp>
        <p:nvSpPr>
          <p:cNvPr id="3" name="Text 1"/>
          <p:cNvSpPr/>
          <p:nvPr/>
        </p:nvSpPr>
        <p:spPr>
          <a:xfrm>
            <a:off x="4482604" y="749300"/>
            <a:ext cx="28397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Lunes 12 a domingo 18 de octubre</a:t>
            </a:r>
            <a:endParaRPr lang="en-US" sz="1200" dirty="0"/>
          </a:p>
        </p:txBody>
      </p:sp>
      <p:sp>
        <p:nvSpPr>
          <p:cNvPr id="4" name="Text 2"/>
          <p:cNvSpPr/>
          <p:nvPr>
            <p:ph type="title"/>
          </p:nvPr>
        </p:nvSpPr>
        <p:spPr>
          <a:xfrm>
            <a:off x="812800" y="1076920"/>
            <a:ext cx="10883392" cy="639961"/>
          </a:xfrm>
          <a:prstGeom prst="rect">
            <a:avLst/>
          </a:prstGeom>
          <a:noFill/>
          <a:ln/>
        </p:spPr>
        <p:txBody>
          <a:bodyPr wrap="square" lIns="0" tIns="0" rIns="0" bIns="0" rtlCol="0" anchor="t">
            <a:normAutofit/>
          </a:bodyPr>
          <a:lstStyle/>
          <a:p>
            <a:pPr algn="l" indent="0" marL="0">
              <a:lnSpc>
                <a:spcPts val="2420"/>
              </a:lnSpc>
              <a:buNone/>
            </a:pPr>
            <a:r>
              <a:rPr lang="en-US" sz="2200" b="1" i="0" dirty="0">
                <a:solidFill>
                  <a:srgbClr val="14281E"/>
                </a:solidFill>
                <a:latin typeface="IBM Plex Sans" pitchFamily="34" charset="0"/>
                <a:ea typeface="IBM Plex Sans" pitchFamily="34" charset="-122"/>
                <a:cs typeface="IBM Plex Sans" pitchFamily="34" charset="-120"/>
              </a:rPr>
              <a:t>De día el puerto lee 95 %; lo que falta es de noche, en la balanza de egreso y los volcables</a:t>
            </a:r>
            <a:endParaRPr lang="en-US" sz="2200" dirty="0"/>
          </a:p>
        </p:txBody>
      </p:sp>
      <p:sp>
        <p:nvSpPr>
          <p:cNvPr id="5" name="Shape 3"/>
          <p:cNvSpPr/>
          <p:nvPr/>
        </p:nvSpPr>
        <p:spPr>
          <a:xfrm>
            <a:off x="815975" y="1847056"/>
            <a:ext cx="3431084" cy="615950"/>
          </a:xfrm>
          <a:prstGeom prst="roundRect">
            <a:avLst>
              <a:gd name="adj" fmla="val 11856"/>
            </a:avLst>
          </a:prstGeom>
          <a:solidFill>
            <a:srgbClr val="FCFDFB"/>
          </a:solidFill>
          <a:ln w="6350">
            <a:solidFill>
              <a:srgbClr val="D3E2D7"/>
            </a:solidFill>
            <a:prstDash val="solid"/>
          </a:ln>
        </p:spPr>
      </p:sp>
      <p:sp>
        <p:nvSpPr>
          <p:cNvPr id="6" name="Text 4"/>
          <p:cNvSpPr/>
          <p:nvPr/>
        </p:nvSpPr>
        <p:spPr>
          <a:xfrm>
            <a:off x="971550" y="1951831"/>
            <a:ext cx="1106488"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14281E"/>
                </a:solidFill>
                <a:latin typeface="IBM Plex Sans" pitchFamily="34" charset="0"/>
                <a:ea typeface="IBM Plex Sans" pitchFamily="34" charset="-122"/>
                <a:cs typeface="IBM Plex Sans" pitchFamily="34" charset="-120"/>
              </a:rPr>
              <a:t>83 %</a:t>
            </a:r>
            <a:endParaRPr lang="en-US" sz="3200" dirty="0"/>
          </a:p>
        </p:txBody>
      </p:sp>
      <p:sp>
        <p:nvSpPr>
          <p:cNvPr id="7" name="Text 5"/>
          <p:cNvSpPr/>
          <p:nvPr/>
        </p:nvSpPr>
        <p:spPr>
          <a:xfrm>
            <a:off x="2078038" y="1956991"/>
            <a:ext cx="1591270"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D52"/>
                </a:solidFill>
                <a:latin typeface="IBM Plex Sans" pitchFamily="34" charset="0"/>
                <a:ea typeface="IBM Plex Sans" pitchFamily="34" charset="-122"/>
                <a:cs typeface="IBM Plex Sans" pitchFamily="34" charset="-120"/>
              </a:rPr>
              <a:t>lee la patente</a:t>
            </a:r>
            <a:endParaRPr lang="en-US" sz="1200" dirty="0"/>
          </a:p>
          <a:p>
            <a:pPr algn="l" indent="0" marL="0">
              <a:lnSpc>
                <a:spcPts val="1560"/>
              </a:lnSpc>
              <a:buNone/>
            </a:pPr>
            <a:r>
              <a:rPr lang="en-US" sz="1200" dirty="0">
                <a:solidFill>
                  <a:srgbClr val="4A5D52"/>
                </a:solidFill>
                <a:latin typeface="IBM Plex Sans" pitchFamily="34" charset="0"/>
                <a:ea typeface="IBM Plex Sans" pitchFamily="34" charset="-122"/>
                <a:cs typeface="IBM Plex Sans" pitchFamily="34" charset="-120"/>
              </a:rPr>
              <a:t>95 % día · 66 % noche</a:t>
            </a:r>
            <a:endParaRPr lang="en-US" sz="1200" dirty="0"/>
          </a:p>
        </p:txBody>
      </p:sp>
      <p:sp>
        <p:nvSpPr>
          <p:cNvPr id="8" name="Shape 6"/>
          <p:cNvSpPr/>
          <p:nvPr/>
        </p:nvSpPr>
        <p:spPr>
          <a:xfrm>
            <a:off x="4380409" y="1847056"/>
            <a:ext cx="3431084" cy="615950"/>
          </a:xfrm>
          <a:prstGeom prst="roundRect">
            <a:avLst>
              <a:gd name="adj" fmla="val 11856"/>
            </a:avLst>
          </a:prstGeom>
          <a:solidFill>
            <a:srgbClr val="FCFDFB"/>
          </a:solidFill>
          <a:ln w="6350">
            <a:solidFill>
              <a:srgbClr val="D3E2D7"/>
            </a:solidFill>
            <a:prstDash val="solid"/>
          </a:ln>
        </p:spPr>
      </p:sp>
      <p:sp>
        <p:nvSpPr>
          <p:cNvPr id="9" name="Text 7"/>
          <p:cNvSpPr/>
          <p:nvPr/>
        </p:nvSpPr>
        <p:spPr>
          <a:xfrm>
            <a:off x="4535984" y="1951831"/>
            <a:ext cx="1106488"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0B5638"/>
                </a:solidFill>
                <a:latin typeface="IBM Plex Sans" pitchFamily="34" charset="0"/>
                <a:ea typeface="IBM Plex Sans" pitchFamily="34" charset="-122"/>
                <a:cs typeface="IBM Plex Sans" pitchFamily="34" charset="-120"/>
              </a:rPr>
              <a:t>89 %</a:t>
            </a:r>
            <a:endParaRPr lang="en-US" sz="3200" dirty="0"/>
          </a:p>
        </p:txBody>
      </p:sp>
      <p:sp>
        <p:nvSpPr>
          <p:cNvPr id="10" name="Text 8"/>
          <p:cNvSpPr/>
          <p:nvPr/>
        </p:nvSpPr>
        <p:spPr>
          <a:xfrm>
            <a:off x="5642471" y="1956991"/>
            <a:ext cx="1591270"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D52"/>
                </a:solidFill>
                <a:latin typeface="IBM Plex Sans" pitchFamily="34" charset="0"/>
                <a:ea typeface="IBM Plex Sans" pitchFamily="34" charset="-122"/>
                <a:cs typeface="IBM Plex Sans" pitchFamily="34" charset="-120"/>
              </a:rPr>
              <a:t>captura el camión</a:t>
            </a:r>
            <a:endParaRPr lang="en-US" sz="1200" dirty="0"/>
          </a:p>
          <a:p>
            <a:pPr algn="l" indent="0" marL="0">
              <a:lnSpc>
                <a:spcPts val="1560"/>
              </a:lnSpc>
              <a:buNone/>
            </a:pPr>
            <a:r>
              <a:rPr lang="en-US" sz="1200" dirty="0">
                <a:solidFill>
                  <a:srgbClr val="4A5D52"/>
                </a:solidFill>
                <a:latin typeface="IBM Plex Sans" pitchFamily="34" charset="0"/>
                <a:ea typeface="IBM Plex Sans" pitchFamily="34" charset="-122"/>
                <a:cs typeface="IBM Plex Sans" pitchFamily="34" charset="-120"/>
              </a:rPr>
              <a:t>96 % día · 80 % noche</a:t>
            </a:r>
            <a:endParaRPr lang="en-US" sz="1200" dirty="0"/>
          </a:p>
        </p:txBody>
      </p:sp>
      <p:sp>
        <p:nvSpPr>
          <p:cNvPr id="11" name="Shape 9"/>
          <p:cNvSpPr/>
          <p:nvPr/>
        </p:nvSpPr>
        <p:spPr>
          <a:xfrm>
            <a:off x="7944842" y="1847056"/>
            <a:ext cx="3431084" cy="615950"/>
          </a:xfrm>
          <a:prstGeom prst="roundRect">
            <a:avLst>
              <a:gd name="adj" fmla="val 11856"/>
            </a:avLst>
          </a:prstGeom>
          <a:solidFill>
            <a:srgbClr val="FCFDFB"/>
          </a:solidFill>
          <a:ln w="6350">
            <a:solidFill>
              <a:srgbClr val="D3E2D7"/>
            </a:solidFill>
            <a:prstDash val="solid"/>
          </a:ln>
        </p:spPr>
      </p:sp>
      <p:sp>
        <p:nvSpPr>
          <p:cNvPr id="12" name="Text 10"/>
          <p:cNvSpPr/>
          <p:nvPr/>
        </p:nvSpPr>
        <p:spPr>
          <a:xfrm>
            <a:off x="8100417" y="1951831"/>
            <a:ext cx="1106488"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2E1B4E"/>
                </a:solidFill>
                <a:latin typeface="IBM Plex Sans" pitchFamily="34" charset="0"/>
                <a:ea typeface="IBM Plex Sans" pitchFamily="34" charset="-122"/>
                <a:cs typeface="IBM Plex Sans" pitchFamily="34" charset="-120"/>
              </a:rPr>
              <a:t>99 %</a:t>
            </a:r>
            <a:endParaRPr lang="en-US" sz="3200" dirty="0"/>
          </a:p>
        </p:txBody>
      </p:sp>
      <p:sp>
        <p:nvSpPr>
          <p:cNvPr id="13" name="Text 11"/>
          <p:cNvSpPr/>
          <p:nvPr/>
        </p:nvSpPr>
        <p:spPr>
          <a:xfrm>
            <a:off x="9206905" y="1956991"/>
            <a:ext cx="1491456"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D52"/>
                </a:solidFill>
                <a:latin typeface="IBM Plex Sans" pitchFamily="34" charset="0"/>
                <a:ea typeface="IBM Plex Sans" pitchFamily="34" charset="-122"/>
                <a:cs typeface="IBM Plex Sans" pitchFamily="34" charset="-120"/>
              </a:rPr>
              <a:t>pasos identificados</a:t>
            </a:r>
            <a:endParaRPr lang="en-US" sz="1200" dirty="0"/>
          </a:p>
          <a:p>
            <a:pPr algn="l" indent="0" marL="0">
              <a:lnSpc>
                <a:spcPts val="1560"/>
              </a:lnSpc>
              <a:buNone/>
            </a:pPr>
            <a:r>
              <a:rPr lang="en-US" sz="1200" dirty="0">
                <a:solidFill>
                  <a:srgbClr val="4A5D52"/>
                </a:solidFill>
                <a:latin typeface="IBM Plex Sans" pitchFamily="34" charset="0"/>
                <a:ea typeface="IBM Plex Sans" pitchFamily="34" charset="-122"/>
                <a:cs typeface="IBM Plex Sans" pitchFamily="34" charset="-120"/>
              </a:rPr>
              <a:t>con el lote · falta 1 %</a:t>
            </a:r>
            <a:endParaRPr lang="en-US" sz="1200" dirty="0"/>
          </a:p>
        </p:txBody>
      </p:sp>
      <p:sp>
        <p:nvSpPr>
          <p:cNvPr id="14" name="Text 12"/>
          <p:cNvSpPr/>
          <p:nvPr/>
        </p:nvSpPr>
        <p:spPr>
          <a:xfrm>
            <a:off x="812800" y="2618581"/>
            <a:ext cx="3437434" cy="307280"/>
          </a:xfrm>
          <a:prstGeom prst="roundRect">
            <a:avLst>
              <a:gd name="adj" fmla="val 16532"/>
            </a:avLst>
          </a:prstGeom>
          <a:solidFill>
            <a:srgbClr val="B3261E"/>
          </a:solidFill>
          <a:ln/>
        </p:spPr>
        <p:txBody>
          <a:bodyPr wrap="square" lIns="86721" tIns="23221" rIns="0" bIns="0" rtlCol="0" anchor="t">
            <a:normAutofit/>
          </a:bodyPr>
          <a:lstStyle/>
          <a:p>
            <a:pPr algn="l" indent="0" marL="0">
              <a:lnSpc>
                <a:spcPts val="1820"/>
              </a:lnSpc>
              <a:buNone/>
            </a:pPr>
            <a:r>
              <a:rPr lang="en-US" sz="1300" b="1" dirty="0">
                <a:solidFill>
                  <a:srgbClr val="F1F6F2"/>
                </a:solidFill>
                <a:latin typeface="IBM Plex Sans" pitchFamily="34" charset="0"/>
                <a:ea typeface="IBM Plex Sans" pitchFamily="34" charset="-122"/>
                <a:cs typeface="IBM Plex Sans" pitchFamily="34" charset="-120"/>
              </a:rPr>
              <a:t>No captura · corregir la cámara</a:t>
            </a:r>
            <a:endParaRPr lang="en-US" sz="1300" dirty="0"/>
          </a:p>
        </p:txBody>
      </p:sp>
      <p:sp>
        <p:nvSpPr>
          <p:cNvPr id="15" name="Shape 13"/>
          <p:cNvSpPr/>
          <p:nvPr/>
        </p:nvSpPr>
        <p:spPr>
          <a:xfrm>
            <a:off x="815975" y="3005237"/>
            <a:ext cx="3431084" cy="859631"/>
          </a:xfrm>
          <a:prstGeom prst="roundRect">
            <a:avLst>
              <a:gd name="adj" fmla="val 7018"/>
            </a:avLst>
          </a:prstGeom>
          <a:solidFill>
            <a:srgbClr val="FCFDFB"/>
          </a:solidFill>
          <a:ln w="6350">
            <a:solidFill>
              <a:srgbClr val="E6C6C2"/>
            </a:solidFill>
            <a:prstDash val="solid"/>
          </a:ln>
        </p:spPr>
      </p:sp>
      <p:sp>
        <p:nvSpPr>
          <p:cNvPr id="16" name="Text 14"/>
          <p:cNvSpPr/>
          <p:nvPr/>
        </p:nvSpPr>
        <p:spPr>
          <a:xfrm>
            <a:off x="933450" y="3084612"/>
            <a:ext cx="3292018"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Balanza egreso de noche</a:t>
            </a:r>
            <a:endParaRPr lang="en-US" sz="1300" dirty="0"/>
          </a:p>
        </p:txBody>
      </p:sp>
      <p:sp>
        <p:nvSpPr>
          <p:cNvPr id="17" name="Text 15"/>
          <p:cNvSpPr/>
          <p:nvPr/>
        </p:nvSpPr>
        <p:spPr>
          <a:xfrm>
            <a:off x="933450" y="3328392"/>
            <a:ext cx="3292018"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3261E"/>
                </a:solidFill>
                <a:latin typeface="IBM Plex Sans" pitchFamily="34" charset="0"/>
                <a:ea typeface="IBM Plex Sans" pitchFamily="34" charset="-122"/>
                <a:cs typeface="IBM Plex Sans" pitchFamily="34" charset="-120"/>
              </a:rPr>
              <a:t>No captura 42 % de noche</a:t>
            </a:r>
            <a:endParaRPr lang="en-US" sz="1300" dirty="0"/>
          </a:p>
        </p:txBody>
      </p:sp>
      <p:sp>
        <p:nvSpPr>
          <p:cNvPr id="18" name="Text 16"/>
          <p:cNvSpPr/>
          <p:nvPr/>
        </p:nvSpPr>
        <p:spPr>
          <a:xfrm>
            <a:off x="933450" y="3572173"/>
            <a:ext cx="32920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De día captura 99 %: iluminación</a:t>
            </a:r>
            <a:endParaRPr lang="en-US" sz="1200" dirty="0"/>
          </a:p>
        </p:txBody>
      </p:sp>
      <p:sp>
        <p:nvSpPr>
          <p:cNvPr id="19" name="Shape 17"/>
          <p:cNvSpPr/>
          <p:nvPr/>
        </p:nvSpPr>
        <p:spPr>
          <a:xfrm>
            <a:off x="815975" y="3947418"/>
            <a:ext cx="3431084" cy="859631"/>
          </a:xfrm>
          <a:prstGeom prst="roundRect">
            <a:avLst>
              <a:gd name="adj" fmla="val 7018"/>
            </a:avLst>
          </a:prstGeom>
          <a:solidFill>
            <a:srgbClr val="FCFDFB"/>
          </a:solidFill>
          <a:ln w="6350">
            <a:solidFill>
              <a:srgbClr val="E6C6C2"/>
            </a:solidFill>
            <a:prstDash val="solid"/>
          </a:ln>
        </p:spPr>
      </p:sp>
      <p:sp>
        <p:nvSpPr>
          <p:cNvPr id="20" name="Text 18"/>
          <p:cNvSpPr/>
          <p:nvPr/>
        </p:nvSpPr>
        <p:spPr>
          <a:xfrm>
            <a:off x="933450" y="4026793"/>
            <a:ext cx="3292018"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Carga OSL</a:t>
            </a:r>
            <a:endParaRPr lang="en-US" sz="1300" dirty="0"/>
          </a:p>
        </p:txBody>
      </p:sp>
      <p:sp>
        <p:nvSpPr>
          <p:cNvPr id="21" name="Text 19"/>
          <p:cNvSpPr/>
          <p:nvPr/>
        </p:nvSpPr>
        <p:spPr>
          <a:xfrm>
            <a:off x="933450" y="4270573"/>
            <a:ext cx="3292018"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3261E"/>
                </a:solidFill>
                <a:latin typeface="IBM Plex Sans" pitchFamily="34" charset="0"/>
                <a:ea typeface="IBM Plex Sans" pitchFamily="34" charset="-122"/>
                <a:cs typeface="IBM Plex Sans" pitchFamily="34" charset="-120"/>
              </a:rPr>
              <a:t>No captura 29 %</a:t>
            </a:r>
            <a:endParaRPr lang="en-US" sz="1300" dirty="0"/>
          </a:p>
        </p:txBody>
      </p:sp>
      <p:sp>
        <p:nvSpPr>
          <p:cNvPr id="22" name="Text 20"/>
          <p:cNvSpPr/>
          <p:nvPr/>
        </p:nvSpPr>
        <p:spPr>
          <a:xfrm>
            <a:off x="933450" y="4514354"/>
            <a:ext cx="32920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De noche no captura 46 %</a:t>
            </a:r>
            <a:endParaRPr lang="en-US" sz="1200" dirty="0"/>
          </a:p>
        </p:txBody>
      </p:sp>
      <p:sp>
        <p:nvSpPr>
          <p:cNvPr id="23" name="Text 21"/>
          <p:cNvSpPr/>
          <p:nvPr/>
        </p:nvSpPr>
        <p:spPr>
          <a:xfrm>
            <a:off x="4377234" y="2618581"/>
            <a:ext cx="3437434" cy="307280"/>
          </a:xfrm>
          <a:prstGeom prst="roundRect">
            <a:avLst>
              <a:gd name="adj" fmla="val 16532"/>
            </a:avLst>
          </a:prstGeom>
          <a:solidFill>
            <a:srgbClr val="E8B931"/>
          </a:solidFill>
          <a:ln/>
        </p:spPr>
        <p:txBody>
          <a:bodyPr wrap="square" lIns="86721" tIns="23221" rIns="0" bIns="0" rtlCol="0" anchor="t">
            <a:normAutofit/>
          </a:bodyPr>
          <a:lstStyle/>
          <a:p>
            <a:pPr algn="l" indent="0" marL="0">
              <a:lnSpc>
                <a:spcPts val="1820"/>
              </a:lnSpc>
              <a:buNone/>
            </a:pPr>
            <a:r>
              <a:rPr lang="en-US" sz="1300" b="1" dirty="0">
                <a:solidFill>
                  <a:srgbClr val="3A2A00"/>
                </a:solidFill>
                <a:latin typeface="IBM Plex Sans" pitchFamily="34" charset="0"/>
                <a:ea typeface="IBM Plex Sans" pitchFamily="34" charset="-122"/>
                <a:cs typeface="IBM Plex Sans" pitchFamily="34" charset="-120"/>
              </a:rPr>
              <a:t>Captura pero lee mal</a:t>
            </a:r>
            <a:endParaRPr lang="en-US" sz="1300" dirty="0"/>
          </a:p>
        </p:txBody>
      </p:sp>
      <p:sp>
        <p:nvSpPr>
          <p:cNvPr id="24" name="Shape 22"/>
          <p:cNvSpPr/>
          <p:nvPr/>
        </p:nvSpPr>
        <p:spPr>
          <a:xfrm>
            <a:off x="4380409" y="3005237"/>
            <a:ext cx="3431084" cy="859631"/>
          </a:xfrm>
          <a:prstGeom prst="roundRect">
            <a:avLst>
              <a:gd name="adj" fmla="val 7018"/>
            </a:avLst>
          </a:prstGeom>
          <a:solidFill>
            <a:srgbClr val="FCFDFB"/>
          </a:solidFill>
          <a:ln w="6350">
            <a:solidFill>
              <a:srgbClr val="EAD9A8"/>
            </a:solidFill>
            <a:prstDash val="solid"/>
          </a:ln>
        </p:spPr>
      </p:sp>
      <p:sp>
        <p:nvSpPr>
          <p:cNvPr id="25" name="Text 23"/>
          <p:cNvSpPr/>
          <p:nvPr/>
        </p:nvSpPr>
        <p:spPr>
          <a:xfrm>
            <a:off x="4497884" y="3084612"/>
            <a:ext cx="3292018"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Volcables de noche</a:t>
            </a:r>
            <a:endParaRPr lang="en-US" sz="1300" dirty="0"/>
          </a:p>
        </p:txBody>
      </p:sp>
      <p:sp>
        <p:nvSpPr>
          <p:cNvPr id="26" name="Text 24"/>
          <p:cNvSpPr/>
          <p:nvPr/>
        </p:nvSpPr>
        <p:spPr>
          <a:xfrm>
            <a:off x="4497884" y="3328392"/>
            <a:ext cx="3292018"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8A5A00"/>
                </a:solidFill>
                <a:latin typeface="IBM Plex Sans" pitchFamily="34" charset="0"/>
                <a:ea typeface="IBM Plex Sans" pitchFamily="34" charset="-122"/>
                <a:cs typeface="IBM Plex Sans" pitchFamily="34" charset="-120"/>
              </a:rPr>
              <a:t>Lee 48 % · captura 76 %</a:t>
            </a:r>
            <a:endParaRPr lang="en-US" sz="1300" dirty="0"/>
          </a:p>
        </p:txBody>
      </p:sp>
      <p:sp>
        <p:nvSpPr>
          <p:cNvPr id="27" name="Text 25"/>
          <p:cNvSpPr/>
          <p:nvPr/>
        </p:nvSpPr>
        <p:spPr>
          <a:xfrm>
            <a:off x="4497884" y="3572173"/>
            <a:ext cx="32920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Iluminación nocturna</a:t>
            </a:r>
            <a:endParaRPr lang="en-US" sz="1200" dirty="0"/>
          </a:p>
        </p:txBody>
      </p:sp>
      <p:sp>
        <p:nvSpPr>
          <p:cNvPr id="28" name="Shape 26"/>
          <p:cNvSpPr/>
          <p:nvPr/>
        </p:nvSpPr>
        <p:spPr>
          <a:xfrm>
            <a:off x="4380409" y="3947418"/>
            <a:ext cx="3431084" cy="633611"/>
          </a:xfrm>
          <a:prstGeom prst="roundRect">
            <a:avLst>
              <a:gd name="adj" fmla="val 9521"/>
            </a:avLst>
          </a:prstGeom>
          <a:solidFill>
            <a:srgbClr val="FCFDFB"/>
          </a:solidFill>
          <a:ln w="6350">
            <a:solidFill>
              <a:srgbClr val="EAD9A8"/>
            </a:solidFill>
            <a:prstDash val="solid"/>
          </a:ln>
        </p:spPr>
      </p:sp>
      <p:sp>
        <p:nvSpPr>
          <p:cNvPr id="29" name="Text 27"/>
          <p:cNvSpPr/>
          <p:nvPr/>
        </p:nvSpPr>
        <p:spPr>
          <a:xfrm>
            <a:off x="4497884" y="4026793"/>
            <a:ext cx="3292018"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Egreso de noche</a:t>
            </a:r>
            <a:endParaRPr lang="en-US" sz="1300" dirty="0"/>
          </a:p>
        </p:txBody>
      </p:sp>
      <p:sp>
        <p:nvSpPr>
          <p:cNvPr id="30" name="Text 28"/>
          <p:cNvSpPr/>
          <p:nvPr/>
        </p:nvSpPr>
        <p:spPr>
          <a:xfrm>
            <a:off x="4497884" y="4270573"/>
            <a:ext cx="3292018"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8A5A00"/>
                </a:solidFill>
                <a:latin typeface="IBM Plex Sans" pitchFamily="34" charset="0"/>
                <a:ea typeface="IBM Plex Sans" pitchFamily="34" charset="-122"/>
                <a:cs typeface="IBM Plex Sans" pitchFamily="34" charset="-120"/>
              </a:rPr>
              <a:t>Lee 82 % · captura 94 %</a:t>
            </a:r>
            <a:endParaRPr lang="en-US" sz="1300" dirty="0"/>
          </a:p>
        </p:txBody>
      </p:sp>
      <p:sp>
        <p:nvSpPr>
          <p:cNvPr id="31" name="Text 29"/>
          <p:cNvSpPr/>
          <p:nvPr/>
        </p:nvSpPr>
        <p:spPr>
          <a:xfrm>
            <a:off x="7941667" y="2618581"/>
            <a:ext cx="3437434" cy="307280"/>
          </a:xfrm>
          <a:prstGeom prst="roundRect">
            <a:avLst>
              <a:gd name="adj" fmla="val 16532"/>
            </a:avLst>
          </a:prstGeom>
          <a:solidFill>
            <a:srgbClr val="0B5638"/>
          </a:solidFill>
          <a:ln/>
        </p:spPr>
        <p:txBody>
          <a:bodyPr wrap="square" lIns="86721" tIns="23221" rIns="0" bIns="0" rtlCol="0" anchor="t">
            <a:normAutofit/>
          </a:bodyPr>
          <a:lstStyle/>
          <a:p>
            <a:pPr algn="l" indent="0" marL="0">
              <a:lnSpc>
                <a:spcPts val="1820"/>
              </a:lnSpc>
              <a:buNone/>
            </a:pPr>
            <a:r>
              <a:rPr lang="en-US" sz="1300" b="1" dirty="0">
                <a:solidFill>
                  <a:srgbClr val="F1F6F2"/>
                </a:solidFill>
                <a:latin typeface="IBM Plex Sans" pitchFamily="34" charset="0"/>
                <a:ea typeface="IBM Plex Sans" pitchFamily="34" charset="-122"/>
                <a:cs typeface="IBM Plex Sans" pitchFamily="34" charset="-120"/>
              </a:rPr>
              <a:t>Funciona bien</a:t>
            </a:r>
            <a:endParaRPr lang="en-US" sz="1300" dirty="0"/>
          </a:p>
        </p:txBody>
      </p:sp>
      <p:sp>
        <p:nvSpPr>
          <p:cNvPr id="32" name="Shape 30"/>
          <p:cNvSpPr/>
          <p:nvPr/>
        </p:nvSpPr>
        <p:spPr>
          <a:xfrm>
            <a:off x="7944842" y="3005237"/>
            <a:ext cx="3431084" cy="633611"/>
          </a:xfrm>
          <a:prstGeom prst="roundRect">
            <a:avLst>
              <a:gd name="adj" fmla="val 9521"/>
            </a:avLst>
          </a:prstGeom>
          <a:solidFill>
            <a:srgbClr val="FCFDFB"/>
          </a:solidFill>
          <a:ln w="6350">
            <a:solidFill>
              <a:srgbClr val="C9DECF"/>
            </a:solidFill>
            <a:prstDash val="solid"/>
          </a:ln>
        </p:spPr>
      </p:sp>
      <p:sp>
        <p:nvSpPr>
          <p:cNvPr id="33" name="Text 31"/>
          <p:cNvSpPr/>
          <p:nvPr/>
        </p:nvSpPr>
        <p:spPr>
          <a:xfrm>
            <a:off x="8062317" y="3084612"/>
            <a:ext cx="3292018"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Ingreso</a:t>
            </a:r>
            <a:endParaRPr lang="en-US" sz="1300" dirty="0"/>
          </a:p>
        </p:txBody>
      </p:sp>
      <p:sp>
        <p:nvSpPr>
          <p:cNvPr id="34" name="Text 32"/>
          <p:cNvSpPr/>
          <p:nvPr/>
        </p:nvSpPr>
        <p:spPr>
          <a:xfrm>
            <a:off x="8062317" y="3328392"/>
            <a:ext cx="3292018"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0B5638"/>
                </a:solidFill>
                <a:latin typeface="IBM Plex Sans" pitchFamily="34" charset="0"/>
                <a:ea typeface="IBM Plex Sans" pitchFamily="34" charset="-122"/>
                <a:cs typeface="IBM Plex Sans" pitchFamily="34" charset="-120"/>
              </a:rPr>
              <a:t>Lee 91 % · captura 95 %</a:t>
            </a:r>
            <a:endParaRPr lang="en-US" sz="1300" dirty="0"/>
          </a:p>
        </p:txBody>
      </p:sp>
      <p:sp>
        <p:nvSpPr>
          <p:cNvPr id="35" name="Shape 33"/>
          <p:cNvSpPr/>
          <p:nvPr/>
        </p:nvSpPr>
        <p:spPr>
          <a:xfrm>
            <a:off x="7944842" y="3721398"/>
            <a:ext cx="3431084" cy="633611"/>
          </a:xfrm>
          <a:prstGeom prst="roundRect">
            <a:avLst>
              <a:gd name="adj" fmla="val 9521"/>
            </a:avLst>
          </a:prstGeom>
          <a:solidFill>
            <a:srgbClr val="FCFDFB"/>
          </a:solidFill>
          <a:ln w="6350">
            <a:solidFill>
              <a:srgbClr val="C9DECF"/>
            </a:solidFill>
            <a:prstDash val="solid"/>
          </a:ln>
        </p:spPr>
      </p:sp>
      <p:sp>
        <p:nvSpPr>
          <p:cNvPr id="36" name="Text 34"/>
          <p:cNvSpPr/>
          <p:nvPr/>
        </p:nvSpPr>
        <p:spPr>
          <a:xfrm>
            <a:off x="8062317" y="3800773"/>
            <a:ext cx="3292018"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Egreso</a:t>
            </a:r>
            <a:endParaRPr lang="en-US" sz="1300" dirty="0"/>
          </a:p>
        </p:txBody>
      </p:sp>
      <p:sp>
        <p:nvSpPr>
          <p:cNvPr id="37" name="Text 35"/>
          <p:cNvSpPr/>
          <p:nvPr/>
        </p:nvSpPr>
        <p:spPr>
          <a:xfrm>
            <a:off x="8062317" y="4044553"/>
            <a:ext cx="3292018"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0B5638"/>
                </a:solidFill>
                <a:latin typeface="IBM Plex Sans" pitchFamily="34" charset="0"/>
                <a:ea typeface="IBM Plex Sans" pitchFamily="34" charset="-122"/>
                <a:cs typeface="IBM Plex Sans" pitchFamily="34" charset="-120"/>
              </a:rPr>
              <a:t>Lee 91 % · captura 97 %</a:t>
            </a:r>
            <a:endParaRPr lang="en-US" sz="1300" dirty="0"/>
          </a:p>
        </p:txBody>
      </p:sp>
      <p:sp>
        <p:nvSpPr>
          <p:cNvPr id="38" name="Shape 36"/>
          <p:cNvSpPr/>
          <p:nvPr/>
        </p:nvSpPr>
        <p:spPr>
          <a:xfrm>
            <a:off x="7944842" y="4437559"/>
            <a:ext cx="3431084" cy="633611"/>
          </a:xfrm>
          <a:prstGeom prst="roundRect">
            <a:avLst>
              <a:gd name="adj" fmla="val 9521"/>
            </a:avLst>
          </a:prstGeom>
          <a:solidFill>
            <a:srgbClr val="FCFDFB"/>
          </a:solidFill>
          <a:ln w="6350">
            <a:solidFill>
              <a:srgbClr val="C9DECF"/>
            </a:solidFill>
            <a:prstDash val="solid"/>
          </a:ln>
        </p:spPr>
      </p:sp>
      <p:sp>
        <p:nvSpPr>
          <p:cNvPr id="39" name="Text 37"/>
          <p:cNvSpPr/>
          <p:nvPr/>
        </p:nvSpPr>
        <p:spPr>
          <a:xfrm>
            <a:off x="8062317" y="4516934"/>
            <a:ext cx="3292018"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Balanza ingreso</a:t>
            </a:r>
            <a:endParaRPr lang="en-US" sz="1300" dirty="0"/>
          </a:p>
        </p:txBody>
      </p:sp>
      <p:sp>
        <p:nvSpPr>
          <p:cNvPr id="40" name="Text 38"/>
          <p:cNvSpPr/>
          <p:nvPr/>
        </p:nvSpPr>
        <p:spPr>
          <a:xfrm>
            <a:off x="8062317" y="4760714"/>
            <a:ext cx="3292018"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0B5638"/>
                </a:solidFill>
                <a:latin typeface="IBM Plex Sans" pitchFamily="34" charset="0"/>
                <a:ea typeface="IBM Plex Sans" pitchFamily="34" charset="-122"/>
                <a:cs typeface="IBM Plex Sans" pitchFamily="34" charset="-120"/>
              </a:rPr>
              <a:t>Lee 89 % · captura 93 %</a:t>
            </a:r>
            <a:endParaRPr lang="en-US" sz="1300" dirty="0"/>
          </a:p>
        </p:txBody>
      </p:sp>
      <p:pic>
        <p:nvPicPr>
          <p:cNvPr id="41" name="Image 0" descr="Nueva Vicentin Argentina">    </p:cNvPr>
          <p:cNvPicPr>
            <a:picLocks noChangeAspect="1"/>
          </p:cNvPicPr>
          <p:nvPr/>
        </p:nvPicPr>
        <p:blipFill>
          <a:blip r:embed="rId1"/>
          <a:srcRect l="-167" r="-167" t="0" b="0"/>
          <a:stretch/>
        </p:blipFill>
        <p:spPr>
          <a:xfrm>
            <a:off x="812800" y="6197600"/>
            <a:ext cx="571500" cy="304800"/>
          </a:xfrm>
          <a:prstGeom prst="rect">
            <a:avLst/>
          </a:prstGeom>
        </p:spPr>
      </p:pic>
      <p:pic>
        <p:nvPicPr>
          <p:cNvPr id="42" name="Image 1" descr="Bimtrazer">    </p:cNvPr>
          <p:cNvPicPr>
            <a:picLocks noChangeAspect="1"/>
          </p:cNvPicPr>
          <p:nvPr/>
        </p:nvPicPr>
        <p:blipFill>
          <a:blip r:embed="rId2"/>
          <a:srcRect l="0" r="0" t="-63" b="-63"/>
          <a:stretch/>
        </p:blipFill>
        <p:spPr>
          <a:xfrm>
            <a:off x="10731500" y="6197600"/>
            <a:ext cx="647700" cy="3048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8F4"/>
        </a:solidFill>
      </p:bgPr>
    </p:bg>
    <p:spTree>
      <p:nvGrpSpPr>
        <p:cNvPr id="1" name=""/>
        <p:cNvGrpSpPr/>
        <p:nvPr/>
      </p:nvGrpSpPr>
      <p:grpSpPr>
        <a:xfrm>
          <a:off x="0" y="0"/>
          <a:ext cx="0" cy="0"/>
          <a:chOff x="0" y="0"/>
          <a:chExt cx="0" cy="0"/>
        </a:xfrm>
      </p:grpSpPr>
      <p:sp>
        <p:nvSpPr>
          <p:cNvPr id="2" name="Text 0"/>
          <p:cNvSpPr/>
          <p:nvPr/>
        </p:nvSpPr>
        <p:spPr>
          <a:xfrm>
            <a:off x="812800" y="711200"/>
            <a:ext cx="5332512" cy="289520"/>
          </a:xfrm>
          <a:custGeom>
            <a:avLst/>
            <a:gdLst/>
            <a:ahLst/>
            <a:cxnLst/>
            <a:rect l="l" t="t" r="r" b="b"/>
            <a:pathLst>
              <a:path w="5332512" h="289520">
                <a:moveTo>
                  <a:pt x="144760" y="0"/>
                </a:moveTo>
                <a:lnTo>
                  <a:pt x="5187752" y="0"/>
                </a:lnTo>
                <a:arcTo hR="144760" wR="144760" stAng="16200000" swAng="5400000"/>
                <a:lnTo>
                  <a:pt x="5332512" y="144760"/>
                </a:lnTo>
                <a:arcTo hR="144760" wR="144760" stAng="0" swAng="5400000"/>
                <a:lnTo>
                  <a:pt x="144760" y="289520"/>
                </a:lnTo>
                <a:arcTo hR="144760" wR="144760" stAng="5400000" swAng="5400000"/>
                <a:lnTo>
                  <a:pt x="0" y="144760"/>
                </a:lnTo>
                <a:arcTo hR="144760" wR="144760" stAng="10800000" swAng="5400000"/>
                <a:close/>
              </a:path>
            </a:pathLst>
          </a:custGeom>
          <a:solidFill>
            <a:srgbClr val="0B5638"/>
          </a:solidFill>
          <a:ln/>
        </p:spPr>
        <p:txBody>
          <a:bodyPr wrap="none" lIns="0" tIns="0" rIns="0" bIns="0" rtlCol="0" anchor="ctr">
            <a:normAutofit/>
          </a:bodyPr>
          <a:lstStyle/>
          <a:p>
            <a:pPr algn="ctr" indent="0" marL="0">
              <a:lnSpc>
                <a:spcPts val="1680"/>
              </a:lnSpc>
              <a:buNone/>
            </a:pPr>
            <a:r>
              <a:rPr lang="en-US" sz="1200" b="1" spc="100" kern="0" dirty="0">
                <a:solidFill>
                  <a:srgbClr val="F1F6F2"/>
                </a:solidFill>
                <a:latin typeface="IBM Plex Sans" pitchFamily="34" charset="0"/>
                <a:ea typeface="IBM Plex Sans" pitchFamily="34" charset="-122"/>
                <a:cs typeface="IBM Plex Sans" pitchFamily="34" charset="-120"/>
              </a:rPr>
              <a:t>ESTA SEMANA CONTRA LA ANTERIOR · PUERTO SAN LORENZO</a:t>
            </a:r>
            <a:endParaRPr lang="en-US" sz="1200" dirty="0"/>
          </a:p>
        </p:txBody>
      </p:sp>
      <p:sp>
        <p:nvSpPr>
          <p:cNvPr id="3" name="Text 1"/>
          <p:cNvSpPr/>
          <p:nvPr>
            <p:ph type="title"/>
          </p:nvPr>
        </p:nvSpPr>
        <p:spPr>
          <a:xfrm>
            <a:off x="812800" y="1102320"/>
            <a:ext cx="10883392" cy="751681"/>
          </a:xfrm>
          <a:prstGeom prst="rect">
            <a:avLst/>
          </a:prstGeom>
          <a:noFill/>
          <a:ln/>
        </p:spPr>
        <p:txBody>
          <a:bodyPr wrap="square" lIns="0" tIns="0" rIns="0" bIns="0" rtlCol="0" anchor="t">
            <a:normAutofit/>
          </a:bodyPr>
          <a:lstStyle/>
          <a:p>
            <a:pPr algn="l" indent="0" marL="0">
              <a:lnSpc>
                <a:spcPts val="2860"/>
              </a:lnSpc>
              <a:buNone/>
            </a:pPr>
            <a:r>
              <a:rPr lang="en-US" sz="2600" b="1" i="0" dirty="0">
                <a:solidFill>
                  <a:srgbClr val="14281E"/>
                </a:solidFill>
                <a:latin typeface="IBM Plex Sans" pitchFamily="34" charset="0"/>
                <a:ea typeface="IBM Plex Sans" pitchFamily="34" charset="-122"/>
                <a:cs typeface="IBM Plex Sans" pitchFamily="34" charset="-120"/>
              </a:rPr>
              <a:t>La balanza de egreso pasó de 33 % a 72 %; mejoraron volcables y Carga OSL</a:t>
            </a:r>
            <a:endParaRPr lang="en-US" sz="2600" dirty="0"/>
          </a:p>
        </p:txBody>
      </p:sp>
      <p:sp>
        <p:nvSpPr>
          <p:cNvPr id="4" name="Shape 2"/>
          <p:cNvSpPr/>
          <p:nvPr/>
        </p:nvSpPr>
        <p:spPr>
          <a:xfrm>
            <a:off x="812800" y="2006402"/>
            <a:ext cx="10566400" cy="289520"/>
          </a:xfrm>
          <a:custGeom>
            <a:avLst/>
            <a:gdLst/>
            <a:ahLst/>
            <a:cxnLst/>
            <a:rect l="l" t="t" r="r" b="b"/>
            <a:pathLst>
              <a:path w="10566400" h="289520">
                <a:moveTo>
                  <a:pt x="50800" y="0"/>
                </a:moveTo>
                <a:lnTo>
                  <a:pt x="10515600" y="0"/>
                </a:lnTo>
                <a:arcTo hR="50800" wR="50800" stAng="16200000" swAng="5400000"/>
                <a:lnTo>
                  <a:pt x="10566400" y="289520"/>
                </a:lnTo>
                <a:lnTo>
                  <a:pt x="0" y="289520"/>
                </a:lnTo>
                <a:lnTo>
                  <a:pt x="0" y="50800"/>
                </a:lnTo>
                <a:arcTo hR="50800" wR="50800" stAng="10800000" swAng="5400000"/>
                <a:close/>
              </a:path>
            </a:pathLst>
          </a:custGeom>
          <a:solidFill>
            <a:srgbClr val="0B5638"/>
          </a:solidFill>
          <a:ln/>
        </p:spPr>
      </p:sp>
      <p:sp>
        <p:nvSpPr>
          <p:cNvPr id="5" name="Text 3"/>
          <p:cNvSpPr/>
          <p:nvPr/>
        </p:nvSpPr>
        <p:spPr>
          <a:xfrm>
            <a:off x="889000" y="2044502"/>
            <a:ext cx="267506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1F6F2"/>
                </a:solidFill>
                <a:latin typeface="IBM Plex Sans" pitchFamily="34" charset="0"/>
                <a:ea typeface="IBM Plex Sans" pitchFamily="34" charset="-122"/>
                <a:cs typeface="IBM Plex Sans" pitchFamily="34" charset="-120"/>
              </a:rPr>
              <a:t>Nodo</a:t>
            </a:r>
            <a:endParaRPr lang="en-US" sz="1200" dirty="0"/>
          </a:p>
        </p:txBody>
      </p:sp>
      <p:sp>
        <p:nvSpPr>
          <p:cNvPr id="6" name="Text 4"/>
          <p:cNvSpPr/>
          <p:nvPr/>
        </p:nvSpPr>
        <p:spPr>
          <a:xfrm>
            <a:off x="3524250" y="2044502"/>
            <a:ext cx="26162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C9D8CE"/>
                </a:solidFill>
                <a:latin typeface="IBM Plex Sans" pitchFamily="34" charset="0"/>
                <a:ea typeface="IBM Plex Sans" pitchFamily="34" charset="-122"/>
                <a:cs typeface="IBM Plex Sans" pitchFamily="34" charset="-120"/>
              </a:rPr>
              <a:t>lun 5 al dom 11</a:t>
            </a:r>
            <a:endParaRPr lang="en-US" sz="1200" dirty="0"/>
          </a:p>
        </p:txBody>
      </p:sp>
      <p:sp>
        <p:nvSpPr>
          <p:cNvPr id="7" name="Text 5"/>
          <p:cNvSpPr/>
          <p:nvPr/>
        </p:nvSpPr>
        <p:spPr>
          <a:xfrm>
            <a:off x="6064250" y="2044502"/>
            <a:ext cx="26162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F1F6F2"/>
                </a:solidFill>
                <a:latin typeface="IBM Plex Sans" pitchFamily="34" charset="0"/>
                <a:ea typeface="IBM Plex Sans" pitchFamily="34" charset="-122"/>
                <a:cs typeface="IBM Plex Sans" pitchFamily="34" charset="-120"/>
              </a:rPr>
              <a:t>lun 12 al dom 18</a:t>
            </a:r>
            <a:endParaRPr lang="en-US" sz="1200" dirty="0"/>
          </a:p>
        </p:txBody>
      </p:sp>
      <p:sp>
        <p:nvSpPr>
          <p:cNvPr id="8" name="Text 6"/>
          <p:cNvSpPr/>
          <p:nvPr/>
        </p:nvSpPr>
        <p:spPr>
          <a:xfrm>
            <a:off x="8601297" y="2044502"/>
            <a:ext cx="2818956"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F1F6F2"/>
                </a:solidFill>
                <a:latin typeface="IBM Plex Sans" pitchFamily="34" charset="0"/>
                <a:ea typeface="IBM Plex Sans" pitchFamily="34" charset="-122"/>
                <a:cs typeface="IBM Plex Sans" pitchFamily="34" charset="-120"/>
              </a:rPr>
              <a:t>Cambio</a:t>
            </a:r>
            <a:endParaRPr lang="en-US" sz="1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825500" y="2308622"/>
          <a:ext cx="10553700" cy="2422525"/>
        </p:xfrm>
        <a:graphic>
          <a:graphicData uri="http://schemas.openxmlformats.org/drawingml/2006/table">
            <a:tbl>
              <a:tblPr/>
              <a:tblGrid>
                <a:gridCol w="2743962"/>
                <a:gridCol w="1266444"/>
                <a:gridCol w="1266444"/>
                <a:gridCol w="1266444"/>
                <a:gridCol w="1266444"/>
                <a:gridCol w="2743962"/>
              </a:tblGrid>
              <a:tr h="346075">
                <a:tc>
                  <a:txBody>
                    <a:bodyPr/>
                    <a:lstStyle/>
                    <a:p>
                      <a:pPr indent="0" marL="0">
                        <a:lnSpc>
                          <a:spcPts val="1750"/>
                        </a:lnSpc>
                        <a:buNone/>
                      </a:pPr>
                      <a:r>
                        <a:rPr lang="en-US" sz="1250" b="1" dirty="0">
                          <a:solidFill>
                            <a:srgbClr val="14281E"/>
                          </a:solidFill>
                          <a:latin typeface="IBM Plex Sans" pitchFamily="34" charset="0"/>
                          <a:ea typeface="IBM Plex Sans" pitchFamily="34" charset="-122"/>
                          <a:cs typeface="IBM Plex Sans" pitchFamily="34" charset="-120"/>
                        </a:rPr>
                        <a:t>Nodo</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6C3"/>
                      </a:solidFill>
                      <a:prstDash val="solid"/>
                      <a:round/>
                      <a:headEnd type="none" w="med" len="med"/>
                      <a:tailEnd type="none" w="med" len="med"/>
                    </a:lnL>
                    <a:lnR w="12700" cap="flat" cmpd="sng" algn="ctr">
                      <a:solidFill>
                        <a:srgbClr val="ABB5AD"/>
                      </a:solidFill>
                      <a:prstDash val="solid"/>
                      <a:round/>
                      <a:headEnd type="none" w="med" len="med"/>
                      <a:tailEnd type="none" w="med" len="med"/>
                    </a:lnR>
                    <a:lnT w="12700" cap="flat" cmpd="sng" algn="ctr">
                      <a:solidFill>
                        <a:srgbClr val="C4C6C3"/>
                      </a:solidFill>
                      <a:prstDash val="solid"/>
                      <a:round/>
                      <a:headEnd type="none" w="med" len="med"/>
                      <a:tailEnd type="none" w="med" len="med"/>
                    </a:lnT>
                    <a:lnB w="12700" cap="flat" cmpd="sng" algn="ctr">
                      <a:solidFill>
                        <a:srgbClr val="ABB5AD"/>
                      </a:solidFill>
                      <a:prstDash val="solid"/>
                      <a:round/>
                      <a:headEnd type="none" w="med" len="med"/>
                      <a:tailEnd type="none" w="med" len="med"/>
                    </a:lnB>
                    <a:solidFill>
                      <a:srgbClr val="D5E3D9"/>
                    </a:solidFill>
                  </a:tcPr>
                </a:tc>
                <a:tc>
                  <a:txBody>
                    <a:bodyPr/>
                    <a:lstStyle/>
                    <a:p>
                      <a:pPr algn="r" indent="0" marL="0">
                        <a:lnSpc>
                          <a:spcPts val="1750"/>
                        </a:lnSpc>
                        <a:buNone/>
                      </a:pPr>
                      <a:r>
                        <a:rPr lang="en-US" sz="1250" b="1" dirty="0">
                          <a:solidFill>
                            <a:srgbClr val="14281E"/>
                          </a:solidFill>
                          <a:latin typeface="IBM Plex Sans" pitchFamily="34" charset="0"/>
                          <a:ea typeface="IBM Plex Sans" pitchFamily="34" charset="-122"/>
                          <a:cs typeface="IBM Plex Sans" pitchFamily="34" charset="-120"/>
                        </a:rPr>
                        <a:t>Día</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ABB5AD"/>
                      </a:solidFill>
                      <a:prstDash val="solid"/>
                      <a:round/>
                      <a:headEnd type="none" w="med" len="med"/>
                      <a:tailEnd type="none" w="med" len="med"/>
                    </a:lnL>
                    <a:lnR w="12700" cap="flat" cmpd="sng" algn="ctr">
                      <a:solidFill>
                        <a:srgbClr val="ABB5AD"/>
                      </a:solidFill>
                      <a:prstDash val="solid"/>
                      <a:round/>
                      <a:headEnd type="none" w="med" len="med"/>
                      <a:tailEnd type="none" w="med" len="med"/>
                    </a:lnR>
                    <a:lnT w="12700" cap="flat" cmpd="sng" algn="ctr">
                      <a:solidFill>
                        <a:srgbClr val="C4C6C3"/>
                      </a:solidFill>
                      <a:prstDash val="solid"/>
                      <a:round/>
                      <a:headEnd type="none" w="med" len="med"/>
                      <a:tailEnd type="none" w="med" len="med"/>
                    </a:lnT>
                    <a:lnB w="12700" cap="flat" cmpd="sng" algn="ctr">
                      <a:solidFill>
                        <a:srgbClr val="ABB5AD"/>
                      </a:solidFill>
                      <a:prstDash val="solid"/>
                      <a:round/>
                      <a:headEnd type="none" w="med" len="med"/>
                      <a:tailEnd type="none" w="med" len="med"/>
                    </a:lnB>
                    <a:solidFill>
                      <a:srgbClr val="D5E3D9"/>
                    </a:solidFill>
                  </a:tcPr>
                </a:tc>
                <a:tc>
                  <a:txBody>
                    <a:bodyPr/>
                    <a:lstStyle/>
                    <a:p>
                      <a:pPr algn="r" indent="0" marL="0">
                        <a:lnSpc>
                          <a:spcPts val="1750"/>
                        </a:lnSpc>
                        <a:buNone/>
                      </a:pPr>
                      <a:r>
                        <a:rPr lang="en-US" sz="1250" b="1" dirty="0">
                          <a:solidFill>
                            <a:srgbClr val="14281E"/>
                          </a:solidFill>
                          <a:latin typeface="IBM Plex Sans" pitchFamily="34" charset="0"/>
                          <a:ea typeface="IBM Plex Sans" pitchFamily="34" charset="-122"/>
                          <a:cs typeface="IBM Plex Sans" pitchFamily="34" charset="-120"/>
                        </a:rPr>
                        <a:t>Noche</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ABB5AD"/>
                      </a:solidFill>
                      <a:prstDash val="solid"/>
                      <a:round/>
                      <a:headEnd type="none" w="med" len="med"/>
                      <a:tailEnd type="none" w="med" len="med"/>
                    </a:lnL>
                    <a:lnR w="12700" cap="flat" cmpd="sng" algn="ctr">
                      <a:solidFill>
                        <a:srgbClr val="ABB5AD"/>
                      </a:solidFill>
                      <a:prstDash val="solid"/>
                      <a:round/>
                      <a:headEnd type="none" w="med" len="med"/>
                      <a:tailEnd type="none" w="med" len="med"/>
                    </a:lnR>
                    <a:lnT w="12700" cap="flat" cmpd="sng" algn="ctr">
                      <a:solidFill>
                        <a:srgbClr val="C4C6C3"/>
                      </a:solidFill>
                      <a:prstDash val="solid"/>
                      <a:round/>
                      <a:headEnd type="none" w="med" len="med"/>
                      <a:tailEnd type="none" w="med" len="med"/>
                    </a:lnT>
                    <a:lnB w="12700" cap="flat" cmpd="sng" algn="ctr">
                      <a:solidFill>
                        <a:srgbClr val="ABB5AD"/>
                      </a:solidFill>
                      <a:prstDash val="solid"/>
                      <a:round/>
                      <a:headEnd type="none" w="med" len="med"/>
                      <a:tailEnd type="none" w="med" len="med"/>
                    </a:lnB>
                    <a:solidFill>
                      <a:srgbClr val="D5E3D9"/>
                    </a:solidFill>
                  </a:tcPr>
                </a:tc>
                <a:tc>
                  <a:txBody>
                    <a:bodyPr/>
                    <a:lstStyle/>
                    <a:p>
                      <a:pPr algn="r" indent="0" marL="0">
                        <a:lnSpc>
                          <a:spcPts val="1750"/>
                        </a:lnSpc>
                        <a:buNone/>
                      </a:pPr>
                      <a:r>
                        <a:rPr lang="en-US" sz="1250" b="1" dirty="0">
                          <a:solidFill>
                            <a:srgbClr val="14281E"/>
                          </a:solidFill>
                          <a:latin typeface="IBM Plex Sans" pitchFamily="34" charset="0"/>
                          <a:ea typeface="IBM Plex Sans" pitchFamily="34" charset="-122"/>
                          <a:cs typeface="IBM Plex Sans" pitchFamily="34" charset="-120"/>
                        </a:rPr>
                        <a:t>Día</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ABB5AD"/>
                      </a:solidFill>
                      <a:prstDash val="solid"/>
                      <a:round/>
                      <a:headEnd type="none" w="med" len="med"/>
                      <a:tailEnd type="none" w="med" len="med"/>
                    </a:lnL>
                    <a:lnR w="12700" cap="flat" cmpd="sng" algn="ctr">
                      <a:solidFill>
                        <a:srgbClr val="ABB5AD"/>
                      </a:solidFill>
                      <a:prstDash val="solid"/>
                      <a:round/>
                      <a:headEnd type="none" w="med" len="med"/>
                      <a:tailEnd type="none" w="med" len="med"/>
                    </a:lnR>
                    <a:lnT w="12700" cap="flat" cmpd="sng" algn="ctr">
                      <a:solidFill>
                        <a:srgbClr val="C4C6C3"/>
                      </a:solidFill>
                      <a:prstDash val="solid"/>
                      <a:round/>
                      <a:headEnd type="none" w="med" len="med"/>
                      <a:tailEnd type="none" w="med" len="med"/>
                    </a:lnT>
                    <a:lnB w="12700" cap="flat" cmpd="sng" algn="ctr">
                      <a:solidFill>
                        <a:srgbClr val="ABB5AD"/>
                      </a:solidFill>
                      <a:prstDash val="solid"/>
                      <a:round/>
                      <a:headEnd type="none" w="med" len="med"/>
                      <a:tailEnd type="none" w="med" len="med"/>
                    </a:lnB>
                    <a:solidFill>
                      <a:srgbClr val="D5E3D9"/>
                    </a:solidFill>
                  </a:tcPr>
                </a:tc>
                <a:tc>
                  <a:txBody>
                    <a:bodyPr/>
                    <a:lstStyle/>
                    <a:p>
                      <a:pPr algn="r" indent="0" marL="0">
                        <a:lnSpc>
                          <a:spcPts val="1750"/>
                        </a:lnSpc>
                        <a:buNone/>
                      </a:pPr>
                      <a:r>
                        <a:rPr lang="en-US" sz="1250" b="1" dirty="0">
                          <a:solidFill>
                            <a:srgbClr val="14281E"/>
                          </a:solidFill>
                          <a:latin typeface="IBM Plex Sans" pitchFamily="34" charset="0"/>
                          <a:ea typeface="IBM Plex Sans" pitchFamily="34" charset="-122"/>
                          <a:cs typeface="IBM Plex Sans" pitchFamily="34" charset="-120"/>
                        </a:rPr>
                        <a:t>Noche</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ABB5AD"/>
                      </a:solidFill>
                      <a:prstDash val="solid"/>
                      <a:round/>
                      <a:headEnd type="none" w="med" len="med"/>
                      <a:tailEnd type="none" w="med" len="med"/>
                    </a:lnL>
                    <a:lnR w="12700" cap="flat" cmpd="sng" algn="ctr">
                      <a:solidFill>
                        <a:srgbClr val="ABB5AD"/>
                      </a:solidFill>
                      <a:prstDash val="solid"/>
                      <a:round/>
                      <a:headEnd type="none" w="med" len="med"/>
                      <a:tailEnd type="none" w="med" len="med"/>
                    </a:lnR>
                    <a:lnT w="12700" cap="flat" cmpd="sng" algn="ctr">
                      <a:solidFill>
                        <a:srgbClr val="C4C6C3"/>
                      </a:solidFill>
                      <a:prstDash val="solid"/>
                      <a:round/>
                      <a:headEnd type="none" w="med" len="med"/>
                      <a:tailEnd type="none" w="med" len="med"/>
                    </a:lnT>
                    <a:lnB w="12700" cap="flat" cmpd="sng" algn="ctr">
                      <a:solidFill>
                        <a:srgbClr val="ABB5AD"/>
                      </a:solidFill>
                      <a:prstDash val="solid"/>
                      <a:round/>
                      <a:headEnd type="none" w="med" len="med"/>
                      <a:tailEnd type="none" w="med" len="med"/>
                    </a:lnB>
                    <a:solidFill>
                      <a:srgbClr val="D5E3D9"/>
                    </a:solidFill>
                  </a:tcPr>
                </a:tc>
                <a:tc>
                  <a:txBody>
                    <a:bodyPr/>
                    <a:lstStyle/>
                    <a:p>
                      <a:pPr algn="ctr" indent="0" marL="0">
                        <a:lnSpc>
                          <a:spcPts val="1750"/>
                        </a:lnSpc>
                        <a:buNone/>
                      </a:pPr>
                      <a:r>
                        <a:rPr lang="en-US" sz="1250" b="1" dirty="0">
                          <a:solidFill>
                            <a:srgbClr val="14281E"/>
                          </a:solidFill>
                          <a:latin typeface="IBM Plex Sans" pitchFamily="34" charset="0"/>
                          <a:ea typeface="IBM Plex Sans" pitchFamily="34" charset="-122"/>
                          <a:cs typeface="IBM Plex Sans" pitchFamily="34" charset="-120"/>
                        </a:rPr>
                        <a:t>Total</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ABB5AD"/>
                      </a:solidFill>
                      <a:prstDash val="solid"/>
                      <a:round/>
                      <a:headEnd type="none" w="med" len="med"/>
                      <a:tailEnd type="none" w="med" len="med"/>
                    </a:lnL>
                    <a:lnR w="12700" cap="flat" cmpd="sng" algn="ctr">
                      <a:solidFill>
                        <a:srgbClr val="ABB5AD"/>
                      </a:solidFill>
                      <a:prstDash val="solid"/>
                      <a:round/>
                      <a:headEnd type="none" w="med" len="med"/>
                      <a:tailEnd type="none" w="med" len="med"/>
                    </a:lnR>
                    <a:lnT w="12700" cap="flat" cmpd="sng" algn="ctr">
                      <a:solidFill>
                        <a:srgbClr val="C4C6C3"/>
                      </a:solidFill>
                      <a:prstDash val="solid"/>
                      <a:round/>
                      <a:headEnd type="none" w="med" len="med"/>
                      <a:tailEnd type="none" w="med" len="med"/>
                    </a:lnT>
                    <a:lnB w="12700" cap="flat" cmpd="sng" algn="ctr">
                      <a:solidFill>
                        <a:srgbClr val="ABB5AD"/>
                      </a:solidFill>
                      <a:prstDash val="solid"/>
                      <a:round/>
                      <a:headEnd type="none" w="med" len="med"/>
                      <a:tailEnd type="none" w="med" len="med"/>
                    </a:lnB>
                    <a:solidFill>
                      <a:srgbClr val="D5E3D9"/>
                    </a:solidFill>
                  </a:tcPr>
                </a:tc>
              </a:tr>
              <a:tr h="346075">
                <a:tc>
                  <a:txBody>
                    <a:bodyPr/>
                    <a:lstStyle/>
                    <a:p>
                      <a:pPr indent="0" marL="0">
                        <a:lnSpc>
                          <a:spcPts val="1750"/>
                        </a:lnSpc>
                        <a:buNone/>
                      </a:pPr>
                      <a:r>
                        <a:rPr lang="en-US" sz="1250" dirty="0">
                          <a:solidFill>
                            <a:srgbClr val="14281E"/>
                          </a:solidFill>
                          <a:latin typeface="IBM Plex Sans" pitchFamily="34" charset="0"/>
                          <a:ea typeface="IBM Plex Sans" pitchFamily="34" charset="-122"/>
                          <a:cs typeface="IBM Plex Sans" pitchFamily="34" charset="-120"/>
                        </a:rPr>
                        <a:t>Ingreso</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6C3"/>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ABB5AD"/>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algn="r" indent="0" marL="0">
                        <a:lnSpc>
                          <a:spcPts val="1750"/>
                        </a:lnSpc>
                        <a:buNone/>
                      </a:pPr>
                      <a:r>
                        <a:rPr lang="en-US" sz="1250" dirty="0">
                          <a:solidFill>
                            <a:srgbClr val="4A5D52"/>
                          </a:solidFill>
                          <a:latin typeface="IBM Plex Sans" pitchFamily="34" charset="0"/>
                          <a:ea typeface="IBM Plex Sans" pitchFamily="34" charset="-122"/>
                          <a:cs typeface="IBM Plex Sans" pitchFamily="34" charset="-120"/>
                        </a:rPr>
                        <a:t>92 %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ABB5AD"/>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algn="r" indent="0" marL="0">
                        <a:lnSpc>
                          <a:spcPts val="1750"/>
                        </a:lnSpc>
                        <a:buNone/>
                      </a:pPr>
                      <a:r>
                        <a:rPr lang="en-US" sz="1250" dirty="0">
                          <a:solidFill>
                            <a:srgbClr val="4A5D52"/>
                          </a:solidFill>
                          <a:latin typeface="IBM Plex Sans" pitchFamily="34" charset="0"/>
                          <a:ea typeface="IBM Plex Sans" pitchFamily="34" charset="-122"/>
                          <a:cs typeface="IBM Plex Sans" pitchFamily="34" charset="-120"/>
                        </a:rPr>
                        <a:t>88 %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ABB5AD"/>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algn="r" indent="0" marL="0">
                        <a:lnSpc>
                          <a:spcPts val="1750"/>
                        </a:lnSpc>
                        <a:buNone/>
                      </a:pPr>
                      <a:r>
                        <a:rPr lang="en-US" sz="1250" dirty="0">
                          <a:solidFill>
                            <a:srgbClr val="0B5638"/>
                          </a:solidFill>
                          <a:latin typeface="IBM Plex Sans" pitchFamily="34" charset="0"/>
                          <a:ea typeface="IBM Plex Sans" pitchFamily="34" charset="-122"/>
                          <a:cs typeface="IBM Plex Sans" pitchFamily="34" charset="-120"/>
                        </a:rPr>
                        <a:t>96 %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ABB5AD"/>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algn="r" indent="0" marL="0">
                        <a:lnSpc>
                          <a:spcPts val="1750"/>
                        </a:lnSpc>
                        <a:buNone/>
                      </a:pPr>
                      <a:r>
                        <a:rPr lang="en-US" sz="1250" dirty="0">
                          <a:solidFill>
                            <a:srgbClr val="0B5638"/>
                          </a:solidFill>
                          <a:latin typeface="IBM Plex Sans" pitchFamily="34" charset="0"/>
                          <a:ea typeface="IBM Plex Sans" pitchFamily="34" charset="-122"/>
                          <a:cs typeface="IBM Plex Sans" pitchFamily="34" charset="-120"/>
                        </a:rPr>
                        <a:t>84 %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ABB5AD"/>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algn="ctr" indent="0" marL="0">
                        <a:lnSpc>
                          <a:spcPts val="1750"/>
                        </a:lnSpc>
                        <a:buNone/>
                      </a:pPr>
                      <a:r>
                        <a:rPr lang="en-US" sz="1250" dirty="0">
                          <a:solidFill>
                            <a:srgbClr val="4A5D52"/>
                          </a:solidFill>
                          <a:latin typeface="IBM Plex Sans" pitchFamily="34" charset="0"/>
                          <a:ea typeface="IBM Plex Sans" pitchFamily="34" charset="-122"/>
                          <a:cs typeface="IBM Plex Sans" pitchFamily="34" charset="-120"/>
                        </a:rPr>
                        <a:t>Igual · 90 → 91 %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ABB5AD"/>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r>
              <a:tr h="346075">
                <a:tc>
                  <a:txBody>
                    <a:bodyPr/>
                    <a:lstStyle/>
                    <a:p>
                      <a:pPr indent="0" marL="0">
                        <a:lnSpc>
                          <a:spcPts val="1750"/>
                        </a:lnSpc>
                        <a:buNone/>
                      </a:pPr>
                      <a:r>
                        <a:rPr lang="en-US" sz="1250" dirty="0">
                          <a:solidFill>
                            <a:srgbClr val="14281E"/>
                          </a:solidFill>
                          <a:latin typeface="IBM Plex Sans" pitchFamily="34" charset="0"/>
                          <a:ea typeface="IBM Plex Sans" pitchFamily="34" charset="-122"/>
                          <a:cs typeface="IBM Plex Sans" pitchFamily="34" charset="-120"/>
                        </a:rPr>
                        <a:t>Balanza ingreso</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6C3"/>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50"/>
                        </a:lnSpc>
                        <a:buNone/>
                      </a:pPr>
                      <a:r>
                        <a:rPr lang="en-US" sz="1250" dirty="0">
                          <a:solidFill>
                            <a:srgbClr val="4A5D52"/>
                          </a:solidFill>
                          <a:latin typeface="IBM Plex Sans" pitchFamily="34" charset="0"/>
                          <a:ea typeface="IBM Plex Sans" pitchFamily="34" charset="-122"/>
                          <a:cs typeface="IBM Plex Sans" pitchFamily="34" charset="-120"/>
                        </a:rPr>
                        <a:t>93 %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50"/>
                        </a:lnSpc>
                        <a:buNone/>
                      </a:pPr>
                      <a:r>
                        <a:rPr lang="en-US" sz="1250" dirty="0">
                          <a:solidFill>
                            <a:srgbClr val="4A5D52"/>
                          </a:solidFill>
                          <a:latin typeface="IBM Plex Sans" pitchFamily="34" charset="0"/>
                          <a:ea typeface="IBM Plex Sans" pitchFamily="34" charset="-122"/>
                          <a:cs typeface="IBM Plex Sans" pitchFamily="34" charset="-120"/>
                        </a:rPr>
                        <a:t>76 %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50"/>
                        </a:lnSpc>
                        <a:buNone/>
                      </a:pPr>
                      <a:r>
                        <a:rPr lang="en-US" sz="1250" dirty="0">
                          <a:solidFill>
                            <a:srgbClr val="0B5638"/>
                          </a:solidFill>
                          <a:latin typeface="IBM Plex Sans" pitchFamily="34" charset="0"/>
                          <a:ea typeface="IBM Plex Sans" pitchFamily="34" charset="-122"/>
                          <a:cs typeface="IBM Plex Sans" pitchFamily="34" charset="-120"/>
                        </a:rPr>
                        <a:t>98 %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50"/>
                        </a:lnSpc>
                        <a:buNone/>
                      </a:pPr>
                      <a:r>
                        <a:rPr lang="en-US" sz="1250" dirty="0">
                          <a:solidFill>
                            <a:srgbClr val="8A5A00"/>
                          </a:solidFill>
                          <a:latin typeface="IBM Plex Sans" pitchFamily="34" charset="0"/>
                          <a:ea typeface="IBM Plex Sans" pitchFamily="34" charset="-122"/>
                          <a:cs typeface="IBM Plex Sans" pitchFamily="34" charset="-120"/>
                        </a:rPr>
                        <a:t>75 %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ctr" indent="0" marL="0">
                        <a:lnSpc>
                          <a:spcPts val="1750"/>
                        </a:lnSpc>
                        <a:buNone/>
                      </a:pPr>
                      <a:r>
                        <a:rPr lang="en-US" sz="1250" dirty="0">
                          <a:solidFill>
                            <a:srgbClr val="0B5638"/>
                          </a:solidFill>
                          <a:latin typeface="IBM Plex Sans" pitchFamily="34" charset="0"/>
                          <a:ea typeface="IBM Plex Sans" pitchFamily="34" charset="-122"/>
                          <a:cs typeface="IBM Plex Sans" pitchFamily="34" charset="-120"/>
                        </a:rPr>
                        <a:t>Mejoró · 84 → 89 %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r>
              <a:tr h="346075">
                <a:tc>
                  <a:txBody>
                    <a:bodyPr/>
                    <a:lstStyle/>
                    <a:p>
                      <a:pPr indent="0" marL="0">
                        <a:lnSpc>
                          <a:spcPts val="1750"/>
                        </a:lnSpc>
                        <a:buNone/>
                      </a:pPr>
                      <a:r>
                        <a:rPr lang="en-US" sz="1250" dirty="0">
                          <a:solidFill>
                            <a:srgbClr val="14281E"/>
                          </a:solidFill>
                          <a:latin typeface="IBM Plex Sans" pitchFamily="34" charset="0"/>
                          <a:ea typeface="IBM Plex Sans" pitchFamily="34" charset="-122"/>
                          <a:cs typeface="IBM Plex Sans" pitchFamily="34" charset="-120"/>
                        </a:rPr>
                        <a:t>Carga OSL</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6C3"/>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50"/>
                        </a:lnSpc>
                        <a:buNone/>
                      </a:pPr>
                      <a:r>
                        <a:rPr lang="en-US" sz="1250" dirty="0">
                          <a:solidFill>
                            <a:srgbClr val="4A5D52"/>
                          </a:solidFill>
                          <a:latin typeface="IBM Plex Sans" pitchFamily="34" charset="0"/>
                          <a:ea typeface="IBM Plex Sans" pitchFamily="34" charset="-122"/>
                          <a:cs typeface="IBM Plex Sans" pitchFamily="34" charset="-120"/>
                        </a:rPr>
                        <a:t>71 %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50"/>
                        </a:lnSpc>
                        <a:buNone/>
                      </a:pPr>
                      <a:r>
                        <a:rPr lang="en-US" sz="1250" dirty="0">
                          <a:solidFill>
                            <a:srgbClr val="4A5D52"/>
                          </a:solidFill>
                          <a:latin typeface="IBM Plex Sans" pitchFamily="34" charset="0"/>
                          <a:ea typeface="IBM Plex Sans" pitchFamily="34" charset="-122"/>
                          <a:cs typeface="IBM Plex Sans" pitchFamily="34" charset="-120"/>
                        </a:rPr>
                        <a:t>37 %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50"/>
                        </a:lnSpc>
                        <a:buNone/>
                      </a:pPr>
                      <a:r>
                        <a:rPr lang="en-US" sz="1250" dirty="0">
                          <a:solidFill>
                            <a:srgbClr val="8A5A00"/>
                          </a:solidFill>
                          <a:latin typeface="IBM Plex Sans" pitchFamily="34" charset="0"/>
                          <a:ea typeface="IBM Plex Sans" pitchFamily="34" charset="-122"/>
                          <a:cs typeface="IBM Plex Sans" pitchFamily="34" charset="-120"/>
                        </a:rPr>
                        <a:t>76 %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50"/>
                        </a:lnSpc>
                        <a:buNone/>
                      </a:pPr>
                      <a:r>
                        <a:rPr lang="en-US" sz="1250" dirty="0">
                          <a:solidFill>
                            <a:srgbClr val="B3261E"/>
                          </a:solidFill>
                          <a:latin typeface="IBM Plex Sans" pitchFamily="34" charset="0"/>
                          <a:ea typeface="IBM Plex Sans" pitchFamily="34" charset="-122"/>
                          <a:cs typeface="IBM Plex Sans" pitchFamily="34" charset="-120"/>
                        </a:rPr>
                        <a:t>49 %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ctr" indent="0" marL="0">
                        <a:lnSpc>
                          <a:spcPts val="1750"/>
                        </a:lnSpc>
                        <a:buNone/>
                      </a:pPr>
                      <a:r>
                        <a:rPr lang="en-US" sz="1250" dirty="0">
                          <a:solidFill>
                            <a:srgbClr val="0B5638"/>
                          </a:solidFill>
                          <a:latin typeface="IBM Plex Sans" pitchFamily="34" charset="0"/>
                          <a:ea typeface="IBM Plex Sans" pitchFamily="34" charset="-122"/>
                          <a:cs typeface="IBM Plex Sans" pitchFamily="34" charset="-120"/>
                        </a:rPr>
                        <a:t>Mejoró · 62 → 68 %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r>
              <a:tr h="346075">
                <a:tc>
                  <a:txBody>
                    <a:bodyPr/>
                    <a:lstStyle/>
                    <a:p>
                      <a:pPr indent="0" marL="0">
                        <a:lnSpc>
                          <a:spcPts val="1750"/>
                        </a:lnSpc>
                        <a:buNone/>
                      </a:pPr>
                      <a:r>
                        <a:rPr lang="en-US" sz="1250" dirty="0">
                          <a:solidFill>
                            <a:srgbClr val="14281E"/>
                          </a:solidFill>
                          <a:latin typeface="IBM Plex Sans" pitchFamily="34" charset="0"/>
                          <a:ea typeface="IBM Plex Sans" pitchFamily="34" charset="-122"/>
                          <a:cs typeface="IBM Plex Sans" pitchFamily="34" charset="-120"/>
                        </a:rPr>
                        <a:t>Volcables</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6C3"/>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50"/>
                        </a:lnSpc>
                        <a:buNone/>
                      </a:pPr>
                      <a:r>
                        <a:rPr lang="en-US" sz="1250" dirty="0">
                          <a:solidFill>
                            <a:srgbClr val="4A5D52"/>
                          </a:solidFill>
                          <a:latin typeface="IBM Plex Sans" pitchFamily="34" charset="0"/>
                          <a:ea typeface="IBM Plex Sans" pitchFamily="34" charset="-122"/>
                          <a:cs typeface="IBM Plex Sans" pitchFamily="34" charset="-120"/>
                        </a:rPr>
                        <a:t>93 %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50"/>
                        </a:lnSpc>
                        <a:buNone/>
                      </a:pPr>
                      <a:r>
                        <a:rPr lang="en-US" sz="1250" dirty="0">
                          <a:solidFill>
                            <a:srgbClr val="4A5D52"/>
                          </a:solidFill>
                          <a:latin typeface="IBM Plex Sans" pitchFamily="34" charset="0"/>
                          <a:ea typeface="IBM Plex Sans" pitchFamily="34" charset="-122"/>
                          <a:cs typeface="IBM Plex Sans" pitchFamily="34" charset="-120"/>
                        </a:rPr>
                        <a:t>32 %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50"/>
                        </a:lnSpc>
                        <a:buNone/>
                      </a:pPr>
                      <a:r>
                        <a:rPr lang="en-US" sz="1250" dirty="0">
                          <a:solidFill>
                            <a:srgbClr val="0B5638"/>
                          </a:solidFill>
                          <a:latin typeface="IBM Plex Sans" pitchFamily="34" charset="0"/>
                          <a:ea typeface="IBM Plex Sans" pitchFamily="34" charset="-122"/>
                          <a:cs typeface="IBM Plex Sans" pitchFamily="34" charset="-120"/>
                        </a:rPr>
                        <a:t>97 %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50"/>
                        </a:lnSpc>
                        <a:buNone/>
                      </a:pPr>
                      <a:r>
                        <a:rPr lang="en-US" sz="1250" dirty="0">
                          <a:solidFill>
                            <a:srgbClr val="B3261E"/>
                          </a:solidFill>
                          <a:latin typeface="IBM Plex Sans" pitchFamily="34" charset="0"/>
                          <a:ea typeface="IBM Plex Sans" pitchFamily="34" charset="-122"/>
                          <a:cs typeface="IBM Plex Sans" pitchFamily="34" charset="-120"/>
                        </a:rPr>
                        <a:t>48 %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ctr" indent="0" marL="0">
                        <a:lnSpc>
                          <a:spcPts val="1750"/>
                        </a:lnSpc>
                        <a:buNone/>
                      </a:pPr>
                      <a:r>
                        <a:rPr lang="en-US" sz="1250" dirty="0">
                          <a:solidFill>
                            <a:srgbClr val="0B5638"/>
                          </a:solidFill>
                          <a:latin typeface="IBM Plex Sans" pitchFamily="34" charset="0"/>
                          <a:ea typeface="IBM Plex Sans" pitchFamily="34" charset="-122"/>
                          <a:cs typeface="IBM Plex Sans" pitchFamily="34" charset="-120"/>
                        </a:rPr>
                        <a:t>Mejoró · 58 → 72 %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r>
              <a:tr h="346075">
                <a:tc>
                  <a:txBody>
                    <a:bodyPr/>
                    <a:lstStyle/>
                    <a:p>
                      <a:pPr indent="0" marL="0">
                        <a:lnSpc>
                          <a:spcPts val="1750"/>
                        </a:lnSpc>
                        <a:buNone/>
                      </a:pPr>
                      <a:r>
                        <a:rPr lang="en-US" sz="1250" dirty="0">
                          <a:solidFill>
                            <a:srgbClr val="14281E"/>
                          </a:solidFill>
                          <a:latin typeface="IBM Plex Sans" pitchFamily="34" charset="0"/>
                          <a:ea typeface="IBM Plex Sans" pitchFamily="34" charset="-122"/>
                          <a:cs typeface="IBM Plex Sans" pitchFamily="34" charset="-120"/>
                        </a:rPr>
                        <a:t>Balanza egreso</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6C3"/>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50"/>
                        </a:lnSpc>
                        <a:buNone/>
                      </a:pPr>
                      <a:r>
                        <a:rPr lang="en-US" sz="1250" dirty="0">
                          <a:solidFill>
                            <a:srgbClr val="4A5D52"/>
                          </a:solidFill>
                          <a:latin typeface="IBM Plex Sans" pitchFamily="34" charset="0"/>
                          <a:ea typeface="IBM Plex Sans" pitchFamily="34" charset="-122"/>
                          <a:cs typeface="IBM Plex Sans" pitchFamily="34" charset="-120"/>
                        </a:rPr>
                        <a:t>60 %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50"/>
                        </a:lnSpc>
                        <a:buNone/>
                      </a:pPr>
                      <a:r>
                        <a:rPr lang="en-US" sz="1250" dirty="0">
                          <a:solidFill>
                            <a:srgbClr val="4A5D52"/>
                          </a:solidFill>
                          <a:latin typeface="IBM Plex Sans" pitchFamily="34" charset="0"/>
                          <a:ea typeface="IBM Plex Sans" pitchFamily="34" charset="-122"/>
                          <a:cs typeface="IBM Plex Sans" pitchFamily="34" charset="-120"/>
                        </a:rPr>
                        <a:t>9 %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50"/>
                        </a:lnSpc>
                        <a:buNone/>
                      </a:pPr>
                      <a:r>
                        <a:rPr lang="en-US" sz="1250" dirty="0">
                          <a:solidFill>
                            <a:srgbClr val="0B5638"/>
                          </a:solidFill>
                          <a:latin typeface="IBM Plex Sans" pitchFamily="34" charset="0"/>
                          <a:ea typeface="IBM Plex Sans" pitchFamily="34" charset="-122"/>
                          <a:cs typeface="IBM Plex Sans" pitchFamily="34" charset="-120"/>
                        </a:rPr>
                        <a:t>98 %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50"/>
                        </a:lnSpc>
                        <a:buNone/>
                      </a:pPr>
                      <a:r>
                        <a:rPr lang="en-US" sz="1250" dirty="0">
                          <a:solidFill>
                            <a:srgbClr val="B3261E"/>
                          </a:solidFill>
                          <a:latin typeface="IBM Plex Sans" pitchFamily="34" charset="0"/>
                          <a:ea typeface="IBM Plex Sans" pitchFamily="34" charset="-122"/>
                          <a:cs typeface="IBM Plex Sans" pitchFamily="34" charset="-120"/>
                        </a:rPr>
                        <a:t>36 %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ctr" indent="0" marL="0">
                        <a:lnSpc>
                          <a:spcPts val="1750"/>
                        </a:lnSpc>
                        <a:buNone/>
                      </a:pPr>
                      <a:r>
                        <a:rPr lang="en-US" sz="1250" dirty="0">
                          <a:solidFill>
                            <a:srgbClr val="0B5638"/>
                          </a:solidFill>
                          <a:latin typeface="IBM Plex Sans" pitchFamily="34" charset="0"/>
                          <a:ea typeface="IBM Plex Sans" pitchFamily="34" charset="-122"/>
                          <a:cs typeface="IBM Plex Sans" pitchFamily="34" charset="-120"/>
                        </a:rPr>
                        <a:t>Mejoró · 33 → 72 %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r>
              <a:tr h="346075">
                <a:tc>
                  <a:txBody>
                    <a:bodyPr/>
                    <a:lstStyle/>
                    <a:p>
                      <a:pPr indent="0" marL="0">
                        <a:lnSpc>
                          <a:spcPts val="1750"/>
                        </a:lnSpc>
                        <a:buNone/>
                      </a:pPr>
                      <a:r>
                        <a:rPr lang="en-US" sz="1250" dirty="0">
                          <a:solidFill>
                            <a:srgbClr val="14281E"/>
                          </a:solidFill>
                          <a:latin typeface="IBM Plex Sans" pitchFamily="34" charset="0"/>
                          <a:ea typeface="IBM Plex Sans" pitchFamily="34" charset="-122"/>
                          <a:cs typeface="IBM Plex Sans" pitchFamily="34" charset="-120"/>
                        </a:rPr>
                        <a:t>Egreso</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6C3"/>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algn="r" indent="0" marL="0">
                        <a:lnSpc>
                          <a:spcPts val="1750"/>
                        </a:lnSpc>
                        <a:buNone/>
                      </a:pPr>
                      <a:r>
                        <a:rPr lang="en-US" sz="1250" dirty="0">
                          <a:solidFill>
                            <a:srgbClr val="4A5D52"/>
                          </a:solidFill>
                          <a:latin typeface="IBM Plex Sans" pitchFamily="34" charset="0"/>
                          <a:ea typeface="IBM Plex Sans" pitchFamily="34" charset="-122"/>
                          <a:cs typeface="IBM Plex Sans" pitchFamily="34" charset="-120"/>
                        </a:rPr>
                        <a:t>92 %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algn="r" indent="0" marL="0">
                        <a:lnSpc>
                          <a:spcPts val="1750"/>
                        </a:lnSpc>
                        <a:buNone/>
                      </a:pPr>
                      <a:r>
                        <a:rPr lang="en-US" sz="1250" dirty="0">
                          <a:solidFill>
                            <a:srgbClr val="4A5D52"/>
                          </a:solidFill>
                          <a:latin typeface="IBM Plex Sans" pitchFamily="34" charset="0"/>
                          <a:ea typeface="IBM Plex Sans" pitchFamily="34" charset="-122"/>
                          <a:cs typeface="IBM Plex Sans" pitchFamily="34" charset="-120"/>
                        </a:rPr>
                        <a:t>85 %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algn="r" indent="0" marL="0">
                        <a:lnSpc>
                          <a:spcPts val="1750"/>
                        </a:lnSpc>
                        <a:buNone/>
                      </a:pPr>
                      <a:r>
                        <a:rPr lang="en-US" sz="1250" dirty="0">
                          <a:solidFill>
                            <a:srgbClr val="0B5638"/>
                          </a:solidFill>
                          <a:latin typeface="IBM Plex Sans" pitchFamily="34" charset="0"/>
                          <a:ea typeface="IBM Plex Sans" pitchFamily="34" charset="-122"/>
                          <a:cs typeface="IBM Plex Sans" pitchFamily="34" charset="-120"/>
                        </a:rPr>
                        <a:t>98 %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algn="r" indent="0" marL="0">
                        <a:lnSpc>
                          <a:spcPts val="1750"/>
                        </a:lnSpc>
                        <a:buNone/>
                      </a:pPr>
                      <a:r>
                        <a:rPr lang="en-US" sz="1250" dirty="0">
                          <a:solidFill>
                            <a:srgbClr val="0B5638"/>
                          </a:solidFill>
                          <a:latin typeface="IBM Plex Sans" pitchFamily="34" charset="0"/>
                          <a:ea typeface="IBM Plex Sans" pitchFamily="34" charset="-122"/>
                          <a:cs typeface="IBM Plex Sans" pitchFamily="34" charset="-120"/>
                        </a:rPr>
                        <a:t>82 %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algn="ctr" indent="0" marL="0">
                        <a:lnSpc>
                          <a:spcPts val="1750"/>
                        </a:lnSpc>
                        <a:buNone/>
                      </a:pPr>
                      <a:r>
                        <a:rPr lang="en-US" sz="1250" dirty="0">
                          <a:solidFill>
                            <a:srgbClr val="4A5D52"/>
                          </a:solidFill>
                          <a:latin typeface="IBM Plex Sans" pitchFamily="34" charset="0"/>
                          <a:ea typeface="IBM Plex Sans" pitchFamily="34" charset="-122"/>
                          <a:cs typeface="IBM Plex Sans" pitchFamily="34" charset="-120"/>
                        </a:rPr>
                        <a:t>Igual · 88 → 91 %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r>
            </a:tbl>
          </a:graphicData>
        </a:graphic>
      </p:graphicFrame>
      <p:pic>
        <p:nvPicPr>
          <p:cNvPr id="10" name="Image 0" descr="Nueva Vicentin Argentina">    </p:cNvPr>
          <p:cNvPicPr>
            <a:picLocks noChangeAspect="1"/>
          </p:cNvPicPr>
          <p:nvPr/>
        </p:nvPicPr>
        <p:blipFill>
          <a:blip r:embed="rId1"/>
          <a:srcRect l="-167" r="-167" t="0" b="0"/>
          <a:stretch/>
        </p:blipFill>
        <p:spPr>
          <a:xfrm>
            <a:off x="812800" y="6197600"/>
            <a:ext cx="571500" cy="304800"/>
          </a:xfrm>
          <a:prstGeom prst="rect">
            <a:avLst/>
          </a:prstGeom>
        </p:spPr>
      </p:pic>
      <p:pic>
        <p:nvPicPr>
          <p:cNvPr id="11" name="Image 1" descr="Bimtrazer">    </p:cNvPr>
          <p:cNvPicPr>
            <a:picLocks noChangeAspect="1"/>
          </p:cNvPicPr>
          <p:nvPr/>
        </p:nvPicPr>
        <p:blipFill>
          <a:blip r:embed="rId2"/>
          <a:srcRect l="0" r="0" t="-63" b="-63"/>
          <a:stretch/>
        </p:blipFill>
        <p:spPr>
          <a:xfrm>
            <a:off x="10731500" y="6197600"/>
            <a:ext cx="647700" cy="304800"/>
          </a:xfrm>
          <a:prstGeom prst="rect">
            <a:avLst/>
          </a:prstGeom>
        </p:spPr>
      </p:pic>
      <p:sp>
        <p:nvSpPr>
          <p:cNvPr id="12" name="Text 7"/>
          <p:cNvSpPr/>
          <p:nvPr/>
        </p:nvSpPr>
        <p:spPr>
          <a:xfrm>
            <a:off x="1517650" y="6235700"/>
            <a:ext cx="91567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Fila verde = mejoró · blanca = igual (±3 puntos) · roja = empeoró · cambio sobre el total del nodo · 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8F4"/>
        </a:solidFill>
      </p:bgPr>
    </p:bg>
    <p:spTree>
      <p:nvGrpSpPr>
        <p:cNvPr id="1" name=""/>
        <p:cNvGrpSpPr/>
        <p:nvPr/>
      </p:nvGrpSpPr>
      <p:grpSpPr>
        <a:xfrm>
          <a:off x="0" y="0"/>
          <a:ext cx="0" cy="0"/>
          <a:chOff x="0" y="0"/>
          <a:chExt cx="0" cy="0"/>
        </a:xfrm>
      </p:grpSpPr>
      <p:sp>
        <p:nvSpPr>
          <p:cNvPr id="2" name="Text 0"/>
          <p:cNvSpPr/>
          <p:nvPr/>
        </p:nvSpPr>
        <p:spPr>
          <a:xfrm>
            <a:off x="812800" y="711200"/>
            <a:ext cx="2386707" cy="289520"/>
          </a:xfrm>
          <a:custGeom>
            <a:avLst/>
            <a:gdLst/>
            <a:ahLst/>
            <a:cxnLst/>
            <a:rect l="l" t="t" r="r" b="b"/>
            <a:pathLst>
              <a:path w="2386707" h="289520">
                <a:moveTo>
                  <a:pt x="144760" y="0"/>
                </a:moveTo>
                <a:lnTo>
                  <a:pt x="2241947" y="0"/>
                </a:lnTo>
                <a:arcTo hR="144760" wR="144760" stAng="16200000" swAng="5400000"/>
                <a:lnTo>
                  <a:pt x="2386707" y="144760"/>
                </a:lnTo>
                <a:arcTo hR="144760" wR="144760" stAng="0" swAng="5400000"/>
                <a:lnTo>
                  <a:pt x="144760" y="289520"/>
                </a:lnTo>
                <a:arcTo hR="144760" wR="144760" stAng="5400000" swAng="5400000"/>
                <a:lnTo>
                  <a:pt x="0" y="144760"/>
                </a:lnTo>
                <a:arcTo hR="144760" wR="144760" stAng="10800000" swAng="5400000"/>
                <a:close/>
              </a:path>
            </a:pathLst>
          </a:custGeom>
          <a:solidFill>
            <a:srgbClr val="0B5638"/>
          </a:solidFill>
          <a:ln/>
        </p:spPr>
        <p:txBody>
          <a:bodyPr wrap="none" lIns="0" tIns="0" rIns="0" bIns="0" rtlCol="0" anchor="ctr">
            <a:normAutofit/>
          </a:bodyPr>
          <a:lstStyle/>
          <a:p>
            <a:pPr algn="ctr" indent="0" marL="0">
              <a:lnSpc>
                <a:spcPts val="1680"/>
              </a:lnSpc>
              <a:buNone/>
            </a:pPr>
            <a:r>
              <a:rPr lang="en-US" sz="1200" b="1" spc="100" kern="0" dirty="0">
                <a:solidFill>
                  <a:srgbClr val="F1F6F2"/>
                </a:solidFill>
                <a:latin typeface="IBM Plex Sans" pitchFamily="34" charset="0"/>
                <a:ea typeface="IBM Plex Sans" pitchFamily="34" charset="-122"/>
                <a:cs typeface="IBM Plex Sans" pitchFamily="34" charset="-120"/>
              </a:rPr>
              <a:t>DÍA A DÍA · SAN LORENZO</a:t>
            </a:r>
            <a:endParaRPr lang="en-US" sz="1200" dirty="0"/>
          </a:p>
        </p:txBody>
      </p:sp>
      <p:sp>
        <p:nvSpPr>
          <p:cNvPr id="3" name="Text 1"/>
          <p:cNvSpPr/>
          <p:nvPr>
            <p:ph type="title"/>
          </p:nvPr>
        </p:nvSpPr>
        <p:spPr>
          <a:xfrm>
            <a:off x="3326507" y="716260"/>
            <a:ext cx="6991826" cy="304800"/>
          </a:xfrm>
          <a:prstGeom prst="rect">
            <a:avLst/>
          </a:prstGeom>
          <a:noFill/>
          <a:ln/>
        </p:spPr>
        <p:txBody>
          <a:bodyPr wrap="square" lIns="0" tIns="0" rIns="0" bIns="0" rtlCol="0" anchor="t">
            <a:normAutofit/>
          </a:bodyPr>
          <a:lstStyle/>
          <a:p>
            <a:pPr algn="l" indent="0" marL="0">
              <a:lnSpc>
                <a:spcPts val="2200"/>
              </a:lnSpc>
              <a:buNone/>
            </a:pPr>
            <a:r>
              <a:rPr lang="en-US" sz="2000" b="1" i="0" dirty="0">
                <a:solidFill>
                  <a:srgbClr val="14281E"/>
                </a:solidFill>
                <a:latin typeface="IBM Plex Sans" pitchFamily="34" charset="0"/>
                <a:ea typeface="IBM Plex Sans" pitchFamily="34" charset="-122"/>
                <a:cs typeface="IBM Plex Sans" pitchFamily="34" charset="-120"/>
              </a:rPr>
              <a:t>% de camiones leídos por nodo · lun 12 al dom 18</a:t>
            </a:r>
            <a:endParaRPr lang="en-US" sz="2000" dirty="0"/>
          </a:p>
        </p:txBody>
      </p:sp>
      <p:sp>
        <p:nvSpPr>
          <p:cNvPr id="4" name="Text 2"/>
          <p:cNvSpPr/>
          <p:nvPr/>
        </p:nvSpPr>
        <p:spPr>
          <a:xfrm>
            <a:off x="815975" y="1105495"/>
            <a:ext cx="2152650" cy="257770"/>
          </a:xfrm>
          <a:prstGeom prst="rect">
            <a:avLst/>
          </a:prstGeom>
          <a:solidFill>
            <a:srgbClr val="E3ECE5"/>
          </a:solidFill>
          <a:ln w="6350">
            <a:solidFill>
              <a:srgbClr val="B9C6BE"/>
            </a:solidFill>
            <a:prstDash val="solid"/>
          </a:ln>
        </p:spPr>
        <p:txBody>
          <a:bodyPr wrap="square" lIns="66675" tIns="22225" rIns="6096" bIns="0" rtlCol="0" anchor="t">
            <a:normAutofit/>
          </a:bodyPr>
          <a:lstStyle/>
          <a:p>
            <a:pPr algn="l" indent="0" marL="0">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Nodo</a:t>
            </a:r>
            <a:endParaRPr lang="en-US" sz="1200" dirty="0"/>
          </a:p>
        </p:txBody>
      </p:sp>
      <p:sp>
        <p:nvSpPr>
          <p:cNvPr id="5" name="Text 3"/>
          <p:cNvSpPr/>
          <p:nvPr/>
        </p:nvSpPr>
        <p:spPr>
          <a:xfrm>
            <a:off x="2974975" y="1105495"/>
            <a:ext cx="1136650" cy="257770"/>
          </a:xfrm>
          <a:prstGeom prst="rect">
            <a:avLst/>
          </a:prstGeom>
          <a:solidFill>
            <a:srgbClr val="E3ECE5"/>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lun 12</a:t>
            </a:r>
            <a:endParaRPr lang="en-US" sz="1200" dirty="0"/>
          </a:p>
        </p:txBody>
      </p:sp>
      <p:sp>
        <p:nvSpPr>
          <p:cNvPr id="6" name="Text 4"/>
          <p:cNvSpPr/>
          <p:nvPr/>
        </p:nvSpPr>
        <p:spPr>
          <a:xfrm>
            <a:off x="4117975" y="1105495"/>
            <a:ext cx="1136650" cy="257770"/>
          </a:xfrm>
          <a:prstGeom prst="rect">
            <a:avLst/>
          </a:prstGeom>
          <a:solidFill>
            <a:srgbClr val="E3ECE5"/>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mar 13</a:t>
            </a:r>
            <a:endParaRPr lang="en-US" sz="1200" dirty="0"/>
          </a:p>
        </p:txBody>
      </p:sp>
      <p:sp>
        <p:nvSpPr>
          <p:cNvPr id="7" name="Text 5"/>
          <p:cNvSpPr/>
          <p:nvPr/>
        </p:nvSpPr>
        <p:spPr>
          <a:xfrm>
            <a:off x="5260975" y="1105495"/>
            <a:ext cx="1136650" cy="257770"/>
          </a:xfrm>
          <a:prstGeom prst="rect">
            <a:avLst/>
          </a:prstGeom>
          <a:solidFill>
            <a:srgbClr val="E3ECE5"/>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mié 14</a:t>
            </a:r>
            <a:endParaRPr lang="en-US" sz="1200" dirty="0"/>
          </a:p>
        </p:txBody>
      </p:sp>
      <p:sp>
        <p:nvSpPr>
          <p:cNvPr id="8" name="Text 6"/>
          <p:cNvSpPr/>
          <p:nvPr/>
        </p:nvSpPr>
        <p:spPr>
          <a:xfrm>
            <a:off x="6403975" y="1105495"/>
            <a:ext cx="1136650" cy="257770"/>
          </a:xfrm>
          <a:prstGeom prst="rect">
            <a:avLst/>
          </a:prstGeom>
          <a:solidFill>
            <a:srgbClr val="E3ECE5"/>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jue 15</a:t>
            </a:r>
            <a:endParaRPr lang="en-US" sz="1200" dirty="0"/>
          </a:p>
        </p:txBody>
      </p:sp>
      <p:sp>
        <p:nvSpPr>
          <p:cNvPr id="9" name="Text 7"/>
          <p:cNvSpPr/>
          <p:nvPr/>
        </p:nvSpPr>
        <p:spPr>
          <a:xfrm>
            <a:off x="7546975" y="1105495"/>
            <a:ext cx="1136650" cy="257770"/>
          </a:xfrm>
          <a:prstGeom prst="rect">
            <a:avLst/>
          </a:prstGeom>
          <a:solidFill>
            <a:srgbClr val="E3ECE5"/>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vie 16</a:t>
            </a:r>
            <a:endParaRPr lang="en-US" sz="1200" dirty="0"/>
          </a:p>
        </p:txBody>
      </p:sp>
      <p:sp>
        <p:nvSpPr>
          <p:cNvPr id="10" name="Text 8"/>
          <p:cNvSpPr/>
          <p:nvPr/>
        </p:nvSpPr>
        <p:spPr>
          <a:xfrm>
            <a:off x="8689975" y="1105495"/>
            <a:ext cx="1136650" cy="257770"/>
          </a:xfrm>
          <a:prstGeom prst="rect">
            <a:avLst/>
          </a:prstGeom>
          <a:solidFill>
            <a:srgbClr val="E3ECE5"/>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sáb 17</a:t>
            </a:r>
            <a:endParaRPr lang="en-US" sz="1200" dirty="0"/>
          </a:p>
        </p:txBody>
      </p:sp>
      <p:sp>
        <p:nvSpPr>
          <p:cNvPr id="11" name="Text 9"/>
          <p:cNvSpPr/>
          <p:nvPr/>
        </p:nvSpPr>
        <p:spPr>
          <a:xfrm>
            <a:off x="9832975" y="1105495"/>
            <a:ext cx="1136650" cy="257770"/>
          </a:xfrm>
          <a:prstGeom prst="rect">
            <a:avLst/>
          </a:prstGeom>
          <a:solidFill>
            <a:srgbClr val="E3ECE5"/>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dom 18</a:t>
            </a:r>
            <a:endParaRPr lang="en-US" sz="1200" dirty="0"/>
          </a:p>
        </p:txBody>
      </p:sp>
      <p:sp>
        <p:nvSpPr>
          <p:cNvPr id="12" name="Text 10"/>
          <p:cNvSpPr/>
          <p:nvPr/>
        </p:nvSpPr>
        <p:spPr>
          <a:xfrm>
            <a:off x="815975" y="1369616"/>
            <a:ext cx="10153650" cy="270470"/>
          </a:xfrm>
          <a:prstGeom prst="rect">
            <a:avLst/>
          </a:prstGeom>
          <a:solidFill>
            <a:srgbClr val="FFF6DC"/>
          </a:solidFill>
          <a:ln w="6350">
            <a:solidFill>
              <a:srgbClr val="B9C6BE"/>
            </a:solidFill>
            <a:prstDash val="solid"/>
          </a:ln>
        </p:spPr>
        <p:txBody>
          <a:bodyPr wrap="square" lIns="79375" tIns="28575" rIns="0" bIns="3175" rtlCol="0" anchor="t">
            <a:normAutofit/>
          </a:bodyPr>
          <a:lstStyle/>
          <a:p>
            <a:pPr algn="l" indent="0" marL="0">
              <a:lnSpc>
                <a:spcPts val="1680"/>
              </a:lnSpc>
              <a:buNone/>
            </a:pPr>
            <a:r>
              <a:rPr lang="en-US" sz="1200" b="1" dirty="0">
                <a:solidFill>
                  <a:srgbClr val="7A5600"/>
                </a:solidFill>
                <a:latin typeface="IBM Plex Sans" pitchFamily="34" charset="0"/>
                <a:ea typeface="IBM Plex Sans" pitchFamily="34" charset="-122"/>
                <a:cs typeface="IBM Plex Sans" pitchFamily="34" charset="-120"/>
              </a:rPr>
              <a:t>De día · 6 a 18 h</a:t>
            </a:r>
            <a:endParaRPr lang="en-US" sz="1200" dirty="0"/>
          </a:p>
        </p:txBody>
      </p:sp>
      <p:sp>
        <p:nvSpPr>
          <p:cNvPr id="13" name="Text 11"/>
          <p:cNvSpPr/>
          <p:nvPr/>
        </p:nvSpPr>
        <p:spPr>
          <a:xfrm>
            <a:off x="815975" y="1646436"/>
            <a:ext cx="2152650" cy="257770"/>
          </a:xfrm>
          <a:prstGeom prst="rect">
            <a:avLst/>
          </a:prstGeom>
          <a:solidFill>
            <a:srgbClr val="FCFDFB"/>
          </a:solidFill>
          <a:ln w="6350">
            <a:solidFill>
              <a:srgbClr val="B9C6BE"/>
            </a:solidFill>
            <a:prstDash val="solid"/>
          </a:ln>
        </p:spPr>
        <p:txBody>
          <a:bodyPr wrap="square" lIns="66675" tIns="22225" rIns="6096" bIns="0" rtlCol="0" anchor="t">
            <a:normAutofit/>
          </a:bodyPr>
          <a:lstStyle/>
          <a:p>
            <a:pPr algn="l"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Ingreso</a:t>
            </a:r>
            <a:endParaRPr lang="en-US" sz="1200" dirty="0"/>
          </a:p>
        </p:txBody>
      </p:sp>
      <p:sp>
        <p:nvSpPr>
          <p:cNvPr id="14" name="Text 12"/>
          <p:cNvSpPr/>
          <p:nvPr/>
        </p:nvSpPr>
        <p:spPr>
          <a:xfrm>
            <a:off x="2974975" y="1646436"/>
            <a:ext cx="1136650" cy="257770"/>
          </a:xfrm>
          <a:prstGeom prst="rect">
            <a:avLst/>
          </a:prstGeom>
          <a:solidFill>
            <a:srgbClr val="FBF1DC"/>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8A5A00"/>
                </a:solidFill>
                <a:latin typeface="IBM Plex Sans" pitchFamily="34" charset="0"/>
                <a:ea typeface="IBM Plex Sans" pitchFamily="34" charset="-122"/>
                <a:cs typeface="IBM Plex Sans" pitchFamily="34" charset="-120"/>
              </a:rPr>
              <a:t>72</a:t>
            </a:r>
            <a:endParaRPr lang="en-US" sz="1200" dirty="0"/>
          </a:p>
        </p:txBody>
      </p:sp>
      <p:sp>
        <p:nvSpPr>
          <p:cNvPr id="15" name="Text 13"/>
          <p:cNvSpPr/>
          <p:nvPr/>
        </p:nvSpPr>
        <p:spPr>
          <a:xfrm>
            <a:off x="4117975" y="1646436"/>
            <a:ext cx="1136650" cy="257770"/>
          </a:xfrm>
          <a:prstGeom prst="rect">
            <a:avLst/>
          </a:prstGeom>
          <a:solidFill>
            <a:srgbClr val="DCEFE2"/>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94</a:t>
            </a:r>
            <a:endParaRPr lang="en-US" sz="1200" dirty="0"/>
          </a:p>
        </p:txBody>
      </p:sp>
      <p:sp>
        <p:nvSpPr>
          <p:cNvPr id="16" name="Text 14"/>
          <p:cNvSpPr/>
          <p:nvPr/>
        </p:nvSpPr>
        <p:spPr>
          <a:xfrm>
            <a:off x="5260975" y="1646436"/>
            <a:ext cx="1136650" cy="257770"/>
          </a:xfrm>
          <a:prstGeom prst="rect">
            <a:avLst/>
          </a:prstGeom>
          <a:solidFill>
            <a:srgbClr val="DCEFE2"/>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100</a:t>
            </a:r>
            <a:endParaRPr lang="en-US" sz="1200" dirty="0"/>
          </a:p>
        </p:txBody>
      </p:sp>
      <p:sp>
        <p:nvSpPr>
          <p:cNvPr id="17" name="Text 15"/>
          <p:cNvSpPr/>
          <p:nvPr/>
        </p:nvSpPr>
        <p:spPr>
          <a:xfrm>
            <a:off x="6403975" y="1646436"/>
            <a:ext cx="1136650" cy="257770"/>
          </a:xfrm>
          <a:prstGeom prst="rect">
            <a:avLst/>
          </a:prstGeom>
          <a:solidFill>
            <a:srgbClr val="DCEFE2"/>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98</a:t>
            </a:r>
            <a:endParaRPr lang="en-US" sz="1200" dirty="0"/>
          </a:p>
        </p:txBody>
      </p:sp>
      <p:sp>
        <p:nvSpPr>
          <p:cNvPr id="18" name="Text 16"/>
          <p:cNvSpPr/>
          <p:nvPr/>
        </p:nvSpPr>
        <p:spPr>
          <a:xfrm>
            <a:off x="7546975" y="1646436"/>
            <a:ext cx="1136650" cy="257770"/>
          </a:xfrm>
          <a:prstGeom prst="rect">
            <a:avLst/>
          </a:prstGeom>
          <a:solidFill>
            <a:srgbClr val="DCEFE2"/>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100</a:t>
            </a:r>
            <a:endParaRPr lang="en-US" sz="1200" dirty="0"/>
          </a:p>
        </p:txBody>
      </p:sp>
      <p:sp>
        <p:nvSpPr>
          <p:cNvPr id="19" name="Text 17"/>
          <p:cNvSpPr/>
          <p:nvPr/>
        </p:nvSpPr>
        <p:spPr>
          <a:xfrm>
            <a:off x="8689975" y="1646436"/>
            <a:ext cx="1136650" cy="257770"/>
          </a:xfrm>
          <a:prstGeom prst="rect">
            <a:avLst/>
          </a:prstGeom>
          <a:solidFill>
            <a:srgbClr val="DCEFE2"/>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96</a:t>
            </a:r>
            <a:endParaRPr lang="en-US" sz="1200" dirty="0"/>
          </a:p>
        </p:txBody>
      </p:sp>
      <p:sp>
        <p:nvSpPr>
          <p:cNvPr id="20" name="Text 18"/>
          <p:cNvSpPr/>
          <p:nvPr/>
        </p:nvSpPr>
        <p:spPr>
          <a:xfrm>
            <a:off x="9832975" y="1646436"/>
            <a:ext cx="1136650" cy="257770"/>
          </a:xfrm>
          <a:prstGeom prst="rect">
            <a:avLst/>
          </a:prstGeom>
          <a:solidFill>
            <a:srgbClr val="DCEFE2"/>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100</a:t>
            </a:r>
            <a:endParaRPr lang="en-US" sz="1200" dirty="0"/>
          </a:p>
        </p:txBody>
      </p:sp>
      <p:sp>
        <p:nvSpPr>
          <p:cNvPr id="21" name="Text 19"/>
          <p:cNvSpPr/>
          <p:nvPr/>
        </p:nvSpPr>
        <p:spPr>
          <a:xfrm>
            <a:off x="815975" y="1910556"/>
            <a:ext cx="2152650" cy="257770"/>
          </a:xfrm>
          <a:prstGeom prst="rect">
            <a:avLst/>
          </a:prstGeom>
          <a:solidFill>
            <a:srgbClr val="FCFDFB"/>
          </a:solidFill>
          <a:ln w="6350">
            <a:solidFill>
              <a:srgbClr val="B9C6BE"/>
            </a:solidFill>
            <a:prstDash val="solid"/>
          </a:ln>
        </p:spPr>
        <p:txBody>
          <a:bodyPr wrap="square" lIns="66675" tIns="22225" rIns="6096" bIns="0" rtlCol="0" anchor="t">
            <a:normAutofit/>
          </a:bodyPr>
          <a:lstStyle/>
          <a:p>
            <a:pPr algn="l"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Balanza ingreso</a:t>
            </a:r>
            <a:endParaRPr lang="en-US" sz="1200" dirty="0"/>
          </a:p>
        </p:txBody>
      </p:sp>
      <p:sp>
        <p:nvSpPr>
          <p:cNvPr id="22" name="Text 20"/>
          <p:cNvSpPr/>
          <p:nvPr/>
        </p:nvSpPr>
        <p:spPr>
          <a:xfrm>
            <a:off x="2974975" y="1910556"/>
            <a:ext cx="1136650" cy="257770"/>
          </a:xfrm>
          <a:prstGeom prst="rect">
            <a:avLst/>
          </a:prstGeom>
          <a:solidFill>
            <a:srgbClr val="DCEFE2"/>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100</a:t>
            </a:r>
            <a:endParaRPr lang="en-US" sz="1200" dirty="0"/>
          </a:p>
        </p:txBody>
      </p:sp>
      <p:sp>
        <p:nvSpPr>
          <p:cNvPr id="23" name="Text 21"/>
          <p:cNvSpPr/>
          <p:nvPr/>
        </p:nvSpPr>
        <p:spPr>
          <a:xfrm>
            <a:off x="4117975" y="1910556"/>
            <a:ext cx="1136650" cy="257770"/>
          </a:xfrm>
          <a:prstGeom prst="rect">
            <a:avLst/>
          </a:prstGeom>
          <a:solidFill>
            <a:srgbClr val="DCEFE2"/>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97</a:t>
            </a:r>
            <a:endParaRPr lang="en-US" sz="1200" dirty="0"/>
          </a:p>
        </p:txBody>
      </p:sp>
      <p:sp>
        <p:nvSpPr>
          <p:cNvPr id="24" name="Text 22"/>
          <p:cNvSpPr/>
          <p:nvPr/>
        </p:nvSpPr>
        <p:spPr>
          <a:xfrm>
            <a:off x="5260975" y="1910556"/>
            <a:ext cx="1136650" cy="257770"/>
          </a:xfrm>
          <a:prstGeom prst="rect">
            <a:avLst/>
          </a:prstGeom>
          <a:solidFill>
            <a:srgbClr val="DCEFE2"/>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100</a:t>
            </a:r>
            <a:endParaRPr lang="en-US" sz="1200" dirty="0"/>
          </a:p>
        </p:txBody>
      </p:sp>
      <p:sp>
        <p:nvSpPr>
          <p:cNvPr id="25" name="Text 23"/>
          <p:cNvSpPr/>
          <p:nvPr/>
        </p:nvSpPr>
        <p:spPr>
          <a:xfrm>
            <a:off x="6403975" y="1910556"/>
            <a:ext cx="1136650" cy="257770"/>
          </a:xfrm>
          <a:prstGeom prst="rect">
            <a:avLst/>
          </a:prstGeom>
          <a:solidFill>
            <a:srgbClr val="DCEFE2"/>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98</a:t>
            </a:r>
            <a:endParaRPr lang="en-US" sz="1200" dirty="0"/>
          </a:p>
        </p:txBody>
      </p:sp>
      <p:sp>
        <p:nvSpPr>
          <p:cNvPr id="26" name="Text 24"/>
          <p:cNvSpPr/>
          <p:nvPr/>
        </p:nvSpPr>
        <p:spPr>
          <a:xfrm>
            <a:off x="7546975" y="1910556"/>
            <a:ext cx="1136650" cy="257770"/>
          </a:xfrm>
          <a:prstGeom prst="rect">
            <a:avLst/>
          </a:prstGeom>
          <a:solidFill>
            <a:srgbClr val="DCEFE2"/>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100</a:t>
            </a:r>
            <a:endParaRPr lang="en-US" sz="1200" dirty="0"/>
          </a:p>
        </p:txBody>
      </p:sp>
      <p:sp>
        <p:nvSpPr>
          <p:cNvPr id="27" name="Text 25"/>
          <p:cNvSpPr/>
          <p:nvPr/>
        </p:nvSpPr>
        <p:spPr>
          <a:xfrm>
            <a:off x="8689975" y="1910556"/>
            <a:ext cx="1136650" cy="257770"/>
          </a:xfrm>
          <a:prstGeom prst="rect">
            <a:avLst/>
          </a:prstGeom>
          <a:solidFill>
            <a:srgbClr val="DCEFE2"/>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96</a:t>
            </a:r>
            <a:endParaRPr lang="en-US" sz="1200" dirty="0"/>
          </a:p>
        </p:txBody>
      </p:sp>
      <p:sp>
        <p:nvSpPr>
          <p:cNvPr id="28" name="Text 26"/>
          <p:cNvSpPr/>
          <p:nvPr/>
        </p:nvSpPr>
        <p:spPr>
          <a:xfrm>
            <a:off x="9832975" y="1910556"/>
            <a:ext cx="1136650" cy="257770"/>
          </a:xfrm>
          <a:prstGeom prst="rect">
            <a:avLst/>
          </a:prstGeom>
          <a:solidFill>
            <a:srgbClr val="DCEFE2"/>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91</a:t>
            </a:r>
            <a:endParaRPr lang="en-US" sz="1200" dirty="0"/>
          </a:p>
        </p:txBody>
      </p:sp>
      <p:sp>
        <p:nvSpPr>
          <p:cNvPr id="29" name="Text 27"/>
          <p:cNvSpPr/>
          <p:nvPr/>
        </p:nvSpPr>
        <p:spPr>
          <a:xfrm>
            <a:off x="815975" y="2174677"/>
            <a:ext cx="2152650" cy="257770"/>
          </a:xfrm>
          <a:prstGeom prst="rect">
            <a:avLst/>
          </a:prstGeom>
          <a:solidFill>
            <a:srgbClr val="FCFDFB"/>
          </a:solidFill>
          <a:ln w="6350">
            <a:solidFill>
              <a:srgbClr val="B9C6BE"/>
            </a:solidFill>
            <a:prstDash val="solid"/>
          </a:ln>
        </p:spPr>
        <p:txBody>
          <a:bodyPr wrap="square" lIns="66675" tIns="22225" rIns="6096" bIns="0" rtlCol="0" anchor="t">
            <a:normAutofit/>
          </a:bodyPr>
          <a:lstStyle/>
          <a:p>
            <a:pPr algn="l"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Carga OSL</a:t>
            </a:r>
            <a:endParaRPr lang="en-US" sz="1200" dirty="0"/>
          </a:p>
        </p:txBody>
      </p:sp>
      <p:sp>
        <p:nvSpPr>
          <p:cNvPr id="30" name="Text 28"/>
          <p:cNvSpPr/>
          <p:nvPr/>
        </p:nvSpPr>
        <p:spPr>
          <a:xfrm>
            <a:off x="2974975" y="2174677"/>
            <a:ext cx="1136650" cy="257770"/>
          </a:xfrm>
          <a:prstGeom prst="rect">
            <a:avLst/>
          </a:prstGeom>
          <a:solidFill>
            <a:srgbClr val="DCEFE2"/>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86</a:t>
            </a:r>
            <a:endParaRPr lang="en-US" sz="1200" dirty="0"/>
          </a:p>
        </p:txBody>
      </p:sp>
      <p:sp>
        <p:nvSpPr>
          <p:cNvPr id="31" name="Text 29"/>
          <p:cNvSpPr/>
          <p:nvPr/>
        </p:nvSpPr>
        <p:spPr>
          <a:xfrm>
            <a:off x="4117975" y="2174677"/>
            <a:ext cx="1136650" cy="257770"/>
          </a:xfrm>
          <a:prstGeom prst="rect">
            <a:avLst/>
          </a:prstGeom>
          <a:solidFill>
            <a:srgbClr val="FBF1DC"/>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8A5A00"/>
                </a:solidFill>
                <a:latin typeface="IBM Plex Sans" pitchFamily="34" charset="0"/>
                <a:ea typeface="IBM Plex Sans" pitchFamily="34" charset="-122"/>
                <a:cs typeface="IBM Plex Sans" pitchFamily="34" charset="-120"/>
              </a:rPr>
              <a:t>78</a:t>
            </a:r>
            <a:endParaRPr lang="en-US" sz="1200" dirty="0"/>
          </a:p>
        </p:txBody>
      </p:sp>
      <p:sp>
        <p:nvSpPr>
          <p:cNvPr id="32" name="Text 30"/>
          <p:cNvSpPr/>
          <p:nvPr/>
        </p:nvSpPr>
        <p:spPr>
          <a:xfrm>
            <a:off x="5260975" y="2174677"/>
            <a:ext cx="1136650" cy="257770"/>
          </a:xfrm>
          <a:prstGeom prst="rect">
            <a:avLst/>
          </a:prstGeom>
          <a:solidFill>
            <a:srgbClr val="FBF1DC"/>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8A5A00"/>
                </a:solidFill>
                <a:latin typeface="IBM Plex Sans" pitchFamily="34" charset="0"/>
                <a:ea typeface="IBM Plex Sans" pitchFamily="34" charset="-122"/>
                <a:cs typeface="IBM Plex Sans" pitchFamily="34" charset="-120"/>
              </a:rPr>
              <a:t>71</a:t>
            </a:r>
            <a:endParaRPr lang="en-US" sz="1200" dirty="0"/>
          </a:p>
        </p:txBody>
      </p:sp>
      <p:sp>
        <p:nvSpPr>
          <p:cNvPr id="33" name="Text 31"/>
          <p:cNvSpPr/>
          <p:nvPr/>
        </p:nvSpPr>
        <p:spPr>
          <a:xfrm>
            <a:off x="6403975" y="2174677"/>
            <a:ext cx="1136650" cy="257770"/>
          </a:xfrm>
          <a:prstGeom prst="rect">
            <a:avLst/>
          </a:prstGeom>
          <a:solidFill>
            <a:srgbClr val="DCEFE2"/>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92</a:t>
            </a:r>
            <a:endParaRPr lang="en-US" sz="1200" dirty="0"/>
          </a:p>
        </p:txBody>
      </p:sp>
      <p:sp>
        <p:nvSpPr>
          <p:cNvPr id="34" name="Text 32"/>
          <p:cNvSpPr/>
          <p:nvPr/>
        </p:nvSpPr>
        <p:spPr>
          <a:xfrm>
            <a:off x="7546975" y="2174677"/>
            <a:ext cx="1136650" cy="257770"/>
          </a:xfrm>
          <a:prstGeom prst="rect">
            <a:avLst/>
          </a:prstGeom>
          <a:solidFill>
            <a:srgbClr val="F9E1DE"/>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B3261E"/>
                </a:solidFill>
                <a:latin typeface="IBM Plex Sans" pitchFamily="34" charset="0"/>
                <a:ea typeface="IBM Plex Sans" pitchFamily="34" charset="-122"/>
                <a:cs typeface="IBM Plex Sans" pitchFamily="34" charset="-120"/>
              </a:rPr>
              <a:t>62</a:t>
            </a:r>
            <a:endParaRPr lang="en-US" sz="1200" dirty="0"/>
          </a:p>
        </p:txBody>
      </p:sp>
      <p:sp>
        <p:nvSpPr>
          <p:cNvPr id="35" name="Text 33"/>
          <p:cNvSpPr/>
          <p:nvPr/>
        </p:nvSpPr>
        <p:spPr>
          <a:xfrm>
            <a:off x="8689975" y="2174677"/>
            <a:ext cx="1136650" cy="257770"/>
          </a:xfrm>
          <a:prstGeom prst="rect">
            <a:avLst/>
          </a:prstGeom>
          <a:solidFill>
            <a:srgbClr val="FCFDFB"/>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9AA59E"/>
                </a:solidFill>
                <a:latin typeface="IBM Plex Sans" pitchFamily="34" charset="0"/>
                <a:ea typeface="IBM Plex Sans" pitchFamily="34" charset="-122"/>
                <a:cs typeface="IBM Plex Sans" pitchFamily="34" charset="-120"/>
              </a:rPr>
              <a:t>0</a:t>
            </a:r>
            <a:endParaRPr lang="en-US" sz="1200" dirty="0"/>
          </a:p>
        </p:txBody>
      </p:sp>
      <p:sp>
        <p:nvSpPr>
          <p:cNvPr id="36" name="Text 34"/>
          <p:cNvSpPr/>
          <p:nvPr/>
        </p:nvSpPr>
        <p:spPr>
          <a:xfrm>
            <a:off x="9832975" y="2174677"/>
            <a:ext cx="1136650" cy="257770"/>
          </a:xfrm>
          <a:prstGeom prst="rect">
            <a:avLst/>
          </a:prstGeom>
          <a:solidFill>
            <a:srgbClr val="FCFDFB"/>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9AA59E"/>
                </a:solidFill>
                <a:latin typeface="IBM Plex Sans" pitchFamily="34" charset="0"/>
                <a:ea typeface="IBM Plex Sans" pitchFamily="34" charset="-122"/>
                <a:cs typeface="IBM Plex Sans" pitchFamily="34" charset="-120"/>
              </a:rPr>
              <a:t>0</a:t>
            </a:r>
            <a:endParaRPr lang="en-US" sz="1200" dirty="0"/>
          </a:p>
        </p:txBody>
      </p:sp>
      <p:sp>
        <p:nvSpPr>
          <p:cNvPr id="37" name="Text 35"/>
          <p:cNvSpPr/>
          <p:nvPr/>
        </p:nvSpPr>
        <p:spPr>
          <a:xfrm>
            <a:off x="815975" y="2438797"/>
            <a:ext cx="2152650" cy="257770"/>
          </a:xfrm>
          <a:prstGeom prst="rect">
            <a:avLst/>
          </a:prstGeom>
          <a:solidFill>
            <a:srgbClr val="FCFDFB"/>
          </a:solidFill>
          <a:ln w="6350">
            <a:solidFill>
              <a:srgbClr val="B9C6BE"/>
            </a:solidFill>
            <a:prstDash val="solid"/>
          </a:ln>
        </p:spPr>
        <p:txBody>
          <a:bodyPr wrap="square" lIns="66675" tIns="22225" rIns="6096" bIns="0" rtlCol="0" anchor="t">
            <a:normAutofit/>
          </a:bodyPr>
          <a:lstStyle/>
          <a:p>
            <a:pPr algn="l"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Volcables</a:t>
            </a:r>
            <a:endParaRPr lang="en-US" sz="1200" dirty="0"/>
          </a:p>
        </p:txBody>
      </p:sp>
      <p:sp>
        <p:nvSpPr>
          <p:cNvPr id="38" name="Text 36"/>
          <p:cNvSpPr/>
          <p:nvPr/>
        </p:nvSpPr>
        <p:spPr>
          <a:xfrm>
            <a:off x="2974975" y="2438797"/>
            <a:ext cx="1136650" cy="257770"/>
          </a:xfrm>
          <a:prstGeom prst="rect">
            <a:avLst/>
          </a:prstGeom>
          <a:solidFill>
            <a:srgbClr val="FCFDFB"/>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9AA59E"/>
                </a:solidFill>
                <a:latin typeface="IBM Plex Sans" pitchFamily="34" charset="0"/>
                <a:ea typeface="IBM Plex Sans" pitchFamily="34" charset="-122"/>
                <a:cs typeface="IBM Plex Sans" pitchFamily="34" charset="-120"/>
              </a:rPr>
              <a:t>67</a:t>
            </a:r>
            <a:endParaRPr lang="en-US" sz="1200" dirty="0"/>
          </a:p>
        </p:txBody>
      </p:sp>
      <p:sp>
        <p:nvSpPr>
          <p:cNvPr id="39" name="Text 37"/>
          <p:cNvSpPr/>
          <p:nvPr/>
        </p:nvSpPr>
        <p:spPr>
          <a:xfrm>
            <a:off x="4117975" y="2438797"/>
            <a:ext cx="1136650" cy="257770"/>
          </a:xfrm>
          <a:prstGeom prst="rect">
            <a:avLst/>
          </a:prstGeom>
          <a:solidFill>
            <a:srgbClr val="DCEFE2"/>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93</a:t>
            </a:r>
            <a:endParaRPr lang="en-US" sz="1200" dirty="0"/>
          </a:p>
        </p:txBody>
      </p:sp>
      <p:sp>
        <p:nvSpPr>
          <p:cNvPr id="40" name="Text 38"/>
          <p:cNvSpPr/>
          <p:nvPr/>
        </p:nvSpPr>
        <p:spPr>
          <a:xfrm>
            <a:off x="5260975" y="2438797"/>
            <a:ext cx="1136650" cy="257770"/>
          </a:xfrm>
          <a:prstGeom prst="rect">
            <a:avLst/>
          </a:prstGeom>
          <a:solidFill>
            <a:srgbClr val="DCEFE2"/>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100</a:t>
            </a:r>
            <a:endParaRPr lang="en-US" sz="1200" dirty="0"/>
          </a:p>
        </p:txBody>
      </p:sp>
      <p:sp>
        <p:nvSpPr>
          <p:cNvPr id="41" name="Text 39"/>
          <p:cNvSpPr/>
          <p:nvPr/>
        </p:nvSpPr>
        <p:spPr>
          <a:xfrm>
            <a:off x="6403975" y="2438797"/>
            <a:ext cx="1136650" cy="257770"/>
          </a:xfrm>
          <a:prstGeom prst="rect">
            <a:avLst/>
          </a:prstGeom>
          <a:solidFill>
            <a:srgbClr val="FCFDFB"/>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9AA59E"/>
                </a:solidFill>
                <a:latin typeface="IBM Plex Sans" pitchFamily="34" charset="0"/>
                <a:ea typeface="IBM Plex Sans" pitchFamily="34" charset="-122"/>
                <a:cs typeface="IBM Plex Sans" pitchFamily="34" charset="-120"/>
              </a:rPr>
              <a:t>–</a:t>
            </a:r>
            <a:endParaRPr lang="en-US" sz="1200" dirty="0"/>
          </a:p>
        </p:txBody>
      </p:sp>
      <p:sp>
        <p:nvSpPr>
          <p:cNvPr id="42" name="Text 40"/>
          <p:cNvSpPr/>
          <p:nvPr/>
        </p:nvSpPr>
        <p:spPr>
          <a:xfrm>
            <a:off x="7546975" y="2438797"/>
            <a:ext cx="1136650" cy="257770"/>
          </a:xfrm>
          <a:prstGeom prst="rect">
            <a:avLst/>
          </a:prstGeom>
          <a:solidFill>
            <a:srgbClr val="DCEFE2"/>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96</a:t>
            </a:r>
            <a:endParaRPr lang="en-US" sz="1200" dirty="0"/>
          </a:p>
        </p:txBody>
      </p:sp>
      <p:sp>
        <p:nvSpPr>
          <p:cNvPr id="43" name="Text 41"/>
          <p:cNvSpPr/>
          <p:nvPr/>
        </p:nvSpPr>
        <p:spPr>
          <a:xfrm>
            <a:off x="8689975" y="2438797"/>
            <a:ext cx="1136650" cy="257770"/>
          </a:xfrm>
          <a:prstGeom prst="rect">
            <a:avLst/>
          </a:prstGeom>
          <a:solidFill>
            <a:srgbClr val="DCEFE2"/>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100</a:t>
            </a:r>
            <a:endParaRPr lang="en-US" sz="1200" dirty="0"/>
          </a:p>
        </p:txBody>
      </p:sp>
      <p:sp>
        <p:nvSpPr>
          <p:cNvPr id="44" name="Text 42"/>
          <p:cNvSpPr/>
          <p:nvPr/>
        </p:nvSpPr>
        <p:spPr>
          <a:xfrm>
            <a:off x="9832975" y="2438797"/>
            <a:ext cx="1136650" cy="257770"/>
          </a:xfrm>
          <a:prstGeom prst="rect">
            <a:avLst/>
          </a:prstGeom>
          <a:solidFill>
            <a:srgbClr val="FCFDFB"/>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9AA59E"/>
                </a:solidFill>
                <a:latin typeface="IBM Plex Sans" pitchFamily="34" charset="0"/>
                <a:ea typeface="IBM Plex Sans" pitchFamily="34" charset="-122"/>
                <a:cs typeface="IBM Plex Sans" pitchFamily="34" charset="-120"/>
              </a:rPr>
              <a:t>–</a:t>
            </a:r>
            <a:endParaRPr lang="en-US" sz="1200" dirty="0"/>
          </a:p>
        </p:txBody>
      </p:sp>
      <p:sp>
        <p:nvSpPr>
          <p:cNvPr id="45" name="Text 43"/>
          <p:cNvSpPr/>
          <p:nvPr/>
        </p:nvSpPr>
        <p:spPr>
          <a:xfrm>
            <a:off x="815975" y="2702917"/>
            <a:ext cx="2152650" cy="257770"/>
          </a:xfrm>
          <a:prstGeom prst="rect">
            <a:avLst/>
          </a:prstGeom>
          <a:solidFill>
            <a:srgbClr val="FCFDFB"/>
          </a:solidFill>
          <a:ln w="6350">
            <a:solidFill>
              <a:srgbClr val="B9C6BE"/>
            </a:solidFill>
            <a:prstDash val="solid"/>
          </a:ln>
        </p:spPr>
        <p:txBody>
          <a:bodyPr wrap="square" lIns="66675" tIns="22225" rIns="6096" bIns="0" rtlCol="0" anchor="t">
            <a:normAutofit/>
          </a:bodyPr>
          <a:lstStyle/>
          <a:p>
            <a:pPr algn="l"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Balanza egreso</a:t>
            </a:r>
            <a:endParaRPr lang="en-US" sz="1200" dirty="0"/>
          </a:p>
        </p:txBody>
      </p:sp>
      <p:sp>
        <p:nvSpPr>
          <p:cNvPr id="46" name="Text 44"/>
          <p:cNvSpPr/>
          <p:nvPr/>
        </p:nvSpPr>
        <p:spPr>
          <a:xfrm>
            <a:off x="2974975" y="2702917"/>
            <a:ext cx="1136650" cy="257770"/>
          </a:xfrm>
          <a:prstGeom prst="rect">
            <a:avLst/>
          </a:prstGeom>
          <a:solidFill>
            <a:srgbClr val="DCEFE2"/>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100</a:t>
            </a:r>
            <a:endParaRPr lang="en-US" sz="1200" dirty="0"/>
          </a:p>
        </p:txBody>
      </p:sp>
      <p:sp>
        <p:nvSpPr>
          <p:cNvPr id="47" name="Text 45"/>
          <p:cNvSpPr/>
          <p:nvPr/>
        </p:nvSpPr>
        <p:spPr>
          <a:xfrm>
            <a:off x="4117975" y="2702917"/>
            <a:ext cx="1136650" cy="257770"/>
          </a:xfrm>
          <a:prstGeom prst="rect">
            <a:avLst/>
          </a:prstGeom>
          <a:solidFill>
            <a:srgbClr val="DCEFE2"/>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97</a:t>
            </a:r>
            <a:endParaRPr lang="en-US" sz="1200" dirty="0"/>
          </a:p>
        </p:txBody>
      </p:sp>
      <p:sp>
        <p:nvSpPr>
          <p:cNvPr id="48" name="Text 46"/>
          <p:cNvSpPr/>
          <p:nvPr/>
        </p:nvSpPr>
        <p:spPr>
          <a:xfrm>
            <a:off x="5260975" y="2702917"/>
            <a:ext cx="1136650" cy="257770"/>
          </a:xfrm>
          <a:prstGeom prst="rect">
            <a:avLst/>
          </a:prstGeom>
          <a:solidFill>
            <a:srgbClr val="DCEFE2"/>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100</a:t>
            </a:r>
            <a:endParaRPr lang="en-US" sz="1200" dirty="0"/>
          </a:p>
        </p:txBody>
      </p:sp>
      <p:sp>
        <p:nvSpPr>
          <p:cNvPr id="49" name="Text 47"/>
          <p:cNvSpPr/>
          <p:nvPr/>
        </p:nvSpPr>
        <p:spPr>
          <a:xfrm>
            <a:off x="6403975" y="2702917"/>
            <a:ext cx="1136650" cy="257770"/>
          </a:xfrm>
          <a:prstGeom prst="rect">
            <a:avLst/>
          </a:prstGeom>
          <a:solidFill>
            <a:srgbClr val="DCEFE2"/>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100</a:t>
            </a:r>
            <a:endParaRPr lang="en-US" sz="1200" dirty="0"/>
          </a:p>
        </p:txBody>
      </p:sp>
      <p:sp>
        <p:nvSpPr>
          <p:cNvPr id="50" name="Text 48"/>
          <p:cNvSpPr/>
          <p:nvPr/>
        </p:nvSpPr>
        <p:spPr>
          <a:xfrm>
            <a:off x="7546975" y="2702917"/>
            <a:ext cx="1136650" cy="257770"/>
          </a:xfrm>
          <a:prstGeom prst="rect">
            <a:avLst/>
          </a:prstGeom>
          <a:solidFill>
            <a:srgbClr val="DCEFE2"/>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98</a:t>
            </a:r>
            <a:endParaRPr lang="en-US" sz="1200" dirty="0"/>
          </a:p>
        </p:txBody>
      </p:sp>
      <p:sp>
        <p:nvSpPr>
          <p:cNvPr id="51" name="Text 49"/>
          <p:cNvSpPr/>
          <p:nvPr/>
        </p:nvSpPr>
        <p:spPr>
          <a:xfrm>
            <a:off x="8689975" y="2702917"/>
            <a:ext cx="1136650" cy="257770"/>
          </a:xfrm>
          <a:prstGeom prst="rect">
            <a:avLst/>
          </a:prstGeom>
          <a:solidFill>
            <a:srgbClr val="DCEFE2"/>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96</a:t>
            </a:r>
            <a:endParaRPr lang="en-US" sz="1200" dirty="0"/>
          </a:p>
        </p:txBody>
      </p:sp>
      <p:sp>
        <p:nvSpPr>
          <p:cNvPr id="52" name="Text 50"/>
          <p:cNvSpPr/>
          <p:nvPr/>
        </p:nvSpPr>
        <p:spPr>
          <a:xfrm>
            <a:off x="9832975" y="2702917"/>
            <a:ext cx="1136650" cy="257770"/>
          </a:xfrm>
          <a:prstGeom prst="rect">
            <a:avLst/>
          </a:prstGeom>
          <a:solidFill>
            <a:srgbClr val="DCEFE2"/>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100</a:t>
            </a:r>
            <a:endParaRPr lang="en-US" sz="1200" dirty="0"/>
          </a:p>
        </p:txBody>
      </p:sp>
      <p:sp>
        <p:nvSpPr>
          <p:cNvPr id="53" name="Text 51"/>
          <p:cNvSpPr/>
          <p:nvPr/>
        </p:nvSpPr>
        <p:spPr>
          <a:xfrm>
            <a:off x="815975" y="2967038"/>
            <a:ext cx="2152650" cy="257770"/>
          </a:xfrm>
          <a:prstGeom prst="rect">
            <a:avLst/>
          </a:prstGeom>
          <a:solidFill>
            <a:srgbClr val="FCFDFB"/>
          </a:solidFill>
          <a:ln w="6350">
            <a:solidFill>
              <a:srgbClr val="B9C6BE"/>
            </a:solidFill>
            <a:prstDash val="solid"/>
          </a:ln>
        </p:spPr>
        <p:txBody>
          <a:bodyPr wrap="square" lIns="66675" tIns="22225" rIns="6096" bIns="0" rtlCol="0" anchor="t">
            <a:normAutofit/>
          </a:bodyPr>
          <a:lstStyle/>
          <a:p>
            <a:pPr algn="l"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Egreso</a:t>
            </a:r>
            <a:endParaRPr lang="en-US" sz="1200" dirty="0"/>
          </a:p>
        </p:txBody>
      </p:sp>
      <p:sp>
        <p:nvSpPr>
          <p:cNvPr id="54" name="Text 52"/>
          <p:cNvSpPr/>
          <p:nvPr/>
        </p:nvSpPr>
        <p:spPr>
          <a:xfrm>
            <a:off x="2974975" y="2967038"/>
            <a:ext cx="1136650" cy="257770"/>
          </a:xfrm>
          <a:prstGeom prst="rect">
            <a:avLst/>
          </a:prstGeom>
          <a:solidFill>
            <a:srgbClr val="DCEFE2"/>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100</a:t>
            </a:r>
            <a:endParaRPr lang="en-US" sz="1200" dirty="0"/>
          </a:p>
        </p:txBody>
      </p:sp>
      <p:sp>
        <p:nvSpPr>
          <p:cNvPr id="55" name="Text 53"/>
          <p:cNvSpPr/>
          <p:nvPr/>
        </p:nvSpPr>
        <p:spPr>
          <a:xfrm>
            <a:off x="4117975" y="2967038"/>
            <a:ext cx="1136650" cy="257770"/>
          </a:xfrm>
          <a:prstGeom prst="rect">
            <a:avLst/>
          </a:prstGeom>
          <a:solidFill>
            <a:srgbClr val="DCEFE2"/>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97</a:t>
            </a:r>
            <a:endParaRPr lang="en-US" sz="1200" dirty="0"/>
          </a:p>
        </p:txBody>
      </p:sp>
      <p:sp>
        <p:nvSpPr>
          <p:cNvPr id="56" name="Text 54"/>
          <p:cNvSpPr/>
          <p:nvPr/>
        </p:nvSpPr>
        <p:spPr>
          <a:xfrm>
            <a:off x="5260975" y="2967038"/>
            <a:ext cx="1136650" cy="257770"/>
          </a:xfrm>
          <a:prstGeom prst="rect">
            <a:avLst/>
          </a:prstGeom>
          <a:solidFill>
            <a:srgbClr val="DCEFE2"/>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100</a:t>
            </a:r>
            <a:endParaRPr lang="en-US" sz="1200" dirty="0"/>
          </a:p>
        </p:txBody>
      </p:sp>
      <p:sp>
        <p:nvSpPr>
          <p:cNvPr id="57" name="Text 55"/>
          <p:cNvSpPr/>
          <p:nvPr/>
        </p:nvSpPr>
        <p:spPr>
          <a:xfrm>
            <a:off x="6403975" y="2967038"/>
            <a:ext cx="1136650" cy="257770"/>
          </a:xfrm>
          <a:prstGeom prst="rect">
            <a:avLst/>
          </a:prstGeom>
          <a:solidFill>
            <a:srgbClr val="DCEFE2"/>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96</a:t>
            </a:r>
            <a:endParaRPr lang="en-US" sz="1200" dirty="0"/>
          </a:p>
        </p:txBody>
      </p:sp>
      <p:sp>
        <p:nvSpPr>
          <p:cNvPr id="58" name="Text 56"/>
          <p:cNvSpPr/>
          <p:nvPr/>
        </p:nvSpPr>
        <p:spPr>
          <a:xfrm>
            <a:off x="7546975" y="2967038"/>
            <a:ext cx="1136650" cy="257770"/>
          </a:xfrm>
          <a:prstGeom prst="rect">
            <a:avLst/>
          </a:prstGeom>
          <a:solidFill>
            <a:srgbClr val="DCEFE2"/>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95</a:t>
            </a:r>
            <a:endParaRPr lang="en-US" sz="1200" dirty="0"/>
          </a:p>
        </p:txBody>
      </p:sp>
      <p:sp>
        <p:nvSpPr>
          <p:cNvPr id="59" name="Text 57"/>
          <p:cNvSpPr/>
          <p:nvPr/>
        </p:nvSpPr>
        <p:spPr>
          <a:xfrm>
            <a:off x="8689975" y="2967038"/>
            <a:ext cx="1136650" cy="257770"/>
          </a:xfrm>
          <a:prstGeom prst="rect">
            <a:avLst/>
          </a:prstGeom>
          <a:solidFill>
            <a:srgbClr val="DCEFE2"/>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100</a:t>
            </a:r>
            <a:endParaRPr lang="en-US" sz="1200" dirty="0"/>
          </a:p>
        </p:txBody>
      </p:sp>
      <p:sp>
        <p:nvSpPr>
          <p:cNvPr id="60" name="Text 58"/>
          <p:cNvSpPr/>
          <p:nvPr/>
        </p:nvSpPr>
        <p:spPr>
          <a:xfrm>
            <a:off x="9832975" y="2967038"/>
            <a:ext cx="1136650" cy="257770"/>
          </a:xfrm>
          <a:prstGeom prst="rect">
            <a:avLst/>
          </a:prstGeom>
          <a:solidFill>
            <a:srgbClr val="DCEFE2"/>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100</a:t>
            </a:r>
            <a:endParaRPr lang="en-US" sz="1200" dirty="0"/>
          </a:p>
        </p:txBody>
      </p:sp>
      <p:sp>
        <p:nvSpPr>
          <p:cNvPr id="61" name="Text 59"/>
          <p:cNvSpPr/>
          <p:nvPr/>
        </p:nvSpPr>
        <p:spPr>
          <a:xfrm>
            <a:off x="815975" y="3231158"/>
            <a:ext cx="10153650" cy="270470"/>
          </a:xfrm>
          <a:prstGeom prst="rect">
            <a:avLst/>
          </a:prstGeom>
          <a:solidFill>
            <a:srgbClr val="E6E1F0"/>
          </a:solidFill>
          <a:ln w="6350">
            <a:solidFill>
              <a:srgbClr val="B9C6BE"/>
            </a:solidFill>
            <a:prstDash val="solid"/>
          </a:ln>
        </p:spPr>
        <p:txBody>
          <a:bodyPr wrap="square" lIns="79375" tIns="28575" rIns="0" bIns="3175" rtlCol="0" anchor="t">
            <a:normAutofit/>
          </a:bodyPr>
          <a:lstStyle/>
          <a:p>
            <a:pPr algn="l" indent="0" marL="0">
              <a:lnSpc>
                <a:spcPts val="1680"/>
              </a:lnSpc>
              <a:buNone/>
            </a:pPr>
            <a:r>
              <a:rPr lang="en-US" sz="1200" b="1" dirty="0">
                <a:solidFill>
                  <a:srgbClr val="2E1B4E"/>
                </a:solidFill>
                <a:latin typeface="IBM Plex Sans" pitchFamily="34" charset="0"/>
                <a:ea typeface="IBM Plex Sans" pitchFamily="34" charset="-122"/>
                <a:cs typeface="IBM Plex Sans" pitchFamily="34" charset="-120"/>
              </a:rPr>
              <a:t>De noche · 18 a 6 h</a:t>
            </a:r>
            <a:endParaRPr lang="en-US" sz="1200" dirty="0"/>
          </a:p>
        </p:txBody>
      </p:sp>
      <p:sp>
        <p:nvSpPr>
          <p:cNvPr id="62" name="Text 60"/>
          <p:cNvSpPr/>
          <p:nvPr/>
        </p:nvSpPr>
        <p:spPr>
          <a:xfrm>
            <a:off x="815975" y="3507978"/>
            <a:ext cx="2152650" cy="257770"/>
          </a:xfrm>
          <a:prstGeom prst="rect">
            <a:avLst/>
          </a:prstGeom>
          <a:solidFill>
            <a:srgbClr val="FCFDFB"/>
          </a:solidFill>
          <a:ln w="6350">
            <a:solidFill>
              <a:srgbClr val="B9C6BE"/>
            </a:solidFill>
            <a:prstDash val="solid"/>
          </a:ln>
        </p:spPr>
        <p:txBody>
          <a:bodyPr wrap="square" lIns="66675" tIns="22225" rIns="6096" bIns="0" rtlCol="0" anchor="t">
            <a:normAutofit/>
          </a:bodyPr>
          <a:lstStyle/>
          <a:p>
            <a:pPr algn="l"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Ingreso</a:t>
            </a:r>
            <a:endParaRPr lang="en-US" sz="1200" dirty="0"/>
          </a:p>
        </p:txBody>
      </p:sp>
      <p:sp>
        <p:nvSpPr>
          <p:cNvPr id="63" name="Text 61"/>
          <p:cNvSpPr/>
          <p:nvPr/>
        </p:nvSpPr>
        <p:spPr>
          <a:xfrm>
            <a:off x="2974975" y="3507978"/>
            <a:ext cx="1136650" cy="257770"/>
          </a:xfrm>
          <a:prstGeom prst="rect">
            <a:avLst/>
          </a:prstGeom>
          <a:solidFill>
            <a:srgbClr val="DCEFE2"/>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89</a:t>
            </a:r>
            <a:endParaRPr lang="en-US" sz="1200" dirty="0"/>
          </a:p>
        </p:txBody>
      </p:sp>
      <p:sp>
        <p:nvSpPr>
          <p:cNvPr id="64" name="Text 62"/>
          <p:cNvSpPr/>
          <p:nvPr/>
        </p:nvSpPr>
        <p:spPr>
          <a:xfrm>
            <a:off x="4117975" y="3507978"/>
            <a:ext cx="1136650" cy="257770"/>
          </a:xfrm>
          <a:prstGeom prst="rect">
            <a:avLst/>
          </a:prstGeom>
          <a:solidFill>
            <a:srgbClr val="DCEFE2"/>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83</a:t>
            </a:r>
            <a:endParaRPr lang="en-US" sz="1200" dirty="0"/>
          </a:p>
        </p:txBody>
      </p:sp>
      <p:sp>
        <p:nvSpPr>
          <p:cNvPr id="65" name="Text 63"/>
          <p:cNvSpPr/>
          <p:nvPr/>
        </p:nvSpPr>
        <p:spPr>
          <a:xfrm>
            <a:off x="5260975" y="3507978"/>
            <a:ext cx="1136650" cy="257770"/>
          </a:xfrm>
          <a:prstGeom prst="rect">
            <a:avLst/>
          </a:prstGeom>
          <a:solidFill>
            <a:srgbClr val="DCEFE2"/>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84</a:t>
            </a:r>
            <a:endParaRPr lang="en-US" sz="1200" dirty="0"/>
          </a:p>
        </p:txBody>
      </p:sp>
      <p:sp>
        <p:nvSpPr>
          <p:cNvPr id="66" name="Text 64"/>
          <p:cNvSpPr/>
          <p:nvPr/>
        </p:nvSpPr>
        <p:spPr>
          <a:xfrm>
            <a:off x="6403975" y="3507978"/>
            <a:ext cx="1136650" cy="257770"/>
          </a:xfrm>
          <a:prstGeom prst="rect">
            <a:avLst/>
          </a:prstGeom>
          <a:solidFill>
            <a:srgbClr val="DCEFE2"/>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97</a:t>
            </a:r>
            <a:endParaRPr lang="en-US" sz="1200" dirty="0"/>
          </a:p>
        </p:txBody>
      </p:sp>
      <p:sp>
        <p:nvSpPr>
          <p:cNvPr id="67" name="Text 65"/>
          <p:cNvSpPr/>
          <p:nvPr/>
        </p:nvSpPr>
        <p:spPr>
          <a:xfrm>
            <a:off x="7546975" y="3507978"/>
            <a:ext cx="1136650" cy="257770"/>
          </a:xfrm>
          <a:prstGeom prst="rect">
            <a:avLst/>
          </a:prstGeom>
          <a:solidFill>
            <a:srgbClr val="FBF1DC"/>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8A5A00"/>
                </a:solidFill>
                <a:latin typeface="IBM Plex Sans" pitchFamily="34" charset="0"/>
                <a:ea typeface="IBM Plex Sans" pitchFamily="34" charset="-122"/>
                <a:cs typeface="IBM Plex Sans" pitchFamily="34" charset="-120"/>
              </a:rPr>
              <a:t>79</a:t>
            </a:r>
            <a:endParaRPr lang="en-US" sz="1200" dirty="0"/>
          </a:p>
        </p:txBody>
      </p:sp>
      <p:sp>
        <p:nvSpPr>
          <p:cNvPr id="68" name="Text 66"/>
          <p:cNvSpPr/>
          <p:nvPr/>
        </p:nvSpPr>
        <p:spPr>
          <a:xfrm>
            <a:off x="8689975" y="3507978"/>
            <a:ext cx="1136650" cy="257770"/>
          </a:xfrm>
          <a:prstGeom prst="rect">
            <a:avLst/>
          </a:prstGeom>
          <a:solidFill>
            <a:srgbClr val="DCEFE2"/>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80</a:t>
            </a:r>
            <a:endParaRPr lang="en-US" sz="1200" dirty="0"/>
          </a:p>
        </p:txBody>
      </p:sp>
      <p:sp>
        <p:nvSpPr>
          <p:cNvPr id="69" name="Text 67"/>
          <p:cNvSpPr/>
          <p:nvPr/>
        </p:nvSpPr>
        <p:spPr>
          <a:xfrm>
            <a:off x="9832975" y="3507978"/>
            <a:ext cx="1136650" cy="257770"/>
          </a:xfrm>
          <a:prstGeom prst="rect">
            <a:avLst/>
          </a:prstGeom>
          <a:solidFill>
            <a:srgbClr val="DCEFE2"/>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87</a:t>
            </a:r>
            <a:endParaRPr lang="en-US" sz="1200" dirty="0"/>
          </a:p>
        </p:txBody>
      </p:sp>
      <p:sp>
        <p:nvSpPr>
          <p:cNvPr id="70" name="Text 68"/>
          <p:cNvSpPr/>
          <p:nvPr/>
        </p:nvSpPr>
        <p:spPr>
          <a:xfrm>
            <a:off x="815975" y="3772098"/>
            <a:ext cx="2152650" cy="257770"/>
          </a:xfrm>
          <a:prstGeom prst="rect">
            <a:avLst/>
          </a:prstGeom>
          <a:solidFill>
            <a:srgbClr val="FCFDFB"/>
          </a:solidFill>
          <a:ln w="6350">
            <a:solidFill>
              <a:srgbClr val="B9C6BE"/>
            </a:solidFill>
            <a:prstDash val="solid"/>
          </a:ln>
        </p:spPr>
        <p:txBody>
          <a:bodyPr wrap="square" lIns="66675" tIns="22225" rIns="6096" bIns="0" rtlCol="0" anchor="t">
            <a:normAutofit/>
          </a:bodyPr>
          <a:lstStyle/>
          <a:p>
            <a:pPr algn="l"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Balanza ingreso</a:t>
            </a:r>
            <a:endParaRPr lang="en-US" sz="1200" dirty="0"/>
          </a:p>
        </p:txBody>
      </p:sp>
      <p:sp>
        <p:nvSpPr>
          <p:cNvPr id="71" name="Text 69"/>
          <p:cNvSpPr/>
          <p:nvPr/>
        </p:nvSpPr>
        <p:spPr>
          <a:xfrm>
            <a:off x="2974975" y="3772098"/>
            <a:ext cx="1136650" cy="257770"/>
          </a:xfrm>
          <a:prstGeom prst="rect">
            <a:avLst/>
          </a:prstGeom>
          <a:solidFill>
            <a:srgbClr val="DCEFE2"/>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89</a:t>
            </a:r>
            <a:endParaRPr lang="en-US" sz="1200" dirty="0"/>
          </a:p>
        </p:txBody>
      </p:sp>
      <p:sp>
        <p:nvSpPr>
          <p:cNvPr id="72" name="Text 70"/>
          <p:cNvSpPr/>
          <p:nvPr/>
        </p:nvSpPr>
        <p:spPr>
          <a:xfrm>
            <a:off x="4117975" y="3772098"/>
            <a:ext cx="1136650" cy="257770"/>
          </a:xfrm>
          <a:prstGeom prst="rect">
            <a:avLst/>
          </a:prstGeom>
          <a:solidFill>
            <a:srgbClr val="FBF1DC"/>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8A5A00"/>
                </a:solidFill>
                <a:latin typeface="IBM Plex Sans" pitchFamily="34" charset="0"/>
                <a:ea typeface="IBM Plex Sans" pitchFamily="34" charset="-122"/>
                <a:cs typeface="IBM Plex Sans" pitchFamily="34" charset="-120"/>
              </a:rPr>
              <a:t>71</a:t>
            </a:r>
            <a:endParaRPr lang="en-US" sz="1200" dirty="0"/>
          </a:p>
        </p:txBody>
      </p:sp>
      <p:sp>
        <p:nvSpPr>
          <p:cNvPr id="73" name="Text 71"/>
          <p:cNvSpPr/>
          <p:nvPr/>
        </p:nvSpPr>
        <p:spPr>
          <a:xfrm>
            <a:off x="5260975" y="3772098"/>
            <a:ext cx="1136650" cy="257770"/>
          </a:xfrm>
          <a:prstGeom prst="rect">
            <a:avLst/>
          </a:prstGeom>
          <a:solidFill>
            <a:srgbClr val="FBF1DC"/>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8A5A00"/>
                </a:solidFill>
                <a:latin typeface="IBM Plex Sans" pitchFamily="34" charset="0"/>
                <a:ea typeface="IBM Plex Sans" pitchFamily="34" charset="-122"/>
                <a:cs typeface="IBM Plex Sans" pitchFamily="34" charset="-120"/>
              </a:rPr>
              <a:t>76</a:t>
            </a:r>
            <a:endParaRPr lang="en-US" sz="1200" dirty="0"/>
          </a:p>
        </p:txBody>
      </p:sp>
      <p:sp>
        <p:nvSpPr>
          <p:cNvPr id="74" name="Text 72"/>
          <p:cNvSpPr/>
          <p:nvPr/>
        </p:nvSpPr>
        <p:spPr>
          <a:xfrm>
            <a:off x="6403975" y="3772098"/>
            <a:ext cx="1136650" cy="257770"/>
          </a:xfrm>
          <a:prstGeom prst="rect">
            <a:avLst/>
          </a:prstGeom>
          <a:solidFill>
            <a:srgbClr val="FBF1DC"/>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8A5A00"/>
                </a:solidFill>
                <a:latin typeface="IBM Plex Sans" pitchFamily="34" charset="0"/>
                <a:ea typeface="IBM Plex Sans" pitchFamily="34" charset="-122"/>
                <a:cs typeface="IBM Plex Sans" pitchFamily="34" charset="-120"/>
              </a:rPr>
              <a:t>78</a:t>
            </a:r>
            <a:endParaRPr lang="en-US" sz="1200" dirty="0"/>
          </a:p>
        </p:txBody>
      </p:sp>
      <p:sp>
        <p:nvSpPr>
          <p:cNvPr id="75" name="Text 73"/>
          <p:cNvSpPr/>
          <p:nvPr/>
        </p:nvSpPr>
        <p:spPr>
          <a:xfrm>
            <a:off x="7546975" y="3772098"/>
            <a:ext cx="1136650" cy="257770"/>
          </a:xfrm>
          <a:prstGeom prst="rect">
            <a:avLst/>
          </a:prstGeom>
          <a:solidFill>
            <a:srgbClr val="DCEFE2"/>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86</a:t>
            </a:r>
            <a:endParaRPr lang="en-US" sz="1200" dirty="0"/>
          </a:p>
        </p:txBody>
      </p:sp>
      <p:sp>
        <p:nvSpPr>
          <p:cNvPr id="76" name="Text 74"/>
          <p:cNvSpPr/>
          <p:nvPr/>
        </p:nvSpPr>
        <p:spPr>
          <a:xfrm>
            <a:off x="8689975" y="3772098"/>
            <a:ext cx="1136650" cy="257770"/>
          </a:xfrm>
          <a:prstGeom prst="rect">
            <a:avLst/>
          </a:prstGeom>
          <a:solidFill>
            <a:srgbClr val="FBF1DC"/>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8A5A00"/>
                </a:solidFill>
                <a:latin typeface="IBM Plex Sans" pitchFamily="34" charset="0"/>
                <a:ea typeface="IBM Plex Sans" pitchFamily="34" charset="-122"/>
                <a:cs typeface="IBM Plex Sans" pitchFamily="34" charset="-120"/>
              </a:rPr>
              <a:t>70</a:t>
            </a:r>
            <a:endParaRPr lang="en-US" sz="1200" dirty="0"/>
          </a:p>
        </p:txBody>
      </p:sp>
      <p:sp>
        <p:nvSpPr>
          <p:cNvPr id="77" name="Text 75"/>
          <p:cNvSpPr/>
          <p:nvPr/>
        </p:nvSpPr>
        <p:spPr>
          <a:xfrm>
            <a:off x="9832975" y="3772098"/>
            <a:ext cx="1136650" cy="257770"/>
          </a:xfrm>
          <a:prstGeom prst="rect">
            <a:avLst/>
          </a:prstGeom>
          <a:solidFill>
            <a:srgbClr val="FBF1DC"/>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8A5A00"/>
                </a:solidFill>
                <a:latin typeface="IBM Plex Sans" pitchFamily="34" charset="0"/>
                <a:ea typeface="IBM Plex Sans" pitchFamily="34" charset="-122"/>
                <a:cs typeface="IBM Plex Sans" pitchFamily="34" charset="-120"/>
              </a:rPr>
              <a:t>69</a:t>
            </a:r>
            <a:endParaRPr lang="en-US" sz="1200" dirty="0"/>
          </a:p>
        </p:txBody>
      </p:sp>
      <p:sp>
        <p:nvSpPr>
          <p:cNvPr id="78" name="Text 76"/>
          <p:cNvSpPr/>
          <p:nvPr/>
        </p:nvSpPr>
        <p:spPr>
          <a:xfrm>
            <a:off x="815975" y="4036219"/>
            <a:ext cx="2152650" cy="257770"/>
          </a:xfrm>
          <a:prstGeom prst="rect">
            <a:avLst/>
          </a:prstGeom>
          <a:solidFill>
            <a:srgbClr val="FCFDFB"/>
          </a:solidFill>
          <a:ln w="6350">
            <a:solidFill>
              <a:srgbClr val="B9C6BE"/>
            </a:solidFill>
            <a:prstDash val="solid"/>
          </a:ln>
        </p:spPr>
        <p:txBody>
          <a:bodyPr wrap="square" lIns="66675" tIns="22225" rIns="6096" bIns="0" rtlCol="0" anchor="t">
            <a:normAutofit/>
          </a:bodyPr>
          <a:lstStyle/>
          <a:p>
            <a:pPr algn="l"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Carga OSL</a:t>
            </a:r>
            <a:endParaRPr lang="en-US" sz="1200" dirty="0"/>
          </a:p>
        </p:txBody>
      </p:sp>
      <p:sp>
        <p:nvSpPr>
          <p:cNvPr id="79" name="Text 77"/>
          <p:cNvSpPr/>
          <p:nvPr/>
        </p:nvSpPr>
        <p:spPr>
          <a:xfrm>
            <a:off x="2974975" y="4036219"/>
            <a:ext cx="1136650" cy="257770"/>
          </a:xfrm>
          <a:prstGeom prst="rect">
            <a:avLst/>
          </a:prstGeom>
          <a:solidFill>
            <a:srgbClr val="FCFDFB"/>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9AA59E"/>
                </a:solidFill>
                <a:latin typeface="IBM Plex Sans" pitchFamily="34" charset="0"/>
                <a:ea typeface="IBM Plex Sans" pitchFamily="34" charset="-122"/>
                <a:cs typeface="IBM Plex Sans" pitchFamily="34" charset="-120"/>
              </a:rPr>
              <a:t>75</a:t>
            </a:r>
            <a:endParaRPr lang="en-US" sz="1200" dirty="0"/>
          </a:p>
        </p:txBody>
      </p:sp>
      <p:sp>
        <p:nvSpPr>
          <p:cNvPr id="80" name="Text 78"/>
          <p:cNvSpPr/>
          <p:nvPr/>
        </p:nvSpPr>
        <p:spPr>
          <a:xfrm>
            <a:off x="4117975" y="4036219"/>
            <a:ext cx="1136650" cy="257770"/>
          </a:xfrm>
          <a:prstGeom prst="rect">
            <a:avLst/>
          </a:prstGeom>
          <a:solidFill>
            <a:srgbClr val="FCFDFB"/>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9AA59E"/>
                </a:solidFill>
                <a:latin typeface="IBM Plex Sans" pitchFamily="34" charset="0"/>
                <a:ea typeface="IBM Plex Sans" pitchFamily="34" charset="-122"/>
                <a:cs typeface="IBM Plex Sans" pitchFamily="34" charset="-120"/>
              </a:rPr>
              <a:t>25</a:t>
            </a:r>
            <a:endParaRPr lang="en-US" sz="1200" dirty="0"/>
          </a:p>
        </p:txBody>
      </p:sp>
      <p:sp>
        <p:nvSpPr>
          <p:cNvPr id="81" name="Text 79"/>
          <p:cNvSpPr/>
          <p:nvPr/>
        </p:nvSpPr>
        <p:spPr>
          <a:xfrm>
            <a:off x="5260975" y="4036219"/>
            <a:ext cx="1136650" cy="257770"/>
          </a:xfrm>
          <a:prstGeom prst="rect">
            <a:avLst/>
          </a:prstGeom>
          <a:solidFill>
            <a:srgbClr val="FCFDFB"/>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9AA59E"/>
                </a:solidFill>
                <a:latin typeface="IBM Plex Sans" pitchFamily="34" charset="0"/>
                <a:ea typeface="IBM Plex Sans" pitchFamily="34" charset="-122"/>
                <a:cs typeface="IBM Plex Sans" pitchFamily="34" charset="-120"/>
              </a:rPr>
              <a:t>33</a:t>
            </a:r>
            <a:endParaRPr lang="en-US" sz="1200" dirty="0"/>
          </a:p>
        </p:txBody>
      </p:sp>
      <p:sp>
        <p:nvSpPr>
          <p:cNvPr id="82" name="Text 80"/>
          <p:cNvSpPr/>
          <p:nvPr/>
        </p:nvSpPr>
        <p:spPr>
          <a:xfrm>
            <a:off x="6403975" y="4036219"/>
            <a:ext cx="1136650" cy="257770"/>
          </a:xfrm>
          <a:prstGeom prst="rect">
            <a:avLst/>
          </a:prstGeom>
          <a:solidFill>
            <a:srgbClr val="F9E1DE"/>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B3261E"/>
                </a:solidFill>
                <a:latin typeface="IBM Plex Sans" pitchFamily="34" charset="0"/>
                <a:ea typeface="IBM Plex Sans" pitchFamily="34" charset="-122"/>
                <a:cs typeface="IBM Plex Sans" pitchFamily="34" charset="-120"/>
              </a:rPr>
              <a:t>57</a:t>
            </a:r>
            <a:endParaRPr lang="en-US" sz="1200" dirty="0"/>
          </a:p>
        </p:txBody>
      </p:sp>
      <p:sp>
        <p:nvSpPr>
          <p:cNvPr id="83" name="Text 81"/>
          <p:cNvSpPr/>
          <p:nvPr/>
        </p:nvSpPr>
        <p:spPr>
          <a:xfrm>
            <a:off x="7546975" y="4036219"/>
            <a:ext cx="1136650" cy="257770"/>
          </a:xfrm>
          <a:prstGeom prst="rect">
            <a:avLst/>
          </a:prstGeom>
          <a:solidFill>
            <a:srgbClr val="FBF1DC"/>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8A5A00"/>
                </a:solidFill>
                <a:latin typeface="IBM Plex Sans" pitchFamily="34" charset="0"/>
                <a:ea typeface="IBM Plex Sans" pitchFamily="34" charset="-122"/>
                <a:cs typeface="IBM Plex Sans" pitchFamily="34" charset="-120"/>
              </a:rPr>
              <a:t>69</a:t>
            </a:r>
            <a:endParaRPr lang="en-US" sz="1200" dirty="0"/>
          </a:p>
        </p:txBody>
      </p:sp>
      <p:sp>
        <p:nvSpPr>
          <p:cNvPr id="84" name="Text 82"/>
          <p:cNvSpPr/>
          <p:nvPr/>
        </p:nvSpPr>
        <p:spPr>
          <a:xfrm>
            <a:off x="8689975" y="4036219"/>
            <a:ext cx="1136650" cy="257770"/>
          </a:xfrm>
          <a:prstGeom prst="rect">
            <a:avLst/>
          </a:prstGeom>
          <a:solidFill>
            <a:srgbClr val="FCFDFB"/>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9AA59E"/>
                </a:solidFill>
                <a:latin typeface="IBM Plex Sans" pitchFamily="34" charset="0"/>
                <a:ea typeface="IBM Plex Sans" pitchFamily="34" charset="-122"/>
                <a:cs typeface="IBM Plex Sans" pitchFamily="34" charset="-120"/>
              </a:rPr>
              <a:t>0</a:t>
            </a:r>
            <a:endParaRPr lang="en-US" sz="1200" dirty="0"/>
          </a:p>
        </p:txBody>
      </p:sp>
      <p:sp>
        <p:nvSpPr>
          <p:cNvPr id="85" name="Text 83"/>
          <p:cNvSpPr/>
          <p:nvPr/>
        </p:nvSpPr>
        <p:spPr>
          <a:xfrm>
            <a:off x="9832975" y="4036219"/>
            <a:ext cx="1136650" cy="257770"/>
          </a:xfrm>
          <a:prstGeom prst="rect">
            <a:avLst/>
          </a:prstGeom>
          <a:solidFill>
            <a:srgbClr val="FCFDFB"/>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9AA59E"/>
                </a:solidFill>
                <a:latin typeface="IBM Plex Sans" pitchFamily="34" charset="0"/>
                <a:ea typeface="IBM Plex Sans" pitchFamily="34" charset="-122"/>
                <a:cs typeface="IBM Plex Sans" pitchFamily="34" charset="-120"/>
              </a:rPr>
              <a:t>0</a:t>
            </a:r>
            <a:endParaRPr lang="en-US" sz="1200" dirty="0"/>
          </a:p>
        </p:txBody>
      </p:sp>
      <p:sp>
        <p:nvSpPr>
          <p:cNvPr id="86" name="Text 84"/>
          <p:cNvSpPr/>
          <p:nvPr/>
        </p:nvSpPr>
        <p:spPr>
          <a:xfrm>
            <a:off x="815975" y="4300339"/>
            <a:ext cx="2152650" cy="257770"/>
          </a:xfrm>
          <a:prstGeom prst="rect">
            <a:avLst/>
          </a:prstGeom>
          <a:solidFill>
            <a:srgbClr val="FCFDFB"/>
          </a:solidFill>
          <a:ln w="6350">
            <a:solidFill>
              <a:srgbClr val="B9C6BE"/>
            </a:solidFill>
            <a:prstDash val="solid"/>
          </a:ln>
        </p:spPr>
        <p:txBody>
          <a:bodyPr wrap="square" lIns="66675" tIns="22225" rIns="6096" bIns="0" rtlCol="0" anchor="t">
            <a:normAutofit/>
          </a:bodyPr>
          <a:lstStyle/>
          <a:p>
            <a:pPr algn="l"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Volcables</a:t>
            </a:r>
            <a:endParaRPr lang="en-US" sz="1200" dirty="0"/>
          </a:p>
        </p:txBody>
      </p:sp>
      <p:sp>
        <p:nvSpPr>
          <p:cNvPr id="87" name="Text 85"/>
          <p:cNvSpPr/>
          <p:nvPr/>
        </p:nvSpPr>
        <p:spPr>
          <a:xfrm>
            <a:off x="2974975" y="4300339"/>
            <a:ext cx="1136650" cy="257770"/>
          </a:xfrm>
          <a:prstGeom prst="rect">
            <a:avLst/>
          </a:prstGeom>
          <a:solidFill>
            <a:srgbClr val="F9E1DE"/>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B3261E"/>
                </a:solidFill>
                <a:latin typeface="IBM Plex Sans" pitchFamily="34" charset="0"/>
                <a:ea typeface="IBM Plex Sans" pitchFamily="34" charset="-122"/>
                <a:cs typeface="IBM Plex Sans" pitchFamily="34" charset="-120"/>
              </a:rPr>
              <a:t>13</a:t>
            </a:r>
            <a:endParaRPr lang="en-US" sz="1200" dirty="0"/>
          </a:p>
        </p:txBody>
      </p:sp>
      <p:sp>
        <p:nvSpPr>
          <p:cNvPr id="88" name="Text 86"/>
          <p:cNvSpPr/>
          <p:nvPr/>
        </p:nvSpPr>
        <p:spPr>
          <a:xfrm>
            <a:off x="4117975" y="4300339"/>
            <a:ext cx="1136650" cy="257770"/>
          </a:xfrm>
          <a:prstGeom prst="rect">
            <a:avLst/>
          </a:prstGeom>
          <a:solidFill>
            <a:srgbClr val="F9E1DE"/>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B3261E"/>
                </a:solidFill>
                <a:latin typeface="IBM Plex Sans" pitchFamily="34" charset="0"/>
                <a:ea typeface="IBM Plex Sans" pitchFamily="34" charset="-122"/>
                <a:cs typeface="IBM Plex Sans" pitchFamily="34" charset="-120"/>
              </a:rPr>
              <a:t>10</a:t>
            </a:r>
            <a:endParaRPr lang="en-US" sz="1200" dirty="0"/>
          </a:p>
        </p:txBody>
      </p:sp>
      <p:sp>
        <p:nvSpPr>
          <p:cNvPr id="89" name="Text 87"/>
          <p:cNvSpPr/>
          <p:nvPr/>
        </p:nvSpPr>
        <p:spPr>
          <a:xfrm>
            <a:off x="5260975" y="4300339"/>
            <a:ext cx="1136650" cy="257770"/>
          </a:xfrm>
          <a:prstGeom prst="rect">
            <a:avLst/>
          </a:prstGeom>
          <a:solidFill>
            <a:srgbClr val="F9E1DE"/>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B3261E"/>
                </a:solidFill>
                <a:latin typeface="IBM Plex Sans" pitchFamily="34" charset="0"/>
                <a:ea typeface="IBM Plex Sans" pitchFamily="34" charset="-122"/>
                <a:cs typeface="IBM Plex Sans" pitchFamily="34" charset="-120"/>
              </a:rPr>
              <a:t>50</a:t>
            </a:r>
            <a:endParaRPr lang="en-US" sz="1200" dirty="0"/>
          </a:p>
        </p:txBody>
      </p:sp>
      <p:sp>
        <p:nvSpPr>
          <p:cNvPr id="90" name="Text 88"/>
          <p:cNvSpPr/>
          <p:nvPr/>
        </p:nvSpPr>
        <p:spPr>
          <a:xfrm>
            <a:off x="6403975" y="4300339"/>
            <a:ext cx="1136650" cy="257770"/>
          </a:xfrm>
          <a:prstGeom prst="rect">
            <a:avLst/>
          </a:prstGeom>
          <a:solidFill>
            <a:srgbClr val="FCFDFB"/>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9AA59E"/>
                </a:solidFill>
                <a:latin typeface="IBM Plex Sans" pitchFamily="34" charset="0"/>
                <a:ea typeface="IBM Plex Sans" pitchFamily="34" charset="-122"/>
                <a:cs typeface="IBM Plex Sans" pitchFamily="34" charset="-120"/>
              </a:rPr>
              <a:t>0</a:t>
            </a:r>
            <a:endParaRPr lang="en-US" sz="1200" dirty="0"/>
          </a:p>
        </p:txBody>
      </p:sp>
      <p:sp>
        <p:nvSpPr>
          <p:cNvPr id="91" name="Text 89"/>
          <p:cNvSpPr/>
          <p:nvPr/>
        </p:nvSpPr>
        <p:spPr>
          <a:xfrm>
            <a:off x="7546975" y="4300339"/>
            <a:ext cx="1136650" cy="257770"/>
          </a:xfrm>
          <a:prstGeom prst="rect">
            <a:avLst/>
          </a:prstGeom>
          <a:solidFill>
            <a:srgbClr val="FBF1DC"/>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8A5A00"/>
                </a:solidFill>
                <a:latin typeface="IBM Plex Sans" pitchFamily="34" charset="0"/>
                <a:ea typeface="IBM Plex Sans" pitchFamily="34" charset="-122"/>
                <a:cs typeface="IBM Plex Sans" pitchFamily="34" charset="-120"/>
              </a:rPr>
              <a:t>72</a:t>
            </a:r>
            <a:endParaRPr lang="en-US" sz="1200" dirty="0"/>
          </a:p>
        </p:txBody>
      </p:sp>
      <p:sp>
        <p:nvSpPr>
          <p:cNvPr id="92" name="Text 90"/>
          <p:cNvSpPr/>
          <p:nvPr/>
        </p:nvSpPr>
        <p:spPr>
          <a:xfrm>
            <a:off x="8689975" y="4300339"/>
            <a:ext cx="1136650" cy="257770"/>
          </a:xfrm>
          <a:prstGeom prst="rect">
            <a:avLst/>
          </a:prstGeom>
          <a:solidFill>
            <a:srgbClr val="F9E1DE"/>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B3261E"/>
                </a:solidFill>
                <a:latin typeface="IBM Plex Sans" pitchFamily="34" charset="0"/>
                <a:ea typeface="IBM Plex Sans" pitchFamily="34" charset="-122"/>
                <a:cs typeface="IBM Plex Sans" pitchFamily="34" charset="-120"/>
              </a:rPr>
              <a:t>56</a:t>
            </a:r>
            <a:endParaRPr lang="en-US" sz="1200" dirty="0"/>
          </a:p>
        </p:txBody>
      </p:sp>
      <p:sp>
        <p:nvSpPr>
          <p:cNvPr id="93" name="Text 91"/>
          <p:cNvSpPr/>
          <p:nvPr/>
        </p:nvSpPr>
        <p:spPr>
          <a:xfrm>
            <a:off x="9832975" y="4300339"/>
            <a:ext cx="1136650" cy="257770"/>
          </a:xfrm>
          <a:prstGeom prst="rect">
            <a:avLst/>
          </a:prstGeom>
          <a:solidFill>
            <a:srgbClr val="FCFDFB"/>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9AA59E"/>
                </a:solidFill>
                <a:latin typeface="IBM Plex Sans" pitchFamily="34" charset="0"/>
                <a:ea typeface="IBM Plex Sans" pitchFamily="34" charset="-122"/>
                <a:cs typeface="IBM Plex Sans" pitchFamily="34" charset="-120"/>
              </a:rPr>
              <a:t>–</a:t>
            </a:r>
            <a:endParaRPr lang="en-US" sz="1200" dirty="0"/>
          </a:p>
        </p:txBody>
      </p:sp>
      <p:sp>
        <p:nvSpPr>
          <p:cNvPr id="94" name="Text 92"/>
          <p:cNvSpPr/>
          <p:nvPr/>
        </p:nvSpPr>
        <p:spPr>
          <a:xfrm>
            <a:off x="815975" y="4564459"/>
            <a:ext cx="2152650" cy="257770"/>
          </a:xfrm>
          <a:prstGeom prst="rect">
            <a:avLst/>
          </a:prstGeom>
          <a:solidFill>
            <a:srgbClr val="FCFDFB"/>
          </a:solidFill>
          <a:ln w="6350">
            <a:solidFill>
              <a:srgbClr val="B9C6BE"/>
            </a:solidFill>
            <a:prstDash val="solid"/>
          </a:ln>
        </p:spPr>
        <p:txBody>
          <a:bodyPr wrap="square" lIns="66675" tIns="22225" rIns="6096" bIns="0" rtlCol="0" anchor="t">
            <a:normAutofit/>
          </a:bodyPr>
          <a:lstStyle/>
          <a:p>
            <a:pPr algn="l"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Balanza egreso</a:t>
            </a:r>
            <a:endParaRPr lang="en-US" sz="1200" dirty="0"/>
          </a:p>
        </p:txBody>
      </p:sp>
      <p:sp>
        <p:nvSpPr>
          <p:cNvPr id="95" name="Text 93"/>
          <p:cNvSpPr/>
          <p:nvPr/>
        </p:nvSpPr>
        <p:spPr>
          <a:xfrm>
            <a:off x="2974975" y="4564459"/>
            <a:ext cx="1136650" cy="257770"/>
          </a:xfrm>
          <a:prstGeom prst="rect">
            <a:avLst/>
          </a:prstGeom>
          <a:solidFill>
            <a:srgbClr val="F9E1DE"/>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B3261E"/>
                </a:solidFill>
                <a:latin typeface="IBM Plex Sans" pitchFamily="34" charset="0"/>
                <a:ea typeface="IBM Plex Sans" pitchFamily="34" charset="-122"/>
                <a:cs typeface="IBM Plex Sans" pitchFamily="34" charset="-120"/>
              </a:rPr>
              <a:t>0</a:t>
            </a:r>
            <a:endParaRPr lang="en-US" sz="1200" dirty="0"/>
          </a:p>
        </p:txBody>
      </p:sp>
      <p:sp>
        <p:nvSpPr>
          <p:cNvPr id="96" name="Text 94"/>
          <p:cNvSpPr/>
          <p:nvPr/>
        </p:nvSpPr>
        <p:spPr>
          <a:xfrm>
            <a:off x="4117975" y="4564459"/>
            <a:ext cx="1136650" cy="257770"/>
          </a:xfrm>
          <a:prstGeom prst="rect">
            <a:avLst/>
          </a:prstGeom>
          <a:solidFill>
            <a:srgbClr val="F9E1DE"/>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B3261E"/>
                </a:solidFill>
                <a:latin typeface="IBM Plex Sans" pitchFamily="34" charset="0"/>
                <a:ea typeface="IBM Plex Sans" pitchFamily="34" charset="-122"/>
                <a:cs typeface="IBM Plex Sans" pitchFamily="34" charset="-120"/>
              </a:rPr>
              <a:t>8</a:t>
            </a:r>
            <a:endParaRPr lang="en-US" sz="1200" dirty="0"/>
          </a:p>
        </p:txBody>
      </p:sp>
      <p:sp>
        <p:nvSpPr>
          <p:cNvPr id="97" name="Text 95"/>
          <p:cNvSpPr/>
          <p:nvPr/>
        </p:nvSpPr>
        <p:spPr>
          <a:xfrm>
            <a:off x="5260975" y="4564459"/>
            <a:ext cx="1136650" cy="257770"/>
          </a:xfrm>
          <a:prstGeom prst="rect">
            <a:avLst/>
          </a:prstGeom>
          <a:solidFill>
            <a:srgbClr val="F9E1DE"/>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B3261E"/>
                </a:solidFill>
                <a:latin typeface="IBM Plex Sans" pitchFamily="34" charset="0"/>
                <a:ea typeface="IBM Plex Sans" pitchFamily="34" charset="-122"/>
                <a:cs typeface="IBM Plex Sans" pitchFamily="34" charset="-120"/>
              </a:rPr>
              <a:t>29</a:t>
            </a:r>
            <a:endParaRPr lang="en-US" sz="1200" dirty="0"/>
          </a:p>
        </p:txBody>
      </p:sp>
      <p:sp>
        <p:nvSpPr>
          <p:cNvPr id="98" name="Text 96"/>
          <p:cNvSpPr/>
          <p:nvPr/>
        </p:nvSpPr>
        <p:spPr>
          <a:xfrm>
            <a:off x="6403975" y="4564459"/>
            <a:ext cx="1136650" cy="257770"/>
          </a:xfrm>
          <a:prstGeom prst="rect">
            <a:avLst/>
          </a:prstGeom>
          <a:solidFill>
            <a:srgbClr val="F9E1DE"/>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B3261E"/>
                </a:solidFill>
                <a:latin typeface="IBM Plex Sans" pitchFamily="34" charset="0"/>
                <a:ea typeface="IBM Plex Sans" pitchFamily="34" charset="-122"/>
                <a:cs typeface="IBM Plex Sans" pitchFamily="34" charset="-120"/>
              </a:rPr>
              <a:t>56</a:t>
            </a:r>
            <a:endParaRPr lang="en-US" sz="1200" dirty="0"/>
          </a:p>
        </p:txBody>
      </p:sp>
      <p:sp>
        <p:nvSpPr>
          <p:cNvPr id="99" name="Text 97"/>
          <p:cNvSpPr/>
          <p:nvPr/>
        </p:nvSpPr>
        <p:spPr>
          <a:xfrm>
            <a:off x="7546975" y="4564459"/>
            <a:ext cx="1136650" cy="257770"/>
          </a:xfrm>
          <a:prstGeom prst="rect">
            <a:avLst/>
          </a:prstGeom>
          <a:solidFill>
            <a:srgbClr val="F9E1DE"/>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B3261E"/>
                </a:solidFill>
                <a:latin typeface="IBM Plex Sans" pitchFamily="34" charset="0"/>
                <a:ea typeface="IBM Plex Sans" pitchFamily="34" charset="-122"/>
                <a:cs typeface="IBM Plex Sans" pitchFamily="34" charset="-120"/>
              </a:rPr>
              <a:t>49</a:t>
            </a:r>
            <a:endParaRPr lang="en-US" sz="1200" dirty="0"/>
          </a:p>
        </p:txBody>
      </p:sp>
      <p:sp>
        <p:nvSpPr>
          <p:cNvPr id="100" name="Text 98"/>
          <p:cNvSpPr/>
          <p:nvPr/>
        </p:nvSpPr>
        <p:spPr>
          <a:xfrm>
            <a:off x="8689975" y="4564459"/>
            <a:ext cx="1136650" cy="257770"/>
          </a:xfrm>
          <a:prstGeom prst="rect">
            <a:avLst/>
          </a:prstGeom>
          <a:solidFill>
            <a:srgbClr val="F9E1DE"/>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B3261E"/>
                </a:solidFill>
                <a:latin typeface="IBM Plex Sans" pitchFamily="34" charset="0"/>
                <a:ea typeface="IBM Plex Sans" pitchFamily="34" charset="-122"/>
                <a:cs typeface="IBM Plex Sans" pitchFamily="34" charset="-120"/>
              </a:rPr>
              <a:t>31</a:t>
            </a:r>
            <a:endParaRPr lang="en-US" sz="1200" dirty="0"/>
          </a:p>
        </p:txBody>
      </p:sp>
      <p:sp>
        <p:nvSpPr>
          <p:cNvPr id="101" name="Text 99"/>
          <p:cNvSpPr/>
          <p:nvPr/>
        </p:nvSpPr>
        <p:spPr>
          <a:xfrm>
            <a:off x="9832975" y="4564459"/>
            <a:ext cx="1136650" cy="257770"/>
          </a:xfrm>
          <a:prstGeom prst="rect">
            <a:avLst/>
          </a:prstGeom>
          <a:solidFill>
            <a:srgbClr val="F9E1DE"/>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B3261E"/>
                </a:solidFill>
                <a:latin typeface="IBM Plex Sans" pitchFamily="34" charset="0"/>
                <a:ea typeface="IBM Plex Sans" pitchFamily="34" charset="-122"/>
                <a:cs typeface="IBM Plex Sans" pitchFamily="34" charset="-120"/>
              </a:rPr>
              <a:t>53</a:t>
            </a:r>
            <a:endParaRPr lang="en-US" sz="1200" dirty="0"/>
          </a:p>
        </p:txBody>
      </p:sp>
      <p:sp>
        <p:nvSpPr>
          <p:cNvPr id="102" name="Text 100"/>
          <p:cNvSpPr/>
          <p:nvPr/>
        </p:nvSpPr>
        <p:spPr>
          <a:xfrm>
            <a:off x="815975" y="4828580"/>
            <a:ext cx="2152650" cy="257770"/>
          </a:xfrm>
          <a:prstGeom prst="rect">
            <a:avLst/>
          </a:prstGeom>
          <a:solidFill>
            <a:srgbClr val="FCFDFB"/>
          </a:solidFill>
          <a:ln w="6350">
            <a:solidFill>
              <a:srgbClr val="B9C6BE"/>
            </a:solidFill>
            <a:prstDash val="solid"/>
          </a:ln>
        </p:spPr>
        <p:txBody>
          <a:bodyPr wrap="square" lIns="66675" tIns="22225" rIns="6096" bIns="0" rtlCol="0" anchor="t">
            <a:normAutofit/>
          </a:bodyPr>
          <a:lstStyle/>
          <a:p>
            <a:pPr algn="l"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Egreso</a:t>
            </a:r>
            <a:endParaRPr lang="en-US" sz="1200" dirty="0"/>
          </a:p>
        </p:txBody>
      </p:sp>
      <p:sp>
        <p:nvSpPr>
          <p:cNvPr id="103" name="Text 101"/>
          <p:cNvSpPr/>
          <p:nvPr/>
        </p:nvSpPr>
        <p:spPr>
          <a:xfrm>
            <a:off x="2974975" y="4828580"/>
            <a:ext cx="1136650" cy="257770"/>
          </a:xfrm>
          <a:prstGeom prst="rect">
            <a:avLst/>
          </a:prstGeom>
          <a:solidFill>
            <a:srgbClr val="DCEFE2"/>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92</a:t>
            </a:r>
            <a:endParaRPr lang="en-US" sz="1200" dirty="0"/>
          </a:p>
        </p:txBody>
      </p:sp>
      <p:sp>
        <p:nvSpPr>
          <p:cNvPr id="104" name="Text 102"/>
          <p:cNvSpPr/>
          <p:nvPr/>
        </p:nvSpPr>
        <p:spPr>
          <a:xfrm>
            <a:off x="4117975" y="4828580"/>
            <a:ext cx="1136650" cy="257770"/>
          </a:xfrm>
          <a:prstGeom prst="rect">
            <a:avLst/>
          </a:prstGeom>
          <a:solidFill>
            <a:srgbClr val="DCEFE2"/>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86</a:t>
            </a:r>
            <a:endParaRPr lang="en-US" sz="1200" dirty="0"/>
          </a:p>
        </p:txBody>
      </p:sp>
      <p:sp>
        <p:nvSpPr>
          <p:cNvPr id="105" name="Text 103"/>
          <p:cNvSpPr/>
          <p:nvPr/>
        </p:nvSpPr>
        <p:spPr>
          <a:xfrm>
            <a:off x="5260975" y="4828580"/>
            <a:ext cx="1136650" cy="257770"/>
          </a:xfrm>
          <a:prstGeom prst="rect">
            <a:avLst/>
          </a:prstGeom>
          <a:solidFill>
            <a:srgbClr val="DCEFE2"/>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80</a:t>
            </a:r>
            <a:endParaRPr lang="en-US" sz="1200" dirty="0"/>
          </a:p>
        </p:txBody>
      </p:sp>
      <p:sp>
        <p:nvSpPr>
          <p:cNvPr id="106" name="Text 104"/>
          <p:cNvSpPr/>
          <p:nvPr/>
        </p:nvSpPr>
        <p:spPr>
          <a:xfrm>
            <a:off x="6403975" y="4828580"/>
            <a:ext cx="1136650" cy="257770"/>
          </a:xfrm>
          <a:prstGeom prst="rect">
            <a:avLst/>
          </a:prstGeom>
          <a:solidFill>
            <a:srgbClr val="DCEFE2"/>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88</a:t>
            </a:r>
            <a:endParaRPr lang="en-US" sz="1200" dirty="0"/>
          </a:p>
        </p:txBody>
      </p:sp>
      <p:sp>
        <p:nvSpPr>
          <p:cNvPr id="107" name="Text 105"/>
          <p:cNvSpPr/>
          <p:nvPr/>
        </p:nvSpPr>
        <p:spPr>
          <a:xfrm>
            <a:off x="7546975" y="4828580"/>
            <a:ext cx="1136650" cy="257770"/>
          </a:xfrm>
          <a:prstGeom prst="rect">
            <a:avLst/>
          </a:prstGeom>
          <a:solidFill>
            <a:srgbClr val="DCEFE2"/>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81</a:t>
            </a:r>
            <a:endParaRPr lang="en-US" sz="1200" dirty="0"/>
          </a:p>
        </p:txBody>
      </p:sp>
      <p:sp>
        <p:nvSpPr>
          <p:cNvPr id="108" name="Text 106"/>
          <p:cNvSpPr/>
          <p:nvPr/>
        </p:nvSpPr>
        <p:spPr>
          <a:xfrm>
            <a:off x="8689975" y="4828580"/>
            <a:ext cx="1136650" cy="257770"/>
          </a:xfrm>
          <a:prstGeom prst="rect">
            <a:avLst/>
          </a:prstGeom>
          <a:solidFill>
            <a:srgbClr val="FBF1DC"/>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8A5A00"/>
                </a:solidFill>
                <a:latin typeface="IBM Plex Sans" pitchFamily="34" charset="0"/>
                <a:ea typeface="IBM Plex Sans" pitchFamily="34" charset="-122"/>
                <a:cs typeface="IBM Plex Sans" pitchFamily="34" charset="-120"/>
              </a:rPr>
              <a:t>73</a:t>
            </a:r>
            <a:endParaRPr lang="en-US" sz="1200" dirty="0"/>
          </a:p>
        </p:txBody>
      </p:sp>
      <p:sp>
        <p:nvSpPr>
          <p:cNvPr id="109" name="Text 107"/>
          <p:cNvSpPr/>
          <p:nvPr/>
        </p:nvSpPr>
        <p:spPr>
          <a:xfrm>
            <a:off x="9832975" y="4828580"/>
            <a:ext cx="1136650" cy="257770"/>
          </a:xfrm>
          <a:prstGeom prst="rect">
            <a:avLst/>
          </a:prstGeom>
          <a:solidFill>
            <a:srgbClr val="DCEFE2"/>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94</a:t>
            </a:r>
            <a:endParaRPr lang="en-US" sz="1200" dirty="0"/>
          </a:p>
        </p:txBody>
      </p:sp>
      <p:pic>
        <p:nvPicPr>
          <p:cNvPr id="110" name="Image 0" descr="Nueva Vicentin Argentina">    </p:cNvPr>
          <p:cNvPicPr>
            <a:picLocks noChangeAspect="1"/>
          </p:cNvPicPr>
          <p:nvPr/>
        </p:nvPicPr>
        <p:blipFill>
          <a:blip r:embed="rId1"/>
          <a:srcRect l="-167" r="-167" t="0" b="0"/>
          <a:stretch/>
        </p:blipFill>
        <p:spPr>
          <a:xfrm>
            <a:off x="812800" y="6197600"/>
            <a:ext cx="571500" cy="304800"/>
          </a:xfrm>
          <a:prstGeom prst="rect">
            <a:avLst/>
          </a:prstGeom>
        </p:spPr>
      </p:pic>
      <p:pic>
        <p:nvPicPr>
          <p:cNvPr id="111" name="Image 1" descr="Bimtrazer">    </p:cNvPr>
          <p:cNvPicPr>
            <a:picLocks noChangeAspect="1"/>
          </p:cNvPicPr>
          <p:nvPr/>
        </p:nvPicPr>
        <p:blipFill>
          <a:blip r:embed="rId2"/>
          <a:srcRect l="0" r="0" t="-63" b="-63"/>
          <a:stretch/>
        </p:blipFill>
        <p:spPr>
          <a:xfrm>
            <a:off x="10731500" y="6197600"/>
            <a:ext cx="647700" cy="304800"/>
          </a:xfrm>
          <a:prstGeom prst="rect">
            <a:avLst/>
          </a:prstGeom>
        </p:spPr>
      </p:pic>
      <p:sp>
        <p:nvSpPr>
          <p:cNvPr id="112" name="Text 108"/>
          <p:cNvSpPr/>
          <p:nvPr/>
        </p:nvSpPr>
        <p:spPr>
          <a:xfrm>
            <a:off x="1517650" y="6235700"/>
            <a:ext cx="91567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verde 80 % o más · ocre 65–79 % · rojo menos de 65 % · gris, menos de 5 camiones · 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8F4"/>
        </a:solidFill>
      </p:bgPr>
    </p:bg>
    <p:spTree>
      <p:nvGrpSpPr>
        <p:cNvPr id="1" name=""/>
        <p:cNvGrpSpPr/>
        <p:nvPr/>
      </p:nvGrpSpPr>
      <p:grpSpPr>
        <a:xfrm>
          <a:off x="0" y="0"/>
          <a:ext cx="0" cy="0"/>
          <a:chOff x="0" y="0"/>
          <a:chExt cx="0" cy="0"/>
        </a:xfrm>
      </p:grpSpPr>
      <p:sp>
        <p:nvSpPr>
          <p:cNvPr id="2" name="Text 0"/>
          <p:cNvSpPr/>
          <p:nvPr/>
        </p:nvSpPr>
        <p:spPr>
          <a:xfrm>
            <a:off x="812800" y="711200"/>
            <a:ext cx="5693569" cy="289520"/>
          </a:xfrm>
          <a:custGeom>
            <a:avLst/>
            <a:gdLst/>
            <a:ahLst/>
            <a:cxnLst/>
            <a:rect l="l" t="t" r="r" b="b"/>
            <a:pathLst>
              <a:path w="5693569" h="289520">
                <a:moveTo>
                  <a:pt x="144760" y="0"/>
                </a:moveTo>
                <a:lnTo>
                  <a:pt x="5548809" y="0"/>
                </a:lnTo>
                <a:arcTo hR="144760" wR="144760" stAng="16200000" swAng="5400000"/>
                <a:lnTo>
                  <a:pt x="5693569" y="144760"/>
                </a:lnTo>
                <a:arcTo hR="144760" wR="144760" stAng="0" swAng="5400000"/>
                <a:lnTo>
                  <a:pt x="144760" y="289520"/>
                </a:lnTo>
                <a:arcTo hR="144760" wR="144760" stAng="5400000" swAng="5400000"/>
                <a:lnTo>
                  <a:pt x="0" y="144760"/>
                </a:lnTo>
                <a:arcTo hR="144760" wR="144760" stAng="10800000" swAng="5400000"/>
                <a:close/>
              </a:path>
            </a:pathLst>
          </a:custGeom>
          <a:solidFill>
            <a:srgbClr val="2E1B4E"/>
          </a:solidFill>
          <a:ln/>
        </p:spPr>
        <p:txBody>
          <a:bodyPr wrap="none" lIns="0" tIns="0" rIns="0" bIns="0" rtlCol="0" anchor="ctr">
            <a:normAutofit/>
          </a:bodyPr>
          <a:lstStyle/>
          <a:p>
            <a:pPr algn="ctr" indent="0" marL="0">
              <a:lnSpc>
                <a:spcPts val="1680"/>
              </a:lnSpc>
              <a:buNone/>
            </a:pPr>
            <a:r>
              <a:rPr lang="en-US" sz="1200" b="1" spc="100" kern="0" dirty="0">
                <a:solidFill>
                  <a:srgbClr val="F1F6F2"/>
                </a:solidFill>
                <a:latin typeface="IBM Plex Sans" pitchFamily="34" charset="0"/>
                <a:ea typeface="IBM Plex Sans" pitchFamily="34" charset="-122"/>
                <a:cs typeface="IBM Plex Sans" pitchFamily="34" charset="-120"/>
              </a:rPr>
              <a:t>LECTURA Y RECONSTRUCCIÓN POR NODO · PUERTO SAN LORENZO</a:t>
            </a:r>
            <a:endParaRPr lang="en-US" sz="1200" dirty="0"/>
          </a:p>
        </p:txBody>
      </p:sp>
      <p:sp>
        <p:nvSpPr>
          <p:cNvPr id="3" name="Text 1"/>
          <p:cNvSpPr/>
          <p:nvPr>
            <p:ph type="title"/>
          </p:nvPr>
        </p:nvSpPr>
        <p:spPr>
          <a:xfrm>
            <a:off x="812800" y="1076920"/>
            <a:ext cx="10883392" cy="639961"/>
          </a:xfrm>
          <a:prstGeom prst="rect">
            <a:avLst/>
          </a:prstGeom>
          <a:noFill/>
          <a:ln/>
        </p:spPr>
        <p:txBody>
          <a:bodyPr wrap="square" lIns="0" tIns="0" rIns="0" bIns="0" rtlCol="0" anchor="t">
            <a:normAutofit/>
          </a:bodyPr>
          <a:lstStyle/>
          <a:p>
            <a:pPr algn="l" indent="0" marL="0">
              <a:lnSpc>
                <a:spcPts val="2420"/>
              </a:lnSpc>
              <a:buNone/>
            </a:pPr>
            <a:r>
              <a:rPr lang="en-US" sz="2200" b="1" i="0" dirty="0">
                <a:solidFill>
                  <a:srgbClr val="14281E"/>
                </a:solidFill>
                <a:latin typeface="IBM Plex Sans" pitchFamily="34" charset="0"/>
                <a:ea typeface="IBM Plex Sans" pitchFamily="34" charset="-122"/>
                <a:cs typeface="IBM Plex Sans" pitchFamily="34" charset="-120"/>
              </a:rPr>
              <a:t>Con el lote: de cada 100 pasos la cámara lee 64, se reconstruyen 18 y se deducen 17; falta 1</a:t>
            </a:r>
            <a:endParaRPr lang="en-US" sz="2200" dirty="0"/>
          </a:p>
        </p:txBody>
      </p:sp>
      <p:sp>
        <p:nvSpPr>
          <p:cNvPr id="4" name="Shape 2"/>
          <p:cNvSpPr/>
          <p:nvPr/>
        </p:nvSpPr>
        <p:spPr>
          <a:xfrm>
            <a:off x="812800" y="1843881"/>
            <a:ext cx="10566400" cy="314920"/>
          </a:xfrm>
          <a:custGeom>
            <a:avLst/>
            <a:gdLst/>
            <a:ahLst/>
            <a:cxnLst/>
            <a:rect l="l" t="t" r="r" b="b"/>
            <a:pathLst>
              <a:path w="10566400" h="314920">
                <a:moveTo>
                  <a:pt x="50800" y="0"/>
                </a:moveTo>
                <a:lnTo>
                  <a:pt x="10515600" y="0"/>
                </a:lnTo>
                <a:arcTo hR="50800" wR="50800" stAng="16200000" swAng="5400000"/>
                <a:lnTo>
                  <a:pt x="10566400" y="314920"/>
                </a:lnTo>
                <a:lnTo>
                  <a:pt x="0" y="314920"/>
                </a:lnTo>
                <a:lnTo>
                  <a:pt x="0" y="50800"/>
                </a:lnTo>
                <a:arcTo hR="50800" wR="50800" stAng="10800000" swAng="5400000"/>
                <a:close/>
              </a:path>
            </a:pathLst>
          </a:custGeom>
          <a:solidFill>
            <a:srgbClr val="0B5638"/>
          </a:solidFill>
          <a:ln/>
        </p:spPr>
      </p:sp>
      <p:sp>
        <p:nvSpPr>
          <p:cNvPr id="5" name="Text 3"/>
          <p:cNvSpPr/>
          <p:nvPr/>
        </p:nvSpPr>
        <p:spPr>
          <a:xfrm>
            <a:off x="889000" y="1894681"/>
            <a:ext cx="200139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1F6F2"/>
                </a:solidFill>
                <a:latin typeface="IBM Plex Sans" pitchFamily="34" charset="0"/>
                <a:ea typeface="IBM Plex Sans" pitchFamily="34" charset="-122"/>
                <a:cs typeface="IBM Plex Sans" pitchFamily="34" charset="-120"/>
              </a:rPr>
              <a:t>Nodo</a:t>
            </a:r>
            <a:endParaRPr lang="en-US" sz="1200" dirty="0"/>
          </a:p>
        </p:txBody>
      </p:sp>
      <p:sp>
        <p:nvSpPr>
          <p:cNvPr id="6" name="Text 4"/>
          <p:cNvSpPr/>
          <p:nvPr/>
        </p:nvSpPr>
        <p:spPr>
          <a:xfrm>
            <a:off x="2959100" y="1894681"/>
            <a:ext cx="6731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C9D8CE"/>
                </a:solidFill>
                <a:latin typeface="IBM Plex Sans" pitchFamily="34" charset="0"/>
                <a:ea typeface="IBM Plex Sans" pitchFamily="34" charset="-122"/>
                <a:cs typeface="IBM Plex Sans" pitchFamily="34" charset="-120"/>
              </a:rPr>
              <a:t>Pasos</a:t>
            </a:r>
            <a:endParaRPr lang="en-US" sz="1200" dirty="0"/>
          </a:p>
        </p:txBody>
      </p:sp>
      <p:sp>
        <p:nvSpPr>
          <p:cNvPr id="7" name="Text 5"/>
          <p:cNvSpPr/>
          <p:nvPr/>
        </p:nvSpPr>
        <p:spPr>
          <a:xfrm>
            <a:off x="3733800" y="1894681"/>
            <a:ext cx="34010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8CE"/>
                </a:solidFill>
                <a:latin typeface="IBM Plex Sans" pitchFamily="34" charset="0"/>
                <a:ea typeface="IBM Plex Sans" pitchFamily="34" charset="-122"/>
                <a:cs typeface="IBM Plex Sans" pitchFamily="34" charset="-120"/>
              </a:rPr>
              <a:t>De 100 pasos</a:t>
            </a:r>
            <a:endParaRPr lang="en-US" sz="1200" dirty="0"/>
          </a:p>
        </p:txBody>
      </p:sp>
      <p:sp>
        <p:nvSpPr>
          <p:cNvPr id="8" name="Text 6"/>
          <p:cNvSpPr/>
          <p:nvPr/>
        </p:nvSpPr>
        <p:spPr>
          <a:xfrm>
            <a:off x="6985000" y="1894681"/>
            <a:ext cx="119380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F1F6F2"/>
                </a:solidFill>
                <a:latin typeface="IBM Plex Sans" pitchFamily="34" charset="0"/>
                <a:ea typeface="IBM Plex Sans" pitchFamily="34" charset="-122"/>
                <a:cs typeface="IBM Plex Sans" pitchFamily="34" charset="-120"/>
              </a:rPr>
              <a:t>Leyó la cámara</a:t>
            </a:r>
            <a:endParaRPr lang="en-US" sz="1200" dirty="0"/>
          </a:p>
        </p:txBody>
      </p:sp>
      <p:sp>
        <p:nvSpPr>
          <p:cNvPr id="9" name="Text 7"/>
          <p:cNvSpPr/>
          <p:nvPr/>
        </p:nvSpPr>
        <p:spPr>
          <a:xfrm>
            <a:off x="8128000" y="1894681"/>
            <a:ext cx="113030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F1F6F2"/>
                </a:solidFill>
                <a:latin typeface="IBM Plex Sans" pitchFamily="34" charset="0"/>
                <a:ea typeface="IBM Plex Sans" pitchFamily="34" charset="-122"/>
                <a:cs typeface="IBM Plex Sans" pitchFamily="34" charset="-120"/>
              </a:rPr>
              <a:t>Reconstruido</a:t>
            </a:r>
            <a:endParaRPr lang="en-US" sz="1200" dirty="0"/>
          </a:p>
        </p:txBody>
      </p:sp>
      <p:sp>
        <p:nvSpPr>
          <p:cNvPr id="10" name="Text 8"/>
          <p:cNvSpPr/>
          <p:nvPr/>
        </p:nvSpPr>
        <p:spPr>
          <a:xfrm>
            <a:off x="9207500" y="1894681"/>
            <a:ext cx="113030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F1F6F2"/>
                </a:solidFill>
                <a:latin typeface="IBM Plex Sans" pitchFamily="34" charset="0"/>
                <a:ea typeface="IBM Plex Sans" pitchFamily="34" charset="-122"/>
                <a:cs typeface="IBM Plex Sans" pitchFamily="34" charset="-120"/>
              </a:rPr>
              <a:t>Deducido</a:t>
            </a:r>
            <a:endParaRPr lang="en-US" sz="1200" dirty="0"/>
          </a:p>
        </p:txBody>
      </p:sp>
      <p:sp>
        <p:nvSpPr>
          <p:cNvPr id="11" name="Text 9"/>
          <p:cNvSpPr/>
          <p:nvPr/>
        </p:nvSpPr>
        <p:spPr>
          <a:xfrm>
            <a:off x="10363200" y="1894681"/>
            <a:ext cx="93980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F1F6F2"/>
                </a:solidFill>
                <a:latin typeface="IBM Plex Sans" pitchFamily="34" charset="0"/>
                <a:ea typeface="IBM Plex Sans" pitchFamily="34" charset="-122"/>
                <a:cs typeface="IBM Plex Sans" pitchFamily="34" charset="-120"/>
              </a:rPr>
              <a:t>Falta</a:t>
            </a:r>
            <a:endParaRPr lang="en-US" sz="1200" dirty="0"/>
          </a:p>
        </p:txBody>
      </p:sp>
      <p:sp>
        <p:nvSpPr>
          <p:cNvPr id="12" name="Shape 10"/>
          <p:cNvSpPr/>
          <p:nvPr/>
        </p:nvSpPr>
        <p:spPr>
          <a:xfrm>
            <a:off x="812800" y="2158802"/>
            <a:ext cx="10566400" cy="313630"/>
          </a:xfrm>
          <a:prstGeom prst="rect">
            <a:avLst/>
          </a:prstGeom>
          <a:solidFill>
            <a:srgbClr val="FCFDFB"/>
          </a:solidFill>
          <a:ln/>
        </p:spPr>
      </p:sp>
      <p:sp>
        <p:nvSpPr>
          <p:cNvPr id="13" name="Shape 11"/>
          <p:cNvSpPr/>
          <p:nvPr/>
        </p:nvSpPr>
        <p:spPr>
          <a:xfrm>
            <a:off x="812800" y="2469257"/>
            <a:ext cx="10566400" cy="0"/>
          </a:xfrm>
          <a:prstGeom prst="line">
            <a:avLst/>
          </a:prstGeom>
          <a:noFill/>
          <a:ln w="6350">
            <a:solidFill>
              <a:srgbClr val="D3E2D7"/>
            </a:solidFill>
            <a:prstDash val="solid"/>
          </a:ln>
        </p:spPr>
      </p:sp>
      <p:sp>
        <p:nvSpPr>
          <p:cNvPr id="14" name="Text 12"/>
          <p:cNvSpPr/>
          <p:nvPr/>
        </p:nvSpPr>
        <p:spPr>
          <a:xfrm>
            <a:off x="889000" y="2196902"/>
            <a:ext cx="2001393"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Ingreso</a:t>
            </a:r>
            <a:endParaRPr lang="en-US" sz="1300" dirty="0"/>
          </a:p>
        </p:txBody>
      </p:sp>
      <p:sp>
        <p:nvSpPr>
          <p:cNvPr id="15" name="Text 13"/>
          <p:cNvSpPr/>
          <p:nvPr/>
        </p:nvSpPr>
        <p:spPr>
          <a:xfrm>
            <a:off x="2959100" y="2196902"/>
            <a:ext cx="6731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4A5D52"/>
                </a:solidFill>
                <a:latin typeface="IBM Plex Sans" pitchFamily="34" charset="0"/>
                <a:ea typeface="IBM Plex Sans" pitchFamily="34" charset="-122"/>
                <a:cs typeface="IBM Plex Sans" pitchFamily="34" charset="-120"/>
              </a:rPr>
              <a:t>409</a:t>
            </a:r>
            <a:endParaRPr lang="en-US" sz="1300" dirty="0"/>
          </a:p>
        </p:txBody>
      </p:sp>
      <p:sp>
        <p:nvSpPr>
          <p:cNvPr id="16" name="Shape 14"/>
          <p:cNvSpPr/>
          <p:nvPr/>
        </p:nvSpPr>
        <p:spPr>
          <a:xfrm>
            <a:off x="3733800" y="2217142"/>
            <a:ext cx="2311400" cy="190500"/>
          </a:xfrm>
          <a:custGeom>
            <a:avLst/>
            <a:gdLst/>
            <a:ahLst/>
            <a:cxnLst/>
            <a:rect l="l" t="t" r="r" b="b"/>
            <a:pathLst>
              <a:path w="2311400" h="190500">
                <a:moveTo>
                  <a:pt x="0" y="38100"/>
                </a:moveTo>
                <a:arcTo hR="38100" wR="38100" stAng="10800000" swAng="5400000"/>
                <a:lnTo>
                  <a:pt x="2311400" y="0"/>
                </a:lnTo>
                <a:lnTo>
                  <a:pt x="2311400" y="190500"/>
                </a:lnTo>
                <a:lnTo>
                  <a:pt x="38100" y="190500"/>
                </a:lnTo>
                <a:arcTo hR="38100" wR="38100" stAng="5400000" swAng="5400000"/>
                <a:close/>
              </a:path>
            </a:pathLst>
          </a:custGeom>
          <a:solidFill>
            <a:srgbClr val="0B5638"/>
          </a:solidFill>
          <a:ln/>
        </p:spPr>
      </p:sp>
      <p:sp>
        <p:nvSpPr>
          <p:cNvPr id="17" name="Shape 15"/>
          <p:cNvSpPr/>
          <p:nvPr/>
        </p:nvSpPr>
        <p:spPr>
          <a:xfrm>
            <a:off x="6045200" y="2217142"/>
            <a:ext cx="660400" cy="190500"/>
          </a:xfrm>
          <a:prstGeom prst="rect">
            <a:avLst/>
          </a:prstGeom>
          <a:solidFill>
            <a:srgbClr val="7FB894"/>
          </a:solidFill>
          <a:ln/>
        </p:spPr>
      </p:sp>
      <p:sp>
        <p:nvSpPr>
          <p:cNvPr id="18" name="Shape 16"/>
          <p:cNvSpPr/>
          <p:nvPr/>
        </p:nvSpPr>
        <p:spPr>
          <a:xfrm>
            <a:off x="6705600" y="2217142"/>
            <a:ext cx="297160" cy="190500"/>
          </a:xfrm>
          <a:prstGeom prst="rect">
            <a:avLst/>
          </a:prstGeom>
          <a:solidFill>
            <a:srgbClr val="9C8FC4"/>
          </a:solidFill>
          <a:ln/>
        </p:spPr>
      </p:sp>
      <p:sp>
        <p:nvSpPr>
          <p:cNvPr id="19" name="Shape 17"/>
          <p:cNvSpPr/>
          <p:nvPr/>
        </p:nvSpPr>
        <p:spPr>
          <a:xfrm>
            <a:off x="7002760" y="2217142"/>
            <a:ext cx="33040" cy="190500"/>
          </a:xfrm>
          <a:custGeom>
            <a:avLst/>
            <a:gdLst/>
            <a:ahLst/>
            <a:cxnLst/>
            <a:rect l="l" t="t" r="r" b="b"/>
            <a:pathLst>
              <a:path w="33040" h="190500">
                <a:moveTo>
                  <a:pt x="0" y="338"/>
                </a:moveTo>
                <a:arcTo hR="38100" wR="38100" stAng="16657929" swAng="4942071"/>
                <a:lnTo>
                  <a:pt x="33040" y="152400"/>
                </a:lnTo>
                <a:arcTo hR="38100" wR="38100" stAng="0" swAng="4942071"/>
                <a:close/>
              </a:path>
            </a:pathLst>
          </a:custGeom>
          <a:solidFill>
            <a:srgbClr val="B3261E"/>
          </a:solidFill>
          <a:ln/>
        </p:spPr>
      </p:sp>
      <p:sp>
        <p:nvSpPr>
          <p:cNvPr id="20" name="Text 18"/>
          <p:cNvSpPr/>
          <p:nvPr/>
        </p:nvSpPr>
        <p:spPr>
          <a:xfrm>
            <a:off x="6985000" y="2196902"/>
            <a:ext cx="11938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0B5638"/>
                </a:solidFill>
                <a:latin typeface="IBM Plex Sans" pitchFamily="34" charset="0"/>
                <a:ea typeface="IBM Plex Sans" pitchFamily="34" charset="-122"/>
                <a:cs typeface="IBM Plex Sans" pitchFamily="34" charset="-120"/>
              </a:rPr>
              <a:t>70 %</a:t>
            </a:r>
            <a:endParaRPr lang="en-US" sz="1300" dirty="0"/>
          </a:p>
        </p:txBody>
      </p:sp>
      <p:sp>
        <p:nvSpPr>
          <p:cNvPr id="21" name="Text 19"/>
          <p:cNvSpPr/>
          <p:nvPr/>
        </p:nvSpPr>
        <p:spPr>
          <a:xfrm>
            <a:off x="8128000" y="2196902"/>
            <a:ext cx="11303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2F6B47"/>
                </a:solidFill>
                <a:latin typeface="IBM Plex Sans" pitchFamily="34" charset="0"/>
                <a:ea typeface="IBM Plex Sans" pitchFamily="34" charset="-122"/>
                <a:cs typeface="IBM Plex Sans" pitchFamily="34" charset="-120"/>
              </a:rPr>
              <a:t>20 %</a:t>
            </a:r>
            <a:endParaRPr lang="en-US" sz="1300" dirty="0"/>
          </a:p>
        </p:txBody>
      </p:sp>
      <p:sp>
        <p:nvSpPr>
          <p:cNvPr id="22" name="Text 20"/>
          <p:cNvSpPr/>
          <p:nvPr/>
        </p:nvSpPr>
        <p:spPr>
          <a:xfrm>
            <a:off x="9207500" y="2196902"/>
            <a:ext cx="11303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4B3D7A"/>
                </a:solidFill>
                <a:latin typeface="IBM Plex Sans" pitchFamily="34" charset="0"/>
                <a:ea typeface="IBM Plex Sans" pitchFamily="34" charset="-122"/>
                <a:cs typeface="IBM Plex Sans" pitchFamily="34" charset="-120"/>
              </a:rPr>
              <a:t>9 %</a:t>
            </a:r>
            <a:endParaRPr lang="en-US" sz="1300" dirty="0"/>
          </a:p>
        </p:txBody>
      </p:sp>
      <p:sp>
        <p:nvSpPr>
          <p:cNvPr id="23" name="Text 21"/>
          <p:cNvSpPr/>
          <p:nvPr/>
        </p:nvSpPr>
        <p:spPr>
          <a:xfrm>
            <a:off x="10363200" y="2196902"/>
            <a:ext cx="9398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B3261E"/>
                </a:solidFill>
                <a:latin typeface="IBM Plex Sans" pitchFamily="34" charset="0"/>
                <a:ea typeface="IBM Plex Sans" pitchFamily="34" charset="-122"/>
                <a:cs typeface="IBM Plex Sans" pitchFamily="34" charset="-120"/>
              </a:rPr>
              <a:t>1 %</a:t>
            </a:r>
            <a:endParaRPr lang="en-US" sz="1300" dirty="0"/>
          </a:p>
        </p:txBody>
      </p:sp>
      <p:sp>
        <p:nvSpPr>
          <p:cNvPr id="24" name="Shape 22"/>
          <p:cNvSpPr/>
          <p:nvPr/>
        </p:nvSpPr>
        <p:spPr>
          <a:xfrm>
            <a:off x="812800" y="2472432"/>
            <a:ext cx="10566400" cy="313630"/>
          </a:xfrm>
          <a:prstGeom prst="rect">
            <a:avLst/>
          </a:prstGeom>
          <a:solidFill>
            <a:srgbClr val="FCFDFB"/>
          </a:solidFill>
          <a:ln/>
        </p:spPr>
      </p:sp>
      <p:sp>
        <p:nvSpPr>
          <p:cNvPr id="25" name="Shape 23"/>
          <p:cNvSpPr/>
          <p:nvPr/>
        </p:nvSpPr>
        <p:spPr>
          <a:xfrm>
            <a:off x="812800" y="2782888"/>
            <a:ext cx="10566400" cy="0"/>
          </a:xfrm>
          <a:prstGeom prst="line">
            <a:avLst/>
          </a:prstGeom>
          <a:noFill/>
          <a:ln w="6350">
            <a:solidFill>
              <a:srgbClr val="D3E2D7"/>
            </a:solidFill>
            <a:prstDash val="solid"/>
          </a:ln>
        </p:spPr>
      </p:sp>
      <p:sp>
        <p:nvSpPr>
          <p:cNvPr id="26" name="Text 24"/>
          <p:cNvSpPr/>
          <p:nvPr/>
        </p:nvSpPr>
        <p:spPr>
          <a:xfrm>
            <a:off x="889000" y="2510532"/>
            <a:ext cx="2001393"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Balanza ingreso</a:t>
            </a:r>
            <a:endParaRPr lang="en-US" sz="1300" dirty="0"/>
          </a:p>
        </p:txBody>
      </p:sp>
      <p:sp>
        <p:nvSpPr>
          <p:cNvPr id="27" name="Text 25"/>
          <p:cNvSpPr/>
          <p:nvPr/>
        </p:nvSpPr>
        <p:spPr>
          <a:xfrm>
            <a:off x="2959100" y="2510532"/>
            <a:ext cx="6731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4A5D52"/>
                </a:solidFill>
                <a:latin typeface="IBM Plex Sans" pitchFamily="34" charset="0"/>
                <a:ea typeface="IBM Plex Sans" pitchFamily="34" charset="-122"/>
                <a:cs typeface="IBM Plex Sans" pitchFamily="34" charset="-120"/>
              </a:rPr>
              <a:t>409</a:t>
            </a:r>
            <a:endParaRPr lang="en-US" sz="1300" dirty="0"/>
          </a:p>
        </p:txBody>
      </p:sp>
      <p:sp>
        <p:nvSpPr>
          <p:cNvPr id="28" name="Shape 26"/>
          <p:cNvSpPr/>
          <p:nvPr/>
        </p:nvSpPr>
        <p:spPr>
          <a:xfrm>
            <a:off x="3733800" y="2530773"/>
            <a:ext cx="2146300" cy="190500"/>
          </a:xfrm>
          <a:custGeom>
            <a:avLst/>
            <a:gdLst/>
            <a:ahLst/>
            <a:cxnLst/>
            <a:rect l="l" t="t" r="r" b="b"/>
            <a:pathLst>
              <a:path w="2146300" h="190500">
                <a:moveTo>
                  <a:pt x="0" y="38100"/>
                </a:moveTo>
                <a:arcTo hR="38100" wR="38100" stAng="10800000" swAng="5400000"/>
                <a:lnTo>
                  <a:pt x="2146300" y="0"/>
                </a:lnTo>
                <a:lnTo>
                  <a:pt x="2146300" y="190500"/>
                </a:lnTo>
                <a:lnTo>
                  <a:pt x="38100" y="190500"/>
                </a:lnTo>
                <a:arcTo hR="38100" wR="38100" stAng="5400000" swAng="5400000"/>
                <a:close/>
              </a:path>
            </a:pathLst>
          </a:custGeom>
          <a:solidFill>
            <a:srgbClr val="0B5638"/>
          </a:solidFill>
          <a:ln/>
        </p:spPr>
      </p:sp>
      <p:sp>
        <p:nvSpPr>
          <p:cNvPr id="29" name="Shape 27"/>
          <p:cNvSpPr/>
          <p:nvPr/>
        </p:nvSpPr>
        <p:spPr>
          <a:xfrm>
            <a:off x="5880100" y="2530773"/>
            <a:ext cx="759420" cy="190500"/>
          </a:xfrm>
          <a:prstGeom prst="rect">
            <a:avLst/>
          </a:prstGeom>
          <a:solidFill>
            <a:srgbClr val="7FB894"/>
          </a:solidFill>
          <a:ln/>
        </p:spPr>
      </p:sp>
      <p:sp>
        <p:nvSpPr>
          <p:cNvPr id="30" name="Shape 28"/>
          <p:cNvSpPr/>
          <p:nvPr/>
        </p:nvSpPr>
        <p:spPr>
          <a:xfrm>
            <a:off x="6639520" y="2530773"/>
            <a:ext cx="363240" cy="190500"/>
          </a:xfrm>
          <a:prstGeom prst="rect">
            <a:avLst/>
          </a:prstGeom>
          <a:solidFill>
            <a:srgbClr val="9C8FC4"/>
          </a:solidFill>
          <a:ln/>
        </p:spPr>
      </p:sp>
      <p:sp>
        <p:nvSpPr>
          <p:cNvPr id="31" name="Shape 29"/>
          <p:cNvSpPr/>
          <p:nvPr/>
        </p:nvSpPr>
        <p:spPr>
          <a:xfrm>
            <a:off x="7002760" y="2530773"/>
            <a:ext cx="33040" cy="190500"/>
          </a:xfrm>
          <a:custGeom>
            <a:avLst/>
            <a:gdLst/>
            <a:ahLst/>
            <a:cxnLst/>
            <a:rect l="l" t="t" r="r" b="b"/>
            <a:pathLst>
              <a:path w="33040" h="190500">
                <a:moveTo>
                  <a:pt x="0" y="338"/>
                </a:moveTo>
                <a:arcTo hR="38100" wR="38100" stAng="16657929" swAng="4942071"/>
                <a:lnTo>
                  <a:pt x="33040" y="152400"/>
                </a:lnTo>
                <a:arcTo hR="38100" wR="38100" stAng="0" swAng="4942071"/>
                <a:close/>
              </a:path>
            </a:pathLst>
          </a:custGeom>
          <a:solidFill>
            <a:srgbClr val="B3261E"/>
          </a:solidFill>
          <a:ln/>
        </p:spPr>
      </p:sp>
      <p:sp>
        <p:nvSpPr>
          <p:cNvPr id="32" name="Text 30"/>
          <p:cNvSpPr/>
          <p:nvPr/>
        </p:nvSpPr>
        <p:spPr>
          <a:xfrm>
            <a:off x="6985000" y="2510532"/>
            <a:ext cx="11938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0B5638"/>
                </a:solidFill>
                <a:latin typeface="IBM Plex Sans" pitchFamily="34" charset="0"/>
                <a:ea typeface="IBM Plex Sans" pitchFamily="34" charset="-122"/>
                <a:cs typeface="IBM Plex Sans" pitchFamily="34" charset="-120"/>
              </a:rPr>
              <a:t>65 %</a:t>
            </a:r>
            <a:endParaRPr lang="en-US" sz="1300" dirty="0"/>
          </a:p>
        </p:txBody>
      </p:sp>
      <p:sp>
        <p:nvSpPr>
          <p:cNvPr id="33" name="Text 31"/>
          <p:cNvSpPr/>
          <p:nvPr/>
        </p:nvSpPr>
        <p:spPr>
          <a:xfrm>
            <a:off x="8128000" y="2510532"/>
            <a:ext cx="11303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2F6B47"/>
                </a:solidFill>
                <a:latin typeface="IBM Plex Sans" pitchFamily="34" charset="0"/>
                <a:ea typeface="IBM Plex Sans" pitchFamily="34" charset="-122"/>
                <a:cs typeface="IBM Plex Sans" pitchFamily="34" charset="-120"/>
              </a:rPr>
              <a:t>23 %</a:t>
            </a:r>
            <a:endParaRPr lang="en-US" sz="1300" dirty="0"/>
          </a:p>
        </p:txBody>
      </p:sp>
      <p:sp>
        <p:nvSpPr>
          <p:cNvPr id="34" name="Text 32"/>
          <p:cNvSpPr/>
          <p:nvPr/>
        </p:nvSpPr>
        <p:spPr>
          <a:xfrm>
            <a:off x="9207500" y="2510532"/>
            <a:ext cx="11303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4B3D7A"/>
                </a:solidFill>
                <a:latin typeface="IBM Plex Sans" pitchFamily="34" charset="0"/>
                <a:ea typeface="IBM Plex Sans" pitchFamily="34" charset="-122"/>
                <a:cs typeface="IBM Plex Sans" pitchFamily="34" charset="-120"/>
              </a:rPr>
              <a:t>11 %</a:t>
            </a:r>
            <a:endParaRPr lang="en-US" sz="1300" dirty="0"/>
          </a:p>
        </p:txBody>
      </p:sp>
      <p:sp>
        <p:nvSpPr>
          <p:cNvPr id="35" name="Text 33"/>
          <p:cNvSpPr/>
          <p:nvPr/>
        </p:nvSpPr>
        <p:spPr>
          <a:xfrm>
            <a:off x="10363200" y="2510532"/>
            <a:ext cx="9398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B3261E"/>
                </a:solidFill>
                <a:latin typeface="IBM Plex Sans" pitchFamily="34" charset="0"/>
                <a:ea typeface="IBM Plex Sans" pitchFamily="34" charset="-122"/>
                <a:cs typeface="IBM Plex Sans" pitchFamily="34" charset="-120"/>
              </a:rPr>
              <a:t>1 %</a:t>
            </a:r>
            <a:endParaRPr lang="en-US" sz="1300" dirty="0"/>
          </a:p>
        </p:txBody>
      </p:sp>
      <p:sp>
        <p:nvSpPr>
          <p:cNvPr id="36" name="Shape 34"/>
          <p:cNvSpPr/>
          <p:nvPr/>
        </p:nvSpPr>
        <p:spPr>
          <a:xfrm>
            <a:off x="812800" y="2786063"/>
            <a:ext cx="10566400" cy="313630"/>
          </a:xfrm>
          <a:prstGeom prst="rect">
            <a:avLst/>
          </a:prstGeom>
          <a:solidFill>
            <a:srgbClr val="FCFDFB"/>
          </a:solidFill>
          <a:ln/>
        </p:spPr>
      </p:sp>
      <p:sp>
        <p:nvSpPr>
          <p:cNvPr id="37" name="Shape 35"/>
          <p:cNvSpPr/>
          <p:nvPr/>
        </p:nvSpPr>
        <p:spPr>
          <a:xfrm>
            <a:off x="812800" y="3096518"/>
            <a:ext cx="10566400" cy="0"/>
          </a:xfrm>
          <a:prstGeom prst="line">
            <a:avLst/>
          </a:prstGeom>
          <a:noFill/>
          <a:ln w="6350">
            <a:solidFill>
              <a:srgbClr val="D3E2D7"/>
            </a:solidFill>
            <a:prstDash val="solid"/>
          </a:ln>
        </p:spPr>
      </p:sp>
      <p:sp>
        <p:nvSpPr>
          <p:cNvPr id="38" name="Text 36"/>
          <p:cNvSpPr/>
          <p:nvPr/>
        </p:nvSpPr>
        <p:spPr>
          <a:xfrm>
            <a:off x="889000" y="2824163"/>
            <a:ext cx="2001393"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Carga OSL</a:t>
            </a:r>
            <a:endParaRPr lang="en-US" sz="1300" dirty="0"/>
          </a:p>
        </p:txBody>
      </p:sp>
      <p:sp>
        <p:nvSpPr>
          <p:cNvPr id="39" name="Text 37"/>
          <p:cNvSpPr/>
          <p:nvPr/>
        </p:nvSpPr>
        <p:spPr>
          <a:xfrm>
            <a:off x="2959100" y="2824163"/>
            <a:ext cx="6731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4A5D52"/>
                </a:solidFill>
                <a:latin typeface="IBM Plex Sans" pitchFamily="34" charset="0"/>
                <a:ea typeface="IBM Plex Sans" pitchFamily="34" charset="-122"/>
                <a:cs typeface="IBM Plex Sans" pitchFamily="34" charset="-120"/>
              </a:rPr>
              <a:t>134</a:t>
            </a:r>
            <a:endParaRPr lang="en-US" sz="1300" dirty="0"/>
          </a:p>
        </p:txBody>
      </p:sp>
      <p:sp>
        <p:nvSpPr>
          <p:cNvPr id="40" name="Shape 38"/>
          <p:cNvSpPr/>
          <p:nvPr/>
        </p:nvSpPr>
        <p:spPr>
          <a:xfrm>
            <a:off x="3733800" y="2844403"/>
            <a:ext cx="1584920" cy="190500"/>
          </a:xfrm>
          <a:custGeom>
            <a:avLst/>
            <a:gdLst/>
            <a:ahLst/>
            <a:cxnLst/>
            <a:rect l="l" t="t" r="r" b="b"/>
            <a:pathLst>
              <a:path w="1584920" h="190500">
                <a:moveTo>
                  <a:pt x="0" y="38100"/>
                </a:moveTo>
                <a:arcTo hR="38100" wR="38100" stAng="10800000" swAng="5400000"/>
                <a:lnTo>
                  <a:pt x="1584920" y="0"/>
                </a:lnTo>
                <a:lnTo>
                  <a:pt x="1584920" y="190500"/>
                </a:lnTo>
                <a:lnTo>
                  <a:pt x="38100" y="190500"/>
                </a:lnTo>
                <a:arcTo hR="38100" wR="38100" stAng="5400000" swAng="5400000"/>
                <a:close/>
              </a:path>
            </a:pathLst>
          </a:custGeom>
          <a:solidFill>
            <a:srgbClr val="0B5638"/>
          </a:solidFill>
          <a:ln/>
        </p:spPr>
      </p:sp>
      <p:sp>
        <p:nvSpPr>
          <p:cNvPr id="41" name="Shape 39"/>
          <p:cNvSpPr/>
          <p:nvPr/>
        </p:nvSpPr>
        <p:spPr>
          <a:xfrm>
            <a:off x="5318720" y="2844403"/>
            <a:ext cx="693440" cy="190500"/>
          </a:xfrm>
          <a:prstGeom prst="rect">
            <a:avLst/>
          </a:prstGeom>
          <a:solidFill>
            <a:srgbClr val="7FB894"/>
          </a:solidFill>
          <a:ln/>
        </p:spPr>
      </p:sp>
      <p:sp>
        <p:nvSpPr>
          <p:cNvPr id="42" name="Shape 40"/>
          <p:cNvSpPr/>
          <p:nvPr/>
        </p:nvSpPr>
        <p:spPr>
          <a:xfrm>
            <a:off x="6012160" y="2844403"/>
            <a:ext cx="990600" cy="190500"/>
          </a:xfrm>
          <a:prstGeom prst="rect">
            <a:avLst/>
          </a:prstGeom>
          <a:solidFill>
            <a:srgbClr val="9C8FC4"/>
          </a:solidFill>
          <a:ln/>
        </p:spPr>
      </p:sp>
      <p:sp>
        <p:nvSpPr>
          <p:cNvPr id="43" name="Shape 41"/>
          <p:cNvSpPr/>
          <p:nvPr/>
        </p:nvSpPr>
        <p:spPr>
          <a:xfrm>
            <a:off x="7002760" y="2844403"/>
            <a:ext cx="33040" cy="190500"/>
          </a:xfrm>
          <a:custGeom>
            <a:avLst/>
            <a:gdLst/>
            <a:ahLst/>
            <a:cxnLst/>
            <a:rect l="l" t="t" r="r" b="b"/>
            <a:pathLst>
              <a:path w="33040" h="190500">
                <a:moveTo>
                  <a:pt x="0" y="338"/>
                </a:moveTo>
                <a:arcTo hR="38100" wR="38100" stAng="16657929" swAng="4942071"/>
                <a:lnTo>
                  <a:pt x="33040" y="152400"/>
                </a:lnTo>
                <a:arcTo hR="38100" wR="38100" stAng="0" swAng="4942071"/>
                <a:close/>
              </a:path>
            </a:pathLst>
          </a:custGeom>
          <a:solidFill>
            <a:srgbClr val="B3261E"/>
          </a:solidFill>
          <a:ln/>
        </p:spPr>
      </p:sp>
      <p:sp>
        <p:nvSpPr>
          <p:cNvPr id="44" name="Text 42"/>
          <p:cNvSpPr/>
          <p:nvPr/>
        </p:nvSpPr>
        <p:spPr>
          <a:xfrm>
            <a:off x="6985000" y="2824163"/>
            <a:ext cx="11938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0B5638"/>
                </a:solidFill>
                <a:latin typeface="IBM Plex Sans" pitchFamily="34" charset="0"/>
                <a:ea typeface="IBM Plex Sans" pitchFamily="34" charset="-122"/>
                <a:cs typeface="IBM Plex Sans" pitchFamily="34" charset="-120"/>
              </a:rPr>
              <a:t>48 %</a:t>
            </a:r>
            <a:endParaRPr lang="en-US" sz="1300" dirty="0"/>
          </a:p>
        </p:txBody>
      </p:sp>
      <p:sp>
        <p:nvSpPr>
          <p:cNvPr id="45" name="Text 43"/>
          <p:cNvSpPr/>
          <p:nvPr/>
        </p:nvSpPr>
        <p:spPr>
          <a:xfrm>
            <a:off x="8128000" y="2824163"/>
            <a:ext cx="11303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2F6B47"/>
                </a:solidFill>
                <a:latin typeface="IBM Plex Sans" pitchFamily="34" charset="0"/>
                <a:ea typeface="IBM Plex Sans" pitchFamily="34" charset="-122"/>
                <a:cs typeface="IBM Plex Sans" pitchFamily="34" charset="-120"/>
              </a:rPr>
              <a:t>21 %</a:t>
            </a:r>
            <a:endParaRPr lang="en-US" sz="1300" dirty="0"/>
          </a:p>
        </p:txBody>
      </p:sp>
      <p:sp>
        <p:nvSpPr>
          <p:cNvPr id="46" name="Text 44"/>
          <p:cNvSpPr/>
          <p:nvPr/>
        </p:nvSpPr>
        <p:spPr>
          <a:xfrm>
            <a:off x="9207500" y="2824163"/>
            <a:ext cx="11303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4B3D7A"/>
                </a:solidFill>
                <a:latin typeface="IBM Plex Sans" pitchFamily="34" charset="0"/>
                <a:ea typeface="IBM Plex Sans" pitchFamily="34" charset="-122"/>
                <a:cs typeface="IBM Plex Sans" pitchFamily="34" charset="-120"/>
              </a:rPr>
              <a:t>30 %</a:t>
            </a:r>
            <a:endParaRPr lang="en-US" sz="1300" dirty="0"/>
          </a:p>
        </p:txBody>
      </p:sp>
      <p:sp>
        <p:nvSpPr>
          <p:cNvPr id="47" name="Text 45"/>
          <p:cNvSpPr/>
          <p:nvPr/>
        </p:nvSpPr>
        <p:spPr>
          <a:xfrm>
            <a:off x="10363200" y="2824163"/>
            <a:ext cx="9398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B3261E"/>
                </a:solidFill>
                <a:latin typeface="IBM Plex Sans" pitchFamily="34" charset="0"/>
                <a:ea typeface="IBM Plex Sans" pitchFamily="34" charset="-122"/>
                <a:cs typeface="IBM Plex Sans" pitchFamily="34" charset="-120"/>
              </a:rPr>
              <a:t>1 %</a:t>
            </a:r>
            <a:endParaRPr lang="en-US" sz="1300" dirty="0"/>
          </a:p>
        </p:txBody>
      </p:sp>
      <p:sp>
        <p:nvSpPr>
          <p:cNvPr id="48" name="Shape 46"/>
          <p:cNvSpPr/>
          <p:nvPr/>
        </p:nvSpPr>
        <p:spPr>
          <a:xfrm>
            <a:off x="812800" y="3099693"/>
            <a:ext cx="10566400" cy="313630"/>
          </a:xfrm>
          <a:prstGeom prst="rect">
            <a:avLst/>
          </a:prstGeom>
          <a:solidFill>
            <a:srgbClr val="FCFDFB"/>
          </a:solidFill>
          <a:ln/>
        </p:spPr>
      </p:sp>
      <p:sp>
        <p:nvSpPr>
          <p:cNvPr id="49" name="Shape 47"/>
          <p:cNvSpPr/>
          <p:nvPr/>
        </p:nvSpPr>
        <p:spPr>
          <a:xfrm>
            <a:off x="812800" y="3410148"/>
            <a:ext cx="10566400" cy="0"/>
          </a:xfrm>
          <a:prstGeom prst="line">
            <a:avLst/>
          </a:prstGeom>
          <a:noFill/>
          <a:ln w="6350">
            <a:solidFill>
              <a:srgbClr val="D3E2D7"/>
            </a:solidFill>
            <a:prstDash val="solid"/>
          </a:ln>
        </p:spPr>
      </p:sp>
      <p:sp>
        <p:nvSpPr>
          <p:cNvPr id="50" name="Text 48"/>
          <p:cNvSpPr/>
          <p:nvPr/>
        </p:nvSpPr>
        <p:spPr>
          <a:xfrm>
            <a:off x="889000" y="3137793"/>
            <a:ext cx="2001393"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Volcables</a:t>
            </a:r>
            <a:endParaRPr lang="en-US" sz="1300" dirty="0"/>
          </a:p>
        </p:txBody>
      </p:sp>
      <p:sp>
        <p:nvSpPr>
          <p:cNvPr id="51" name="Text 49"/>
          <p:cNvSpPr/>
          <p:nvPr/>
        </p:nvSpPr>
        <p:spPr>
          <a:xfrm>
            <a:off x="2959100" y="3137793"/>
            <a:ext cx="6731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4A5D52"/>
                </a:solidFill>
                <a:latin typeface="IBM Plex Sans" pitchFamily="34" charset="0"/>
                <a:ea typeface="IBM Plex Sans" pitchFamily="34" charset="-122"/>
                <a:cs typeface="IBM Plex Sans" pitchFamily="34" charset="-120"/>
              </a:rPr>
              <a:t>263</a:t>
            </a:r>
            <a:endParaRPr lang="en-US" sz="1300" dirty="0"/>
          </a:p>
        </p:txBody>
      </p:sp>
      <p:sp>
        <p:nvSpPr>
          <p:cNvPr id="52" name="Shape 50"/>
          <p:cNvSpPr/>
          <p:nvPr/>
        </p:nvSpPr>
        <p:spPr>
          <a:xfrm>
            <a:off x="3733800" y="3158034"/>
            <a:ext cx="1816100" cy="190500"/>
          </a:xfrm>
          <a:custGeom>
            <a:avLst/>
            <a:gdLst/>
            <a:ahLst/>
            <a:cxnLst/>
            <a:rect l="l" t="t" r="r" b="b"/>
            <a:pathLst>
              <a:path w="1816100" h="190500">
                <a:moveTo>
                  <a:pt x="0" y="38100"/>
                </a:moveTo>
                <a:arcTo hR="38100" wR="38100" stAng="10800000" swAng="5400000"/>
                <a:lnTo>
                  <a:pt x="1816100" y="0"/>
                </a:lnTo>
                <a:lnTo>
                  <a:pt x="1816100" y="190500"/>
                </a:lnTo>
                <a:lnTo>
                  <a:pt x="38100" y="190500"/>
                </a:lnTo>
                <a:arcTo hR="38100" wR="38100" stAng="5400000" swAng="5400000"/>
                <a:close/>
              </a:path>
            </a:pathLst>
          </a:custGeom>
          <a:solidFill>
            <a:srgbClr val="0B5638"/>
          </a:solidFill>
          <a:ln/>
        </p:spPr>
      </p:sp>
      <p:sp>
        <p:nvSpPr>
          <p:cNvPr id="53" name="Shape 51"/>
          <p:cNvSpPr/>
          <p:nvPr/>
        </p:nvSpPr>
        <p:spPr>
          <a:xfrm>
            <a:off x="5549900" y="3158034"/>
            <a:ext cx="627360" cy="190500"/>
          </a:xfrm>
          <a:prstGeom prst="rect">
            <a:avLst/>
          </a:prstGeom>
          <a:solidFill>
            <a:srgbClr val="7FB894"/>
          </a:solidFill>
          <a:ln/>
        </p:spPr>
      </p:sp>
      <p:sp>
        <p:nvSpPr>
          <p:cNvPr id="54" name="Shape 52"/>
          <p:cNvSpPr/>
          <p:nvPr/>
        </p:nvSpPr>
        <p:spPr>
          <a:xfrm>
            <a:off x="6177260" y="3158034"/>
            <a:ext cx="825500" cy="190500"/>
          </a:xfrm>
          <a:prstGeom prst="rect">
            <a:avLst/>
          </a:prstGeom>
          <a:solidFill>
            <a:srgbClr val="9C8FC4"/>
          </a:solidFill>
          <a:ln/>
        </p:spPr>
      </p:sp>
      <p:sp>
        <p:nvSpPr>
          <p:cNvPr id="55" name="Shape 53"/>
          <p:cNvSpPr/>
          <p:nvPr/>
        </p:nvSpPr>
        <p:spPr>
          <a:xfrm>
            <a:off x="7002760" y="3158034"/>
            <a:ext cx="33040" cy="190500"/>
          </a:xfrm>
          <a:custGeom>
            <a:avLst/>
            <a:gdLst/>
            <a:ahLst/>
            <a:cxnLst/>
            <a:rect l="l" t="t" r="r" b="b"/>
            <a:pathLst>
              <a:path w="33040" h="190500">
                <a:moveTo>
                  <a:pt x="0" y="338"/>
                </a:moveTo>
                <a:arcTo hR="38100" wR="38100" stAng="16657929" swAng="4942071"/>
                <a:lnTo>
                  <a:pt x="33040" y="152400"/>
                </a:lnTo>
                <a:arcTo hR="38100" wR="38100" stAng="0" swAng="4942071"/>
                <a:close/>
              </a:path>
            </a:pathLst>
          </a:custGeom>
          <a:solidFill>
            <a:srgbClr val="B3261E"/>
          </a:solidFill>
          <a:ln/>
        </p:spPr>
      </p:sp>
      <p:sp>
        <p:nvSpPr>
          <p:cNvPr id="56" name="Text 54"/>
          <p:cNvSpPr/>
          <p:nvPr/>
        </p:nvSpPr>
        <p:spPr>
          <a:xfrm>
            <a:off x="6985000" y="3137793"/>
            <a:ext cx="11938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0B5638"/>
                </a:solidFill>
                <a:latin typeface="IBM Plex Sans" pitchFamily="34" charset="0"/>
                <a:ea typeface="IBM Plex Sans" pitchFamily="34" charset="-122"/>
                <a:cs typeface="IBM Plex Sans" pitchFamily="34" charset="-120"/>
              </a:rPr>
              <a:t>55 %</a:t>
            </a:r>
            <a:endParaRPr lang="en-US" sz="1300" dirty="0"/>
          </a:p>
        </p:txBody>
      </p:sp>
      <p:sp>
        <p:nvSpPr>
          <p:cNvPr id="57" name="Text 55"/>
          <p:cNvSpPr/>
          <p:nvPr/>
        </p:nvSpPr>
        <p:spPr>
          <a:xfrm>
            <a:off x="8128000" y="3137793"/>
            <a:ext cx="11303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2F6B47"/>
                </a:solidFill>
                <a:latin typeface="IBM Plex Sans" pitchFamily="34" charset="0"/>
                <a:ea typeface="IBM Plex Sans" pitchFamily="34" charset="-122"/>
                <a:cs typeface="IBM Plex Sans" pitchFamily="34" charset="-120"/>
              </a:rPr>
              <a:t>19 %</a:t>
            </a:r>
            <a:endParaRPr lang="en-US" sz="1300" dirty="0"/>
          </a:p>
        </p:txBody>
      </p:sp>
      <p:sp>
        <p:nvSpPr>
          <p:cNvPr id="58" name="Text 56"/>
          <p:cNvSpPr/>
          <p:nvPr/>
        </p:nvSpPr>
        <p:spPr>
          <a:xfrm>
            <a:off x="9207500" y="3137793"/>
            <a:ext cx="11303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4B3D7A"/>
                </a:solidFill>
                <a:latin typeface="IBM Plex Sans" pitchFamily="34" charset="0"/>
                <a:ea typeface="IBM Plex Sans" pitchFamily="34" charset="-122"/>
                <a:cs typeface="IBM Plex Sans" pitchFamily="34" charset="-120"/>
              </a:rPr>
              <a:t>25 %</a:t>
            </a:r>
            <a:endParaRPr lang="en-US" sz="1300" dirty="0"/>
          </a:p>
        </p:txBody>
      </p:sp>
      <p:sp>
        <p:nvSpPr>
          <p:cNvPr id="59" name="Text 57"/>
          <p:cNvSpPr/>
          <p:nvPr/>
        </p:nvSpPr>
        <p:spPr>
          <a:xfrm>
            <a:off x="10363200" y="3137793"/>
            <a:ext cx="9398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B3261E"/>
                </a:solidFill>
                <a:latin typeface="IBM Plex Sans" pitchFamily="34" charset="0"/>
                <a:ea typeface="IBM Plex Sans" pitchFamily="34" charset="-122"/>
                <a:cs typeface="IBM Plex Sans" pitchFamily="34" charset="-120"/>
              </a:rPr>
              <a:t>1 %</a:t>
            </a:r>
            <a:endParaRPr lang="en-US" sz="1300" dirty="0"/>
          </a:p>
        </p:txBody>
      </p:sp>
      <p:sp>
        <p:nvSpPr>
          <p:cNvPr id="60" name="Shape 58"/>
          <p:cNvSpPr/>
          <p:nvPr/>
        </p:nvSpPr>
        <p:spPr>
          <a:xfrm>
            <a:off x="812800" y="3413323"/>
            <a:ext cx="10566400" cy="313630"/>
          </a:xfrm>
          <a:prstGeom prst="rect">
            <a:avLst/>
          </a:prstGeom>
          <a:solidFill>
            <a:srgbClr val="FCFDFB"/>
          </a:solidFill>
          <a:ln/>
        </p:spPr>
      </p:sp>
      <p:sp>
        <p:nvSpPr>
          <p:cNvPr id="61" name="Shape 59"/>
          <p:cNvSpPr/>
          <p:nvPr/>
        </p:nvSpPr>
        <p:spPr>
          <a:xfrm>
            <a:off x="812800" y="3723779"/>
            <a:ext cx="10566400" cy="0"/>
          </a:xfrm>
          <a:prstGeom prst="line">
            <a:avLst/>
          </a:prstGeom>
          <a:noFill/>
          <a:ln w="6350">
            <a:solidFill>
              <a:srgbClr val="D3E2D7"/>
            </a:solidFill>
            <a:prstDash val="solid"/>
          </a:ln>
        </p:spPr>
      </p:sp>
      <p:sp>
        <p:nvSpPr>
          <p:cNvPr id="62" name="Text 60"/>
          <p:cNvSpPr/>
          <p:nvPr/>
        </p:nvSpPr>
        <p:spPr>
          <a:xfrm>
            <a:off x="889000" y="3451423"/>
            <a:ext cx="2001393"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Balanza egreso</a:t>
            </a:r>
            <a:endParaRPr lang="en-US" sz="1300" dirty="0"/>
          </a:p>
        </p:txBody>
      </p:sp>
      <p:sp>
        <p:nvSpPr>
          <p:cNvPr id="63" name="Text 61"/>
          <p:cNvSpPr/>
          <p:nvPr/>
        </p:nvSpPr>
        <p:spPr>
          <a:xfrm>
            <a:off x="2959100" y="3451423"/>
            <a:ext cx="6731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4A5D52"/>
                </a:solidFill>
                <a:latin typeface="IBM Plex Sans" pitchFamily="34" charset="0"/>
                <a:ea typeface="IBM Plex Sans" pitchFamily="34" charset="-122"/>
                <a:cs typeface="IBM Plex Sans" pitchFamily="34" charset="-120"/>
              </a:rPr>
              <a:t>409</a:t>
            </a:r>
            <a:endParaRPr lang="en-US" sz="1300" dirty="0"/>
          </a:p>
        </p:txBody>
      </p:sp>
      <p:sp>
        <p:nvSpPr>
          <p:cNvPr id="64" name="Shape 62"/>
          <p:cNvSpPr/>
          <p:nvPr/>
        </p:nvSpPr>
        <p:spPr>
          <a:xfrm>
            <a:off x="3733800" y="3471664"/>
            <a:ext cx="1948160" cy="190500"/>
          </a:xfrm>
          <a:custGeom>
            <a:avLst/>
            <a:gdLst/>
            <a:ahLst/>
            <a:cxnLst/>
            <a:rect l="l" t="t" r="r" b="b"/>
            <a:pathLst>
              <a:path w="1948160" h="190500">
                <a:moveTo>
                  <a:pt x="0" y="38100"/>
                </a:moveTo>
                <a:arcTo hR="38100" wR="38100" stAng="10800000" swAng="5400000"/>
                <a:lnTo>
                  <a:pt x="1948160" y="0"/>
                </a:lnTo>
                <a:lnTo>
                  <a:pt x="1948160" y="190500"/>
                </a:lnTo>
                <a:lnTo>
                  <a:pt x="38100" y="190500"/>
                </a:lnTo>
                <a:arcTo hR="38100" wR="38100" stAng="5400000" swAng="5400000"/>
                <a:close/>
              </a:path>
            </a:pathLst>
          </a:custGeom>
          <a:solidFill>
            <a:srgbClr val="0B5638"/>
          </a:solidFill>
          <a:ln/>
        </p:spPr>
      </p:sp>
      <p:sp>
        <p:nvSpPr>
          <p:cNvPr id="65" name="Shape 63"/>
          <p:cNvSpPr/>
          <p:nvPr/>
        </p:nvSpPr>
        <p:spPr>
          <a:xfrm>
            <a:off x="5681960" y="3471664"/>
            <a:ext cx="363240" cy="190500"/>
          </a:xfrm>
          <a:prstGeom prst="rect">
            <a:avLst/>
          </a:prstGeom>
          <a:solidFill>
            <a:srgbClr val="7FB894"/>
          </a:solidFill>
          <a:ln/>
        </p:spPr>
      </p:sp>
      <p:sp>
        <p:nvSpPr>
          <p:cNvPr id="66" name="Shape 64"/>
          <p:cNvSpPr/>
          <p:nvPr/>
        </p:nvSpPr>
        <p:spPr>
          <a:xfrm>
            <a:off x="6045200" y="3471664"/>
            <a:ext cx="957560" cy="190500"/>
          </a:xfrm>
          <a:prstGeom prst="rect">
            <a:avLst/>
          </a:prstGeom>
          <a:solidFill>
            <a:srgbClr val="9C8FC4"/>
          </a:solidFill>
          <a:ln/>
        </p:spPr>
      </p:sp>
      <p:sp>
        <p:nvSpPr>
          <p:cNvPr id="67" name="Shape 65"/>
          <p:cNvSpPr/>
          <p:nvPr/>
        </p:nvSpPr>
        <p:spPr>
          <a:xfrm>
            <a:off x="7002760" y="3471664"/>
            <a:ext cx="33040" cy="190500"/>
          </a:xfrm>
          <a:custGeom>
            <a:avLst/>
            <a:gdLst/>
            <a:ahLst/>
            <a:cxnLst/>
            <a:rect l="l" t="t" r="r" b="b"/>
            <a:pathLst>
              <a:path w="33040" h="190500">
                <a:moveTo>
                  <a:pt x="0" y="338"/>
                </a:moveTo>
                <a:arcTo hR="38100" wR="38100" stAng="16657929" swAng="4942071"/>
                <a:lnTo>
                  <a:pt x="33040" y="152400"/>
                </a:lnTo>
                <a:arcTo hR="38100" wR="38100" stAng="0" swAng="4942071"/>
                <a:close/>
              </a:path>
            </a:pathLst>
          </a:custGeom>
          <a:solidFill>
            <a:srgbClr val="B3261E"/>
          </a:solidFill>
          <a:ln/>
        </p:spPr>
      </p:sp>
      <p:sp>
        <p:nvSpPr>
          <p:cNvPr id="68" name="Text 66"/>
          <p:cNvSpPr/>
          <p:nvPr/>
        </p:nvSpPr>
        <p:spPr>
          <a:xfrm>
            <a:off x="6985000" y="3451423"/>
            <a:ext cx="11938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0B5638"/>
                </a:solidFill>
                <a:latin typeface="IBM Plex Sans" pitchFamily="34" charset="0"/>
                <a:ea typeface="IBM Plex Sans" pitchFamily="34" charset="-122"/>
                <a:cs typeface="IBM Plex Sans" pitchFamily="34" charset="-120"/>
              </a:rPr>
              <a:t>59 %</a:t>
            </a:r>
            <a:endParaRPr lang="en-US" sz="1300" dirty="0"/>
          </a:p>
        </p:txBody>
      </p:sp>
      <p:sp>
        <p:nvSpPr>
          <p:cNvPr id="69" name="Text 67"/>
          <p:cNvSpPr/>
          <p:nvPr/>
        </p:nvSpPr>
        <p:spPr>
          <a:xfrm>
            <a:off x="8128000" y="3451423"/>
            <a:ext cx="11303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2F6B47"/>
                </a:solidFill>
                <a:latin typeface="IBM Plex Sans" pitchFamily="34" charset="0"/>
                <a:ea typeface="IBM Plex Sans" pitchFamily="34" charset="-122"/>
                <a:cs typeface="IBM Plex Sans" pitchFamily="34" charset="-120"/>
              </a:rPr>
              <a:t>11 %</a:t>
            </a:r>
            <a:endParaRPr lang="en-US" sz="1300" dirty="0"/>
          </a:p>
        </p:txBody>
      </p:sp>
      <p:sp>
        <p:nvSpPr>
          <p:cNvPr id="70" name="Text 68"/>
          <p:cNvSpPr/>
          <p:nvPr/>
        </p:nvSpPr>
        <p:spPr>
          <a:xfrm>
            <a:off x="9207500" y="3451423"/>
            <a:ext cx="11303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4B3D7A"/>
                </a:solidFill>
                <a:latin typeface="IBM Plex Sans" pitchFamily="34" charset="0"/>
                <a:ea typeface="IBM Plex Sans" pitchFamily="34" charset="-122"/>
                <a:cs typeface="IBM Plex Sans" pitchFamily="34" charset="-120"/>
              </a:rPr>
              <a:t>29 %</a:t>
            </a:r>
            <a:endParaRPr lang="en-US" sz="1300" dirty="0"/>
          </a:p>
        </p:txBody>
      </p:sp>
      <p:sp>
        <p:nvSpPr>
          <p:cNvPr id="71" name="Text 69"/>
          <p:cNvSpPr/>
          <p:nvPr/>
        </p:nvSpPr>
        <p:spPr>
          <a:xfrm>
            <a:off x="10363200" y="3451423"/>
            <a:ext cx="9398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B3261E"/>
                </a:solidFill>
                <a:latin typeface="IBM Plex Sans" pitchFamily="34" charset="0"/>
                <a:ea typeface="IBM Plex Sans" pitchFamily="34" charset="-122"/>
                <a:cs typeface="IBM Plex Sans" pitchFamily="34" charset="-120"/>
              </a:rPr>
              <a:t>1 %</a:t>
            </a:r>
            <a:endParaRPr lang="en-US" sz="1300" dirty="0"/>
          </a:p>
        </p:txBody>
      </p:sp>
      <p:sp>
        <p:nvSpPr>
          <p:cNvPr id="72" name="Shape 70"/>
          <p:cNvSpPr/>
          <p:nvPr/>
        </p:nvSpPr>
        <p:spPr>
          <a:xfrm>
            <a:off x="812800" y="3726954"/>
            <a:ext cx="10566400" cy="313630"/>
          </a:xfrm>
          <a:prstGeom prst="rect">
            <a:avLst/>
          </a:prstGeom>
          <a:solidFill>
            <a:srgbClr val="FCFDFB"/>
          </a:solidFill>
          <a:ln/>
        </p:spPr>
      </p:sp>
      <p:sp>
        <p:nvSpPr>
          <p:cNvPr id="73" name="Shape 71"/>
          <p:cNvSpPr/>
          <p:nvPr/>
        </p:nvSpPr>
        <p:spPr>
          <a:xfrm>
            <a:off x="812800" y="4037409"/>
            <a:ext cx="10566400" cy="0"/>
          </a:xfrm>
          <a:prstGeom prst="line">
            <a:avLst/>
          </a:prstGeom>
          <a:noFill/>
          <a:ln w="6350">
            <a:solidFill>
              <a:srgbClr val="D3E2D7"/>
            </a:solidFill>
            <a:prstDash val="solid"/>
          </a:ln>
        </p:spPr>
      </p:sp>
      <p:sp>
        <p:nvSpPr>
          <p:cNvPr id="74" name="Text 72"/>
          <p:cNvSpPr/>
          <p:nvPr/>
        </p:nvSpPr>
        <p:spPr>
          <a:xfrm>
            <a:off x="889000" y="3765054"/>
            <a:ext cx="2001393"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Egreso</a:t>
            </a:r>
            <a:endParaRPr lang="en-US" sz="1300" dirty="0"/>
          </a:p>
        </p:txBody>
      </p:sp>
      <p:sp>
        <p:nvSpPr>
          <p:cNvPr id="75" name="Text 73"/>
          <p:cNvSpPr/>
          <p:nvPr/>
        </p:nvSpPr>
        <p:spPr>
          <a:xfrm>
            <a:off x="2959100" y="3765054"/>
            <a:ext cx="6731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4A5D52"/>
                </a:solidFill>
                <a:latin typeface="IBM Plex Sans" pitchFamily="34" charset="0"/>
                <a:ea typeface="IBM Plex Sans" pitchFamily="34" charset="-122"/>
                <a:cs typeface="IBM Plex Sans" pitchFamily="34" charset="-120"/>
              </a:rPr>
              <a:t>409</a:t>
            </a:r>
            <a:endParaRPr lang="en-US" sz="1300" dirty="0"/>
          </a:p>
        </p:txBody>
      </p:sp>
      <p:sp>
        <p:nvSpPr>
          <p:cNvPr id="76" name="Shape 74"/>
          <p:cNvSpPr/>
          <p:nvPr/>
        </p:nvSpPr>
        <p:spPr>
          <a:xfrm>
            <a:off x="3733800" y="3785295"/>
            <a:ext cx="2344440" cy="190500"/>
          </a:xfrm>
          <a:custGeom>
            <a:avLst/>
            <a:gdLst/>
            <a:ahLst/>
            <a:cxnLst/>
            <a:rect l="l" t="t" r="r" b="b"/>
            <a:pathLst>
              <a:path w="2344440" h="190500">
                <a:moveTo>
                  <a:pt x="0" y="38100"/>
                </a:moveTo>
                <a:arcTo hR="38100" wR="38100" stAng="10800000" swAng="5400000"/>
                <a:lnTo>
                  <a:pt x="2344440" y="0"/>
                </a:lnTo>
                <a:lnTo>
                  <a:pt x="2344440" y="190500"/>
                </a:lnTo>
                <a:lnTo>
                  <a:pt x="38100" y="190500"/>
                </a:lnTo>
                <a:arcTo hR="38100" wR="38100" stAng="5400000" swAng="5400000"/>
                <a:close/>
              </a:path>
            </a:pathLst>
          </a:custGeom>
          <a:solidFill>
            <a:srgbClr val="0B5638"/>
          </a:solidFill>
          <a:ln/>
        </p:spPr>
      </p:sp>
      <p:sp>
        <p:nvSpPr>
          <p:cNvPr id="77" name="Shape 75"/>
          <p:cNvSpPr/>
          <p:nvPr/>
        </p:nvSpPr>
        <p:spPr>
          <a:xfrm>
            <a:off x="6078240" y="3785295"/>
            <a:ext cx="594320" cy="190500"/>
          </a:xfrm>
          <a:prstGeom prst="rect">
            <a:avLst/>
          </a:prstGeom>
          <a:solidFill>
            <a:srgbClr val="7FB894"/>
          </a:solidFill>
          <a:ln/>
        </p:spPr>
      </p:sp>
      <p:sp>
        <p:nvSpPr>
          <p:cNvPr id="78" name="Shape 76"/>
          <p:cNvSpPr/>
          <p:nvPr/>
        </p:nvSpPr>
        <p:spPr>
          <a:xfrm>
            <a:off x="6672560" y="3785295"/>
            <a:ext cx="330200" cy="190500"/>
          </a:xfrm>
          <a:prstGeom prst="rect">
            <a:avLst/>
          </a:prstGeom>
          <a:solidFill>
            <a:srgbClr val="9C8FC4"/>
          </a:solidFill>
          <a:ln/>
        </p:spPr>
      </p:sp>
      <p:sp>
        <p:nvSpPr>
          <p:cNvPr id="79" name="Shape 77"/>
          <p:cNvSpPr/>
          <p:nvPr/>
        </p:nvSpPr>
        <p:spPr>
          <a:xfrm>
            <a:off x="7002760" y="3785295"/>
            <a:ext cx="33040" cy="190500"/>
          </a:xfrm>
          <a:custGeom>
            <a:avLst/>
            <a:gdLst/>
            <a:ahLst/>
            <a:cxnLst/>
            <a:rect l="l" t="t" r="r" b="b"/>
            <a:pathLst>
              <a:path w="33040" h="190500">
                <a:moveTo>
                  <a:pt x="0" y="338"/>
                </a:moveTo>
                <a:arcTo hR="38100" wR="38100" stAng="16657929" swAng="4942071"/>
                <a:lnTo>
                  <a:pt x="33040" y="152400"/>
                </a:lnTo>
                <a:arcTo hR="38100" wR="38100" stAng="0" swAng="4942071"/>
                <a:close/>
              </a:path>
            </a:pathLst>
          </a:custGeom>
          <a:solidFill>
            <a:srgbClr val="B3261E"/>
          </a:solidFill>
          <a:ln/>
        </p:spPr>
      </p:sp>
      <p:sp>
        <p:nvSpPr>
          <p:cNvPr id="80" name="Text 78"/>
          <p:cNvSpPr/>
          <p:nvPr/>
        </p:nvSpPr>
        <p:spPr>
          <a:xfrm>
            <a:off x="6985000" y="3765054"/>
            <a:ext cx="11938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0B5638"/>
                </a:solidFill>
                <a:latin typeface="IBM Plex Sans" pitchFamily="34" charset="0"/>
                <a:ea typeface="IBM Plex Sans" pitchFamily="34" charset="-122"/>
                <a:cs typeface="IBM Plex Sans" pitchFamily="34" charset="-120"/>
              </a:rPr>
              <a:t>71 %</a:t>
            </a:r>
            <a:endParaRPr lang="en-US" sz="1300" dirty="0"/>
          </a:p>
        </p:txBody>
      </p:sp>
      <p:sp>
        <p:nvSpPr>
          <p:cNvPr id="81" name="Text 79"/>
          <p:cNvSpPr/>
          <p:nvPr/>
        </p:nvSpPr>
        <p:spPr>
          <a:xfrm>
            <a:off x="8128000" y="3765054"/>
            <a:ext cx="11303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2F6B47"/>
                </a:solidFill>
                <a:latin typeface="IBM Plex Sans" pitchFamily="34" charset="0"/>
                <a:ea typeface="IBM Plex Sans" pitchFamily="34" charset="-122"/>
                <a:cs typeface="IBM Plex Sans" pitchFamily="34" charset="-120"/>
              </a:rPr>
              <a:t>18 %</a:t>
            </a:r>
            <a:endParaRPr lang="en-US" sz="1300" dirty="0"/>
          </a:p>
        </p:txBody>
      </p:sp>
      <p:sp>
        <p:nvSpPr>
          <p:cNvPr id="82" name="Text 80"/>
          <p:cNvSpPr/>
          <p:nvPr/>
        </p:nvSpPr>
        <p:spPr>
          <a:xfrm>
            <a:off x="9207500" y="3765054"/>
            <a:ext cx="11303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4B3D7A"/>
                </a:solidFill>
                <a:latin typeface="IBM Plex Sans" pitchFamily="34" charset="0"/>
                <a:ea typeface="IBM Plex Sans" pitchFamily="34" charset="-122"/>
                <a:cs typeface="IBM Plex Sans" pitchFamily="34" charset="-120"/>
              </a:rPr>
              <a:t>10 %</a:t>
            </a:r>
            <a:endParaRPr lang="en-US" sz="1300" dirty="0"/>
          </a:p>
        </p:txBody>
      </p:sp>
      <p:sp>
        <p:nvSpPr>
          <p:cNvPr id="83" name="Text 81"/>
          <p:cNvSpPr/>
          <p:nvPr/>
        </p:nvSpPr>
        <p:spPr>
          <a:xfrm>
            <a:off x="10363200" y="3765054"/>
            <a:ext cx="9398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B3261E"/>
                </a:solidFill>
                <a:latin typeface="IBM Plex Sans" pitchFamily="34" charset="0"/>
                <a:ea typeface="IBM Plex Sans" pitchFamily="34" charset="-122"/>
                <a:cs typeface="IBM Plex Sans" pitchFamily="34" charset="-120"/>
              </a:rPr>
              <a:t>1 %</a:t>
            </a:r>
            <a:endParaRPr lang="en-US" sz="1300" dirty="0"/>
          </a:p>
        </p:txBody>
      </p:sp>
      <p:sp>
        <p:nvSpPr>
          <p:cNvPr id="84" name="Shape 82"/>
          <p:cNvSpPr/>
          <p:nvPr/>
        </p:nvSpPr>
        <p:spPr>
          <a:xfrm>
            <a:off x="812800" y="4040584"/>
            <a:ext cx="10566400" cy="313630"/>
          </a:xfrm>
          <a:prstGeom prst="rect">
            <a:avLst/>
          </a:prstGeom>
          <a:solidFill>
            <a:srgbClr val="E3ECE5"/>
          </a:solidFill>
          <a:ln/>
        </p:spPr>
      </p:sp>
      <p:sp>
        <p:nvSpPr>
          <p:cNvPr id="85" name="Shape 83"/>
          <p:cNvSpPr/>
          <p:nvPr/>
        </p:nvSpPr>
        <p:spPr>
          <a:xfrm>
            <a:off x="812800" y="4351040"/>
            <a:ext cx="10566400" cy="0"/>
          </a:xfrm>
          <a:prstGeom prst="line">
            <a:avLst/>
          </a:prstGeom>
          <a:noFill/>
          <a:ln w="6350">
            <a:solidFill>
              <a:srgbClr val="D3E2D7"/>
            </a:solidFill>
            <a:prstDash val="solid"/>
          </a:ln>
        </p:spPr>
      </p:sp>
      <p:sp>
        <p:nvSpPr>
          <p:cNvPr id="86" name="Text 84"/>
          <p:cNvSpPr/>
          <p:nvPr/>
        </p:nvSpPr>
        <p:spPr>
          <a:xfrm>
            <a:off x="889000" y="4078684"/>
            <a:ext cx="2001393"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Total puerto</a:t>
            </a:r>
            <a:endParaRPr lang="en-US" sz="1300" dirty="0"/>
          </a:p>
        </p:txBody>
      </p:sp>
      <p:sp>
        <p:nvSpPr>
          <p:cNvPr id="87" name="Text 85"/>
          <p:cNvSpPr/>
          <p:nvPr/>
        </p:nvSpPr>
        <p:spPr>
          <a:xfrm>
            <a:off x="2959100" y="4078684"/>
            <a:ext cx="6731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4A5D52"/>
                </a:solidFill>
                <a:latin typeface="IBM Plex Sans" pitchFamily="34" charset="0"/>
                <a:ea typeface="IBM Plex Sans" pitchFamily="34" charset="-122"/>
                <a:cs typeface="IBM Plex Sans" pitchFamily="34" charset="-120"/>
              </a:rPr>
              <a:t>2041</a:t>
            </a:r>
            <a:endParaRPr lang="en-US" sz="1300" dirty="0"/>
          </a:p>
        </p:txBody>
      </p:sp>
      <p:sp>
        <p:nvSpPr>
          <p:cNvPr id="88" name="Shape 86"/>
          <p:cNvSpPr/>
          <p:nvPr/>
        </p:nvSpPr>
        <p:spPr>
          <a:xfrm>
            <a:off x="3733800" y="4098925"/>
            <a:ext cx="2113260" cy="190500"/>
          </a:xfrm>
          <a:custGeom>
            <a:avLst/>
            <a:gdLst/>
            <a:ahLst/>
            <a:cxnLst/>
            <a:rect l="l" t="t" r="r" b="b"/>
            <a:pathLst>
              <a:path w="2113260" h="190500">
                <a:moveTo>
                  <a:pt x="0" y="38100"/>
                </a:moveTo>
                <a:arcTo hR="38100" wR="38100" stAng="10800000" swAng="5400000"/>
                <a:lnTo>
                  <a:pt x="2113260" y="0"/>
                </a:lnTo>
                <a:lnTo>
                  <a:pt x="2113260" y="190500"/>
                </a:lnTo>
                <a:lnTo>
                  <a:pt x="38100" y="190500"/>
                </a:lnTo>
                <a:arcTo hR="38100" wR="38100" stAng="5400000" swAng="5400000"/>
                <a:close/>
              </a:path>
            </a:pathLst>
          </a:custGeom>
          <a:solidFill>
            <a:srgbClr val="0B5638"/>
          </a:solidFill>
          <a:ln/>
        </p:spPr>
      </p:sp>
      <p:sp>
        <p:nvSpPr>
          <p:cNvPr id="89" name="Shape 87"/>
          <p:cNvSpPr/>
          <p:nvPr/>
        </p:nvSpPr>
        <p:spPr>
          <a:xfrm>
            <a:off x="5847060" y="4098925"/>
            <a:ext cx="594320" cy="190500"/>
          </a:xfrm>
          <a:prstGeom prst="rect">
            <a:avLst/>
          </a:prstGeom>
          <a:solidFill>
            <a:srgbClr val="7FB894"/>
          </a:solidFill>
          <a:ln/>
        </p:spPr>
      </p:sp>
      <p:sp>
        <p:nvSpPr>
          <p:cNvPr id="90" name="Shape 88"/>
          <p:cNvSpPr/>
          <p:nvPr/>
        </p:nvSpPr>
        <p:spPr>
          <a:xfrm>
            <a:off x="6441380" y="4098925"/>
            <a:ext cx="561380" cy="190500"/>
          </a:xfrm>
          <a:prstGeom prst="rect">
            <a:avLst/>
          </a:prstGeom>
          <a:solidFill>
            <a:srgbClr val="9C8FC4"/>
          </a:solidFill>
          <a:ln/>
        </p:spPr>
      </p:sp>
      <p:sp>
        <p:nvSpPr>
          <p:cNvPr id="91" name="Shape 89"/>
          <p:cNvSpPr/>
          <p:nvPr/>
        </p:nvSpPr>
        <p:spPr>
          <a:xfrm>
            <a:off x="7002760" y="4098925"/>
            <a:ext cx="33040" cy="190500"/>
          </a:xfrm>
          <a:custGeom>
            <a:avLst/>
            <a:gdLst/>
            <a:ahLst/>
            <a:cxnLst/>
            <a:rect l="l" t="t" r="r" b="b"/>
            <a:pathLst>
              <a:path w="33040" h="190500">
                <a:moveTo>
                  <a:pt x="0" y="338"/>
                </a:moveTo>
                <a:arcTo hR="38100" wR="38100" stAng="16657929" swAng="4942071"/>
                <a:lnTo>
                  <a:pt x="33040" y="152400"/>
                </a:lnTo>
                <a:arcTo hR="38100" wR="38100" stAng="0" swAng="4942071"/>
                <a:close/>
              </a:path>
            </a:pathLst>
          </a:custGeom>
          <a:solidFill>
            <a:srgbClr val="B3261E"/>
          </a:solidFill>
          <a:ln/>
        </p:spPr>
      </p:sp>
      <p:sp>
        <p:nvSpPr>
          <p:cNvPr id="92" name="Text 90"/>
          <p:cNvSpPr/>
          <p:nvPr/>
        </p:nvSpPr>
        <p:spPr>
          <a:xfrm>
            <a:off x="6985000" y="4078684"/>
            <a:ext cx="11938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0B5638"/>
                </a:solidFill>
                <a:latin typeface="IBM Plex Sans" pitchFamily="34" charset="0"/>
                <a:ea typeface="IBM Plex Sans" pitchFamily="34" charset="-122"/>
                <a:cs typeface="IBM Plex Sans" pitchFamily="34" charset="-120"/>
              </a:rPr>
              <a:t>64 %</a:t>
            </a:r>
            <a:endParaRPr lang="en-US" sz="1300" dirty="0"/>
          </a:p>
        </p:txBody>
      </p:sp>
      <p:sp>
        <p:nvSpPr>
          <p:cNvPr id="93" name="Text 91"/>
          <p:cNvSpPr/>
          <p:nvPr/>
        </p:nvSpPr>
        <p:spPr>
          <a:xfrm>
            <a:off x="8128000" y="4078684"/>
            <a:ext cx="11303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2F6B47"/>
                </a:solidFill>
                <a:latin typeface="IBM Plex Sans" pitchFamily="34" charset="0"/>
                <a:ea typeface="IBM Plex Sans" pitchFamily="34" charset="-122"/>
                <a:cs typeface="IBM Plex Sans" pitchFamily="34" charset="-120"/>
              </a:rPr>
              <a:t>18 %</a:t>
            </a:r>
            <a:endParaRPr lang="en-US" sz="1300" dirty="0"/>
          </a:p>
        </p:txBody>
      </p:sp>
      <p:sp>
        <p:nvSpPr>
          <p:cNvPr id="94" name="Text 92"/>
          <p:cNvSpPr/>
          <p:nvPr/>
        </p:nvSpPr>
        <p:spPr>
          <a:xfrm>
            <a:off x="9207500" y="4078684"/>
            <a:ext cx="11303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4B3D7A"/>
                </a:solidFill>
                <a:latin typeface="IBM Plex Sans" pitchFamily="34" charset="0"/>
                <a:ea typeface="IBM Plex Sans" pitchFamily="34" charset="-122"/>
                <a:cs typeface="IBM Plex Sans" pitchFamily="34" charset="-120"/>
              </a:rPr>
              <a:t>17 %</a:t>
            </a:r>
            <a:endParaRPr lang="en-US" sz="1300" dirty="0"/>
          </a:p>
        </p:txBody>
      </p:sp>
      <p:sp>
        <p:nvSpPr>
          <p:cNvPr id="95" name="Text 93"/>
          <p:cNvSpPr/>
          <p:nvPr/>
        </p:nvSpPr>
        <p:spPr>
          <a:xfrm>
            <a:off x="10363200" y="4078684"/>
            <a:ext cx="9398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B3261E"/>
                </a:solidFill>
                <a:latin typeface="IBM Plex Sans" pitchFamily="34" charset="0"/>
                <a:ea typeface="IBM Plex Sans" pitchFamily="34" charset="-122"/>
                <a:cs typeface="IBM Plex Sans" pitchFamily="34" charset="-120"/>
              </a:rPr>
              <a:t>1 %</a:t>
            </a:r>
            <a:endParaRPr lang="en-US" sz="1300" dirty="0"/>
          </a:p>
        </p:txBody>
      </p:sp>
      <p:sp>
        <p:nvSpPr>
          <p:cNvPr id="96" name="Shape 94"/>
          <p:cNvSpPr/>
          <p:nvPr/>
        </p:nvSpPr>
        <p:spPr>
          <a:xfrm>
            <a:off x="812800" y="4524375"/>
            <a:ext cx="177800" cy="177800"/>
          </a:xfrm>
          <a:prstGeom prst="roundRect">
            <a:avLst>
              <a:gd name="adj" fmla="val 21429"/>
            </a:avLst>
          </a:prstGeom>
          <a:solidFill>
            <a:srgbClr val="0B5638"/>
          </a:solidFill>
          <a:ln/>
        </p:spPr>
      </p:sp>
      <p:sp>
        <p:nvSpPr>
          <p:cNvPr id="97" name="Text 95"/>
          <p:cNvSpPr/>
          <p:nvPr/>
        </p:nvSpPr>
        <p:spPr>
          <a:xfrm>
            <a:off x="1054100" y="4506615"/>
            <a:ext cx="1225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Leyó la cámara</a:t>
            </a:r>
            <a:endParaRPr lang="en-US" sz="1200" dirty="0"/>
          </a:p>
        </p:txBody>
      </p:sp>
      <p:sp>
        <p:nvSpPr>
          <p:cNvPr id="98" name="Shape 96"/>
          <p:cNvSpPr/>
          <p:nvPr/>
        </p:nvSpPr>
        <p:spPr>
          <a:xfrm>
            <a:off x="2279650" y="4524375"/>
            <a:ext cx="177800" cy="177800"/>
          </a:xfrm>
          <a:prstGeom prst="roundRect">
            <a:avLst>
              <a:gd name="adj" fmla="val 21429"/>
            </a:avLst>
          </a:prstGeom>
          <a:solidFill>
            <a:srgbClr val="7FB894"/>
          </a:solidFill>
          <a:ln/>
        </p:spPr>
      </p:sp>
      <p:sp>
        <p:nvSpPr>
          <p:cNvPr id="99" name="Text 97"/>
          <p:cNvSpPr/>
          <p:nvPr/>
        </p:nvSpPr>
        <p:spPr>
          <a:xfrm>
            <a:off x="2520950" y="4506615"/>
            <a:ext cx="108906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Reconstruido</a:t>
            </a:r>
            <a:endParaRPr lang="en-US" sz="1200" dirty="0"/>
          </a:p>
        </p:txBody>
      </p:sp>
      <p:sp>
        <p:nvSpPr>
          <p:cNvPr id="100" name="Shape 98"/>
          <p:cNvSpPr/>
          <p:nvPr/>
        </p:nvSpPr>
        <p:spPr>
          <a:xfrm>
            <a:off x="3631704" y="4524375"/>
            <a:ext cx="177800" cy="177800"/>
          </a:xfrm>
          <a:prstGeom prst="roundRect">
            <a:avLst>
              <a:gd name="adj" fmla="val 21429"/>
            </a:avLst>
          </a:prstGeom>
          <a:solidFill>
            <a:srgbClr val="9C8FC4"/>
          </a:solidFill>
          <a:ln/>
        </p:spPr>
      </p:sp>
      <p:sp>
        <p:nvSpPr>
          <p:cNvPr id="101" name="Text 99"/>
          <p:cNvSpPr/>
          <p:nvPr/>
        </p:nvSpPr>
        <p:spPr>
          <a:xfrm>
            <a:off x="3873004" y="4506615"/>
            <a:ext cx="77926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Deducido</a:t>
            </a:r>
            <a:endParaRPr lang="en-US" sz="1200" dirty="0"/>
          </a:p>
        </p:txBody>
      </p:sp>
      <p:sp>
        <p:nvSpPr>
          <p:cNvPr id="102" name="Shape 100"/>
          <p:cNvSpPr/>
          <p:nvPr/>
        </p:nvSpPr>
        <p:spPr>
          <a:xfrm>
            <a:off x="4725591" y="4524375"/>
            <a:ext cx="177800" cy="177800"/>
          </a:xfrm>
          <a:prstGeom prst="roundRect">
            <a:avLst>
              <a:gd name="adj" fmla="val 21429"/>
            </a:avLst>
          </a:prstGeom>
          <a:solidFill>
            <a:srgbClr val="B3261E"/>
          </a:solidFill>
          <a:ln/>
        </p:spPr>
      </p:sp>
      <p:sp>
        <p:nvSpPr>
          <p:cNvPr id="103" name="Text 101"/>
          <p:cNvSpPr/>
          <p:nvPr/>
        </p:nvSpPr>
        <p:spPr>
          <a:xfrm>
            <a:off x="4966891" y="4506615"/>
            <a:ext cx="40326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Falta</a:t>
            </a:r>
            <a:endParaRPr lang="en-US" sz="1200" dirty="0"/>
          </a:p>
        </p:txBody>
      </p:sp>
      <p:pic>
        <p:nvPicPr>
          <p:cNvPr id="104" name="Image 0" descr="Nueva Vicentin Argentina">    </p:cNvPr>
          <p:cNvPicPr>
            <a:picLocks noChangeAspect="1"/>
          </p:cNvPicPr>
          <p:nvPr/>
        </p:nvPicPr>
        <p:blipFill>
          <a:blip r:embed="rId1"/>
          <a:srcRect l="-167" r="-167" t="0" b="0"/>
          <a:stretch/>
        </p:blipFill>
        <p:spPr>
          <a:xfrm>
            <a:off x="812800" y="6197600"/>
            <a:ext cx="571500" cy="304800"/>
          </a:xfrm>
          <a:prstGeom prst="rect">
            <a:avLst/>
          </a:prstGeom>
        </p:spPr>
      </p:pic>
      <p:pic>
        <p:nvPicPr>
          <p:cNvPr id="105" name="Image 1" descr="Bimtrazer">    </p:cNvPr>
          <p:cNvPicPr>
            <a:picLocks noChangeAspect="1"/>
          </p:cNvPicPr>
          <p:nvPr/>
        </p:nvPicPr>
        <p:blipFill>
          <a:blip r:embed="rId2"/>
          <a:srcRect l="0" r="0" t="-63" b="-63"/>
          <a:stretch/>
        </p:blipFill>
        <p:spPr>
          <a:xfrm>
            <a:off x="10731500" y="6197600"/>
            <a:ext cx="647700" cy="304800"/>
          </a:xfrm>
          <a:prstGeom prst="rect">
            <a:avLst/>
          </a:prstGeom>
        </p:spPr>
      </p:pic>
      <p:sp>
        <p:nvSpPr>
          <p:cNvPr id="106" name="Text 102"/>
          <p:cNvSpPr/>
          <p:nvPr/>
        </p:nvSpPr>
        <p:spPr>
          <a:xfrm>
            <a:off x="1517650" y="6235700"/>
            <a:ext cx="91567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Algoritmo por lote · pasos = camiones del lote que debían pasar por el nodo según su circuito · 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8F4"/>
        </a:solidFill>
      </p:bgPr>
    </p:bg>
    <p:spTree>
      <p:nvGrpSpPr>
        <p:cNvPr id="1" name=""/>
        <p:cNvGrpSpPr/>
        <p:nvPr/>
      </p:nvGrpSpPr>
      <p:grpSpPr>
        <a:xfrm>
          <a:off x="0" y="0"/>
          <a:ext cx="0" cy="0"/>
          <a:chOff x="0" y="0"/>
          <a:chExt cx="0" cy="0"/>
        </a:xfrm>
      </p:grpSpPr>
      <p:sp>
        <p:nvSpPr>
          <p:cNvPr id="2" name="Text 0"/>
          <p:cNvSpPr/>
          <p:nvPr/>
        </p:nvSpPr>
        <p:spPr>
          <a:xfrm>
            <a:off x="812800" y="711200"/>
            <a:ext cx="2886670" cy="289520"/>
          </a:xfrm>
          <a:custGeom>
            <a:avLst/>
            <a:gdLst/>
            <a:ahLst/>
            <a:cxnLst/>
            <a:rect l="l" t="t" r="r" b="b"/>
            <a:pathLst>
              <a:path w="2886670" h="289520">
                <a:moveTo>
                  <a:pt x="144760" y="0"/>
                </a:moveTo>
                <a:lnTo>
                  <a:pt x="2741910" y="0"/>
                </a:lnTo>
                <a:arcTo hR="144760" wR="144760" stAng="16200000" swAng="5400000"/>
                <a:lnTo>
                  <a:pt x="2886670" y="144760"/>
                </a:lnTo>
                <a:arcTo hR="144760" wR="144760" stAng="0" swAng="5400000"/>
                <a:lnTo>
                  <a:pt x="144760" y="289520"/>
                </a:lnTo>
                <a:arcTo hR="144760" wR="144760" stAng="5400000" swAng="5400000"/>
                <a:lnTo>
                  <a:pt x="0" y="144760"/>
                </a:lnTo>
                <a:arcTo hR="144760" wR="144760" stAng="10800000" swAng="5400000"/>
                <a:close/>
              </a:path>
            </a:pathLst>
          </a:custGeom>
          <a:solidFill>
            <a:srgbClr val="2E1B4E"/>
          </a:solidFill>
          <a:ln/>
        </p:spPr>
        <p:txBody>
          <a:bodyPr wrap="none" lIns="0" tIns="0" rIns="0" bIns="0" rtlCol="0" anchor="ctr">
            <a:normAutofit/>
          </a:bodyPr>
          <a:lstStyle/>
          <a:p>
            <a:pPr algn="ctr" indent="0" marL="0">
              <a:lnSpc>
                <a:spcPts val="1680"/>
              </a:lnSpc>
              <a:buNone/>
            </a:pPr>
            <a:r>
              <a:rPr lang="en-US" sz="1200" b="1" spc="100" kern="0" dirty="0">
                <a:solidFill>
                  <a:srgbClr val="F1F6F2"/>
                </a:solidFill>
                <a:latin typeface="IBM Plex Sans" pitchFamily="34" charset="0"/>
                <a:ea typeface="IBM Plex Sans" pitchFamily="34" charset="-122"/>
                <a:cs typeface="IBM Plex Sans" pitchFamily="34" charset="-120"/>
              </a:rPr>
              <a:t>EJEMPLOS · TRES CAMIONES R7</a:t>
            </a:r>
            <a:endParaRPr lang="en-US" sz="1200" dirty="0"/>
          </a:p>
        </p:txBody>
      </p:sp>
      <p:sp>
        <p:nvSpPr>
          <p:cNvPr id="3" name="Text 1"/>
          <p:cNvSpPr/>
          <p:nvPr>
            <p:ph type="title"/>
          </p:nvPr>
        </p:nvSpPr>
        <p:spPr>
          <a:xfrm>
            <a:off x="812800" y="1076920"/>
            <a:ext cx="10883392" cy="332680"/>
          </a:xfrm>
          <a:prstGeom prst="rect">
            <a:avLst/>
          </a:prstGeom>
          <a:noFill/>
          <a:ln/>
        </p:spPr>
        <p:txBody>
          <a:bodyPr wrap="square" lIns="0" tIns="0" rIns="0" bIns="0" rtlCol="0" anchor="t">
            <a:normAutofit/>
          </a:bodyPr>
          <a:lstStyle/>
          <a:p>
            <a:pPr algn="l" indent="0" marL="0">
              <a:lnSpc>
                <a:spcPts val="2420"/>
              </a:lnSpc>
              <a:buNone/>
            </a:pPr>
            <a:r>
              <a:rPr lang="en-US" sz="2200" b="1" i="0" dirty="0">
                <a:solidFill>
                  <a:srgbClr val="14281E"/>
                </a:solidFill>
                <a:latin typeface="IBM Plex Sans" pitchFamily="34" charset="0"/>
                <a:ea typeface="IBM Plex Sans" pitchFamily="34" charset="-122"/>
                <a:cs typeface="IBM Plex Sans" pitchFamily="34" charset="-120"/>
              </a:rPr>
              <a:t>Así queda el recorrido: leído por la cámara, reconstruido o deducido</a:t>
            </a:r>
            <a:endParaRPr lang="en-US" sz="2200" dirty="0"/>
          </a:p>
        </p:txBody>
      </p:sp>
      <p:sp>
        <p:nvSpPr>
          <p:cNvPr id="4" name="Text 2"/>
          <p:cNvSpPr/>
          <p:nvPr/>
        </p:nvSpPr>
        <p:spPr>
          <a:xfrm>
            <a:off x="812800" y="1536601"/>
            <a:ext cx="1676400" cy="528241"/>
          </a:xfrm>
          <a:prstGeom prst="rect">
            <a:avLst/>
          </a:prstGeom>
          <a:solidFill>
            <a:srgbClr val="0B5638"/>
          </a:solidFill>
          <a:ln/>
        </p:spPr>
        <p:txBody>
          <a:bodyPr wrap="square" lIns="76200" tIns="50800" rIns="25400" bIns="25400" rtlCol="0" anchor="t">
            <a:normAutofit/>
          </a:bodyPr>
          <a:lstStyle/>
          <a:p>
            <a:pPr algn="l" indent="0" marL="0">
              <a:lnSpc>
                <a:spcPts val="1680"/>
              </a:lnSpc>
              <a:buNone/>
            </a:pPr>
            <a:r>
              <a:rPr lang="en-US" sz="1200" b="1" dirty="0">
                <a:solidFill>
                  <a:srgbClr val="F1F6F2"/>
                </a:solidFill>
                <a:latin typeface="IBM Plex Sans" pitchFamily="34" charset="0"/>
                <a:ea typeface="IBM Plex Sans" pitchFamily="34" charset="-122"/>
                <a:cs typeface="IBM Plex Sans" pitchFamily="34" charset="-120"/>
              </a:rPr>
              <a:t>Camión</a:t>
            </a:r>
            <a:endParaRPr lang="en-US" sz="1200" dirty="0"/>
          </a:p>
        </p:txBody>
      </p:sp>
      <p:sp>
        <p:nvSpPr>
          <p:cNvPr id="5" name="Text 3"/>
          <p:cNvSpPr/>
          <p:nvPr/>
        </p:nvSpPr>
        <p:spPr>
          <a:xfrm>
            <a:off x="2489200" y="1536601"/>
            <a:ext cx="1111250" cy="528241"/>
          </a:xfrm>
          <a:prstGeom prst="rect">
            <a:avLst/>
          </a:prstGeom>
          <a:solidFill>
            <a:srgbClr val="0B5638"/>
          </a:solidFill>
          <a:ln/>
        </p:spPr>
        <p:txBody>
          <a:bodyPr wrap="square" lIns="50800" tIns="50800" rIns="0" bIns="25400" rtlCol="0" anchor="t">
            <a:normAutofit/>
          </a:bodyPr>
          <a:lstStyle/>
          <a:p>
            <a:pPr algn="l" indent="0" marL="0">
              <a:lnSpc>
                <a:spcPts val="1680"/>
              </a:lnSpc>
              <a:buNone/>
            </a:pPr>
            <a:r>
              <a:rPr lang="en-US" sz="1200" b="1" dirty="0">
                <a:solidFill>
                  <a:srgbClr val="F1F6F2"/>
                </a:solidFill>
                <a:latin typeface="IBM Plex Sans" pitchFamily="34" charset="0"/>
                <a:ea typeface="IBM Plex Sans" pitchFamily="34" charset="-122"/>
                <a:cs typeface="IBM Plex Sans" pitchFamily="34" charset="-120"/>
              </a:rPr>
              <a:t>Preingreso</a:t>
            </a:r>
            <a:endParaRPr lang="en-US" sz="1200" dirty="0"/>
          </a:p>
        </p:txBody>
      </p:sp>
      <p:sp>
        <p:nvSpPr>
          <p:cNvPr id="6" name="Text 4"/>
          <p:cNvSpPr/>
          <p:nvPr/>
        </p:nvSpPr>
        <p:spPr>
          <a:xfrm>
            <a:off x="3600450" y="1536601"/>
            <a:ext cx="1111250" cy="528241"/>
          </a:xfrm>
          <a:prstGeom prst="rect">
            <a:avLst/>
          </a:prstGeom>
          <a:solidFill>
            <a:srgbClr val="0B5638"/>
          </a:solidFill>
          <a:ln/>
        </p:spPr>
        <p:txBody>
          <a:bodyPr wrap="square" lIns="50800" tIns="50800" rIns="0" bIns="25400" rtlCol="0" anchor="t">
            <a:normAutofit/>
          </a:bodyPr>
          <a:lstStyle/>
          <a:p>
            <a:pPr algn="l" indent="0" marL="0">
              <a:lnSpc>
                <a:spcPts val="1680"/>
              </a:lnSpc>
              <a:buNone/>
            </a:pPr>
            <a:r>
              <a:rPr lang="en-US" sz="1200" b="1" dirty="0">
                <a:solidFill>
                  <a:srgbClr val="F1F6F2"/>
                </a:solidFill>
                <a:latin typeface="IBM Plex Sans" pitchFamily="34" charset="0"/>
                <a:ea typeface="IBM Plex Sans" pitchFamily="34" charset="-122"/>
                <a:cs typeface="IBM Plex Sans" pitchFamily="34" charset="-120"/>
              </a:rPr>
              <a:t>Calada</a:t>
            </a:r>
            <a:endParaRPr lang="en-US" sz="1200" dirty="0"/>
          </a:p>
        </p:txBody>
      </p:sp>
      <p:sp>
        <p:nvSpPr>
          <p:cNvPr id="7" name="Text 5"/>
          <p:cNvSpPr/>
          <p:nvPr/>
        </p:nvSpPr>
        <p:spPr>
          <a:xfrm>
            <a:off x="4711700" y="1536601"/>
            <a:ext cx="1111250" cy="528241"/>
          </a:xfrm>
          <a:prstGeom prst="rect">
            <a:avLst/>
          </a:prstGeom>
          <a:solidFill>
            <a:srgbClr val="0B5638"/>
          </a:solidFill>
          <a:ln/>
        </p:spPr>
        <p:txBody>
          <a:bodyPr wrap="square" lIns="50800" tIns="50800" rIns="0" bIns="25400" rtlCol="0" anchor="t">
            <a:normAutofit/>
          </a:bodyPr>
          <a:lstStyle/>
          <a:p>
            <a:pPr algn="l" indent="0" marL="0">
              <a:lnSpc>
                <a:spcPts val="1680"/>
              </a:lnSpc>
              <a:buNone/>
            </a:pPr>
            <a:r>
              <a:rPr lang="en-US" sz="1200" b="1" dirty="0">
                <a:solidFill>
                  <a:srgbClr val="F1F6F2"/>
                </a:solidFill>
                <a:latin typeface="IBM Plex Sans" pitchFamily="34" charset="0"/>
                <a:ea typeface="IBM Plex Sans" pitchFamily="34" charset="-122"/>
                <a:cs typeface="IBM Plex Sans" pitchFamily="34" charset="-120"/>
              </a:rPr>
              <a:t>Salida</a:t>
            </a:r>
            <a:endParaRPr lang="en-US" sz="1200" dirty="0"/>
          </a:p>
        </p:txBody>
      </p:sp>
      <p:sp>
        <p:nvSpPr>
          <p:cNvPr id="8" name="Text 6"/>
          <p:cNvSpPr/>
          <p:nvPr/>
        </p:nvSpPr>
        <p:spPr>
          <a:xfrm>
            <a:off x="5822950" y="1536601"/>
            <a:ext cx="1111250" cy="528241"/>
          </a:xfrm>
          <a:prstGeom prst="rect">
            <a:avLst/>
          </a:prstGeom>
          <a:solidFill>
            <a:srgbClr val="0B5638"/>
          </a:solidFill>
          <a:ln/>
        </p:spPr>
        <p:txBody>
          <a:bodyPr wrap="square" lIns="50800" tIns="50800" rIns="0" bIns="25400" rtlCol="0" anchor="t">
            <a:normAutofit/>
          </a:bodyPr>
          <a:lstStyle/>
          <a:p>
            <a:pPr algn="l" indent="0" marL="0">
              <a:lnSpc>
                <a:spcPts val="1680"/>
              </a:lnSpc>
              <a:buNone/>
            </a:pPr>
            <a:r>
              <a:rPr lang="en-US" sz="1200" b="1" dirty="0">
                <a:solidFill>
                  <a:srgbClr val="F1F6F2"/>
                </a:solidFill>
                <a:latin typeface="IBM Plex Sans" pitchFamily="34" charset="0"/>
                <a:ea typeface="IBM Plex Sans" pitchFamily="34" charset="-122"/>
                <a:cs typeface="IBM Plex Sans" pitchFamily="34" charset="-120"/>
              </a:rPr>
              <a:t>Ingreso SL</a:t>
            </a:r>
            <a:endParaRPr lang="en-US" sz="1200" dirty="0"/>
          </a:p>
        </p:txBody>
      </p:sp>
      <p:sp>
        <p:nvSpPr>
          <p:cNvPr id="9" name="Text 7"/>
          <p:cNvSpPr/>
          <p:nvPr/>
        </p:nvSpPr>
        <p:spPr>
          <a:xfrm>
            <a:off x="6934200" y="1536601"/>
            <a:ext cx="1111250" cy="528241"/>
          </a:xfrm>
          <a:prstGeom prst="rect">
            <a:avLst/>
          </a:prstGeom>
          <a:solidFill>
            <a:srgbClr val="0B5638"/>
          </a:solidFill>
          <a:ln/>
        </p:spPr>
        <p:txBody>
          <a:bodyPr wrap="square" lIns="50800" tIns="50800" rIns="0" bIns="25400" rtlCol="0" anchor="t">
            <a:normAutofit/>
          </a:bodyPr>
          <a:lstStyle/>
          <a:p>
            <a:pPr algn="l" indent="0" marL="0">
              <a:lnSpc>
                <a:spcPts val="1680"/>
              </a:lnSpc>
              <a:buNone/>
            </a:pPr>
            <a:r>
              <a:rPr lang="en-US" sz="1200" b="1" dirty="0">
                <a:solidFill>
                  <a:srgbClr val="F1F6F2"/>
                </a:solidFill>
                <a:latin typeface="IBM Plex Sans" pitchFamily="34" charset="0"/>
                <a:ea typeface="IBM Plex Sans" pitchFamily="34" charset="-122"/>
                <a:cs typeface="IBM Plex Sans" pitchFamily="34" charset="-120"/>
              </a:rPr>
              <a:t>Balanza ingr. SL</a:t>
            </a:r>
            <a:endParaRPr lang="en-US" sz="1200" dirty="0"/>
          </a:p>
        </p:txBody>
      </p:sp>
      <p:sp>
        <p:nvSpPr>
          <p:cNvPr id="10" name="Text 8"/>
          <p:cNvSpPr/>
          <p:nvPr/>
        </p:nvSpPr>
        <p:spPr>
          <a:xfrm>
            <a:off x="8045450" y="1536601"/>
            <a:ext cx="1111250" cy="528241"/>
          </a:xfrm>
          <a:prstGeom prst="rect">
            <a:avLst/>
          </a:prstGeom>
          <a:solidFill>
            <a:srgbClr val="0B5638"/>
          </a:solidFill>
          <a:ln/>
        </p:spPr>
        <p:txBody>
          <a:bodyPr wrap="square" lIns="50800" tIns="50800" rIns="0" bIns="25400" rtlCol="0" anchor="t">
            <a:normAutofit/>
          </a:bodyPr>
          <a:lstStyle/>
          <a:p>
            <a:pPr algn="l" indent="0" marL="0">
              <a:lnSpc>
                <a:spcPts val="1680"/>
              </a:lnSpc>
              <a:buNone/>
            </a:pPr>
            <a:r>
              <a:rPr lang="en-US" sz="1200" b="1" dirty="0">
                <a:solidFill>
                  <a:srgbClr val="F1F6F2"/>
                </a:solidFill>
                <a:latin typeface="IBM Plex Sans" pitchFamily="34" charset="0"/>
                <a:ea typeface="IBM Plex Sans" pitchFamily="34" charset="-122"/>
                <a:cs typeface="IBM Plex Sans" pitchFamily="34" charset="-120"/>
              </a:rPr>
              <a:t>Volcables</a:t>
            </a:r>
            <a:endParaRPr lang="en-US" sz="1200" dirty="0"/>
          </a:p>
        </p:txBody>
      </p:sp>
      <p:sp>
        <p:nvSpPr>
          <p:cNvPr id="11" name="Text 9"/>
          <p:cNvSpPr/>
          <p:nvPr/>
        </p:nvSpPr>
        <p:spPr>
          <a:xfrm>
            <a:off x="9156700" y="1536601"/>
            <a:ext cx="1111250" cy="528241"/>
          </a:xfrm>
          <a:prstGeom prst="rect">
            <a:avLst/>
          </a:prstGeom>
          <a:solidFill>
            <a:srgbClr val="0B5638"/>
          </a:solidFill>
          <a:ln/>
        </p:spPr>
        <p:txBody>
          <a:bodyPr wrap="square" lIns="50800" tIns="50800" rIns="0" bIns="25400" rtlCol="0" anchor="t">
            <a:normAutofit/>
          </a:bodyPr>
          <a:lstStyle/>
          <a:p>
            <a:pPr algn="l" indent="0" marL="0">
              <a:lnSpc>
                <a:spcPts val="1680"/>
              </a:lnSpc>
              <a:buNone/>
            </a:pPr>
            <a:r>
              <a:rPr lang="en-US" sz="1200" b="1" dirty="0">
                <a:solidFill>
                  <a:srgbClr val="F1F6F2"/>
                </a:solidFill>
                <a:latin typeface="IBM Plex Sans" pitchFamily="34" charset="0"/>
                <a:ea typeface="IBM Plex Sans" pitchFamily="34" charset="-122"/>
                <a:cs typeface="IBM Plex Sans" pitchFamily="34" charset="-120"/>
              </a:rPr>
              <a:t>Balanza egr. SL</a:t>
            </a:r>
            <a:endParaRPr lang="en-US" sz="1200" dirty="0"/>
          </a:p>
        </p:txBody>
      </p:sp>
      <p:sp>
        <p:nvSpPr>
          <p:cNvPr id="12" name="Text 10"/>
          <p:cNvSpPr/>
          <p:nvPr/>
        </p:nvSpPr>
        <p:spPr>
          <a:xfrm>
            <a:off x="10267950" y="1536601"/>
            <a:ext cx="1111250" cy="528241"/>
          </a:xfrm>
          <a:prstGeom prst="rect">
            <a:avLst/>
          </a:prstGeom>
          <a:solidFill>
            <a:srgbClr val="0B5638"/>
          </a:solidFill>
          <a:ln/>
        </p:spPr>
        <p:txBody>
          <a:bodyPr wrap="square" lIns="50800" tIns="50800" rIns="0" bIns="25400" rtlCol="0" anchor="t">
            <a:normAutofit/>
          </a:bodyPr>
          <a:lstStyle/>
          <a:p>
            <a:pPr algn="l" indent="0" marL="0">
              <a:lnSpc>
                <a:spcPts val="1680"/>
              </a:lnSpc>
              <a:buNone/>
            </a:pPr>
            <a:r>
              <a:rPr lang="en-US" sz="1200" b="1" dirty="0">
                <a:solidFill>
                  <a:srgbClr val="F1F6F2"/>
                </a:solidFill>
                <a:latin typeface="IBM Plex Sans" pitchFamily="34" charset="0"/>
                <a:ea typeface="IBM Plex Sans" pitchFamily="34" charset="-122"/>
                <a:cs typeface="IBM Plex Sans" pitchFamily="34" charset="-120"/>
              </a:rPr>
              <a:t>Egreso SL</a:t>
            </a:r>
            <a:endParaRPr lang="en-US" sz="1200" dirty="0"/>
          </a:p>
        </p:txBody>
      </p:sp>
      <p:sp>
        <p:nvSpPr>
          <p:cNvPr id="13" name="Text 11"/>
          <p:cNvSpPr/>
          <p:nvPr/>
        </p:nvSpPr>
        <p:spPr>
          <a:xfrm>
            <a:off x="815975" y="2068016"/>
            <a:ext cx="1670050" cy="529431"/>
          </a:xfrm>
          <a:prstGeom prst="rect">
            <a:avLst/>
          </a:prstGeom>
          <a:solidFill>
            <a:srgbClr val="FCFDFB"/>
          </a:solidFill>
          <a:ln w="6350">
            <a:solidFill>
              <a:srgbClr val="D3E2D7"/>
            </a:solidFill>
            <a:prstDash val="solid"/>
          </a:ln>
        </p:spPr>
        <p:txBody>
          <a:bodyPr wrap="square" lIns="79375" tIns="66675" rIns="28575" bIns="41275" rtlCol="0" anchor="t">
            <a:normAutofit/>
          </a:bodyPr>
          <a:lstStyle/>
          <a:p>
            <a:pPr algn="l" indent="0" marL="0">
              <a:lnSpc>
                <a:spcPts val="1560"/>
              </a:lnSpc>
              <a:buNone/>
            </a:pPr>
            <a:r>
              <a:rPr lang="en-US" sz="1200" b="1" dirty="0">
                <a:solidFill>
                  <a:srgbClr val="14281E"/>
                </a:solidFill>
                <a:latin typeface="IBM Plex Sans" pitchFamily="34" charset="0"/>
                <a:ea typeface="IBM Plex Sans" pitchFamily="34" charset="-122"/>
                <a:cs typeface="IBM Plex Sans" pitchFamily="34" charset="-120"/>
              </a:rPr>
              <a:t>AB436BP</a:t>
            </a:r>
            <a:endParaRPr lang="en-US" sz="1200" dirty="0"/>
          </a:p>
          <a:p>
            <a:pPr algn="l" indent="0" marL="0">
              <a:lnSpc>
                <a:spcPts val="1560"/>
              </a:lnSpc>
              <a:buNone/>
            </a:pPr>
            <a:r>
              <a:rPr lang="en-US" sz="1200" dirty="0">
                <a:solidFill>
                  <a:srgbClr val="14281E"/>
                </a:solidFill>
                <a:latin typeface="IBM Plex Sans" pitchFamily="34" charset="0"/>
                <a:ea typeface="IBM Plex Sans" pitchFamily="34" charset="-122"/>
                <a:cs typeface="IBM Plex Sans" pitchFamily="34" charset="-120"/>
              </a:rPr>
              <a:t>8 de 8 por cámara</a:t>
            </a:r>
            <a:endParaRPr lang="en-US" sz="1200" dirty="0"/>
          </a:p>
        </p:txBody>
      </p:sp>
      <p:sp>
        <p:nvSpPr>
          <p:cNvPr id="14" name="Text 12"/>
          <p:cNvSpPr/>
          <p:nvPr/>
        </p:nvSpPr>
        <p:spPr>
          <a:xfrm>
            <a:off x="2492375" y="2068016"/>
            <a:ext cx="1104900" cy="529431"/>
          </a:xfrm>
          <a:prstGeom prst="rect">
            <a:avLst/>
          </a:prstGeom>
          <a:solidFill>
            <a:srgbClr val="0B5638"/>
          </a:solidFill>
          <a:ln w="6350">
            <a:solidFill>
              <a:srgbClr val="F5F8F4"/>
            </a:solidFill>
            <a:prstDash val="solid"/>
          </a:ln>
        </p:spPr>
        <p:txBody>
          <a:bodyPr wrap="square" lIns="53975" tIns="66675" rIns="3175" bIns="41275" rtlCol="0" anchor="t">
            <a:normAutofit/>
          </a:bodyPr>
          <a:lstStyle/>
          <a:p>
            <a:pPr algn="l" indent="0" marL="0">
              <a:lnSpc>
                <a:spcPts val="1560"/>
              </a:lnSpc>
              <a:buNone/>
            </a:pPr>
            <a:r>
              <a:rPr lang="en-US" sz="1200" dirty="0">
                <a:solidFill>
                  <a:srgbClr val="F1F6F2"/>
                </a:solidFill>
                <a:latin typeface="IBM Plex Sans" pitchFamily="34" charset="0"/>
                <a:ea typeface="IBM Plex Sans" pitchFamily="34" charset="-122"/>
                <a:cs typeface="IBM Plex Sans" pitchFamily="34" charset="-120"/>
              </a:rPr>
              <a:t>07:55</a:t>
            </a:r>
            <a:endParaRPr lang="en-US" sz="1200" dirty="0"/>
          </a:p>
          <a:p>
            <a:pPr algn="l" indent="0" marL="0">
              <a:lnSpc>
                <a:spcPts val="1560"/>
              </a:lnSpc>
              <a:buNone/>
            </a:pPr>
            <a:r>
              <a:rPr lang="en-US" sz="1200" dirty="0">
                <a:solidFill>
                  <a:srgbClr val="F1F6F2"/>
                </a:solidFill>
                <a:latin typeface="IBM Plex Sans" pitchFamily="34" charset="0"/>
                <a:ea typeface="IBM Plex Sans" pitchFamily="34" charset="-122"/>
                <a:cs typeface="IBM Plex Sans" pitchFamily="34" charset="-120"/>
              </a:rPr>
              <a:t>AB436BP</a:t>
            </a:r>
            <a:endParaRPr lang="en-US" sz="1200" dirty="0"/>
          </a:p>
        </p:txBody>
      </p:sp>
      <p:sp>
        <p:nvSpPr>
          <p:cNvPr id="15" name="Text 13"/>
          <p:cNvSpPr/>
          <p:nvPr/>
        </p:nvSpPr>
        <p:spPr>
          <a:xfrm>
            <a:off x="3603625" y="2068016"/>
            <a:ext cx="1104900" cy="529431"/>
          </a:xfrm>
          <a:prstGeom prst="rect">
            <a:avLst/>
          </a:prstGeom>
          <a:solidFill>
            <a:srgbClr val="0B5638"/>
          </a:solidFill>
          <a:ln w="6350">
            <a:solidFill>
              <a:srgbClr val="F5F8F4"/>
            </a:solidFill>
            <a:prstDash val="solid"/>
          </a:ln>
        </p:spPr>
        <p:txBody>
          <a:bodyPr wrap="square" lIns="53975" tIns="66675" rIns="3175" bIns="41275" rtlCol="0" anchor="t">
            <a:normAutofit/>
          </a:bodyPr>
          <a:lstStyle/>
          <a:p>
            <a:pPr algn="l" indent="0" marL="0">
              <a:lnSpc>
                <a:spcPts val="1560"/>
              </a:lnSpc>
              <a:buNone/>
            </a:pPr>
            <a:r>
              <a:rPr lang="en-US" sz="1200" dirty="0">
                <a:solidFill>
                  <a:srgbClr val="F1F6F2"/>
                </a:solidFill>
                <a:latin typeface="IBM Plex Sans" pitchFamily="34" charset="0"/>
                <a:ea typeface="IBM Plex Sans" pitchFamily="34" charset="-122"/>
                <a:cs typeface="IBM Plex Sans" pitchFamily="34" charset="-120"/>
              </a:rPr>
              <a:t>08:44</a:t>
            </a:r>
            <a:endParaRPr lang="en-US" sz="1200" dirty="0"/>
          </a:p>
          <a:p>
            <a:pPr algn="l" indent="0" marL="0">
              <a:lnSpc>
                <a:spcPts val="1560"/>
              </a:lnSpc>
              <a:buNone/>
            </a:pPr>
            <a:r>
              <a:rPr lang="en-US" sz="1200" dirty="0">
                <a:solidFill>
                  <a:srgbClr val="F1F6F2"/>
                </a:solidFill>
                <a:latin typeface="IBM Plex Sans" pitchFamily="34" charset="0"/>
                <a:ea typeface="IBM Plex Sans" pitchFamily="34" charset="-122"/>
                <a:cs typeface="IBM Plex Sans" pitchFamily="34" charset="-120"/>
              </a:rPr>
              <a:t>AB436BP</a:t>
            </a:r>
            <a:endParaRPr lang="en-US" sz="1200" dirty="0"/>
          </a:p>
        </p:txBody>
      </p:sp>
      <p:sp>
        <p:nvSpPr>
          <p:cNvPr id="16" name="Text 14"/>
          <p:cNvSpPr/>
          <p:nvPr/>
        </p:nvSpPr>
        <p:spPr>
          <a:xfrm>
            <a:off x="4714875" y="2068016"/>
            <a:ext cx="1104900" cy="529431"/>
          </a:xfrm>
          <a:prstGeom prst="rect">
            <a:avLst/>
          </a:prstGeom>
          <a:solidFill>
            <a:srgbClr val="0B5638"/>
          </a:solidFill>
          <a:ln w="6350">
            <a:solidFill>
              <a:srgbClr val="F5F8F4"/>
            </a:solidFill>
            <a:prstDash val="solid"/>
          </a:ln>
        </p:spPr>
        <p:txBody>
          <a:bodyPr wrap="square" lIns="53975" tIns="66675" rIns="3175" bIns="41275" rtlCol="0" anchor="t">
            <a:normAutofit/>
          </a:bodyPr>
          <a:lstStyle/>
          <a:p>
            <a:pPr algn="l" indent="0" marL="0">
              <a:lnSpc>
                <a:spcPts val="1560"/>
              </a:lnSpc>
              <a:buNone/>
            </a:pPr>
            <a:r>
              <a:rPr lang="en-US" sz="1200" dirty="0">
                <a:solidFill>
                  <a:srgbClr val="F1F6F2"/>
                </a:solidFill>
                <a:latin typeface="IBM Plex Sans" pitchFamily="34" charset="0"/>
                <a:ea typeface="IBM Plex Sans" pitchFamily="34" charset="-122"/>
                <a:cs typeface="IBM Plex Sans" pitchFamily="34" charset="-120"/>
              </a:rPr>
              <a:t>08:54</a:t>
            </a:r>
            <a:endParaRPr lang="en-US" sz="1200" dirty="0"/>
          </a:p>
          <a:p>
            <a:pPr algn="l" indent="0" marL="0">
              <a:lnSpc>
                <a:spcPts val="1560"/>
              </a:lnSpc>
              <a:buNone/>
            </a:pPr>
            <a:r>
              <a:rPr lang="en-US" sz="1200" dirty="0">
                <a:solidFill>
                  <a:srgbClr val="F1F6F2"/>
                </a:solidFill>
                <a:latin typeface="IBM Plex Sans" pitchFamily="34" charset="0"/>
                <a:ea typeface="IBM Plex Sans" pitchFamily="34" charset="-122"/>
                <a:cs typeface="IBM Plex Sans" pitchFamily="34" charset="-120"/>
              </a:rPr>
              <a:t>AB436BP</a:t>
            </a:r>
            <a:endParaRPr lang="en-US" sz="1200" dirty="0"/>
          </a:p>
        </p:txBody>
      </p:sp>
      <p:sp>
        <p:nvSpPr>
          <p:cNvPr id="17" name="Text 15"/>
          <p:cNvSpPr/>
          <p:nvPr/>
        </p:nvSpPr>
        <p:spPr>
          <a:xfrm>
            <a:off x="5826125" y="2068016"/>
            <a:ext cx="1104900" cy="529431"/>
          </a:xfrm>
          <a:prstGeom prst="rect">
            <a:avLst/>
          </a:prstGeom>
          <a:solidFill>
            <a:srgbClr val="0B5638"/>
          </a:solidFill>
          <a:ln w="6350">
            <a:solidFill>
              <a:srgbClr val="F5F8F4"/>
            </a:solidFill>
            <a:prstDash val="solid"/>
          </a:ln>
        </p:spPr>
        <p:txBody>
          <a:bodyPr wrap="square" lIns="53975" tIns="66675" rIns="3175" bIns="41275" rtlCol="0" anchor="t">
            <a:normAutofit/>
          </a:bodyPr>
          <a:lstStyle/>
          <a:p>
            <a:pPr algn="l" indent="0" marL="0">
              <a:lnSpc>
                <a:spcPts val="1560"/>
              </a:lnSpc>
              <a:buNone/>
            </a:pPr>
            <a:r>
              <a:rPr lang="en-US" sz="1200" dirty="0">
                <a:solidFill>
                  <a:srgbClr val="F1F6F2"/>
                </a:solidFill>
                <a:latin typeface="IBM Plex Sans" pitchFamily="34" charset="0"/>
                <a:ea typeface="IBM Plex Sans" pitchFamily="34" charset="-122"/>
                <a:cs typeface="IBM Plex Sans" pitchFamily="34" charset="-120"/>
              </a:rPr>
              <a:t>09:04</a:t>
            </a:r>
            <a:endParaRPr lang="en-US" sz="1200" dirty="0"/>
          </a:p>
          <a:p>
            <a:pPr algn="l" indent="0" marL="0">
              <a:lnSpc>
                <a:spcPts val="1560"/>
              </a:lnSpc>
              <a:buNone/>
            </a:pPr>
            <a:r>
              <a:rPr lang="en-US" sz="1200" dirty="0">
                <a:solidFill>
                  <a:srgbClr val="F1F6F2"/>
                </a:solidFill>
                <a:latin typeface="IBM Plex Sans" pitchFamily="34" charset="0"/>
                <a:ea typeface="IBM Plex Sans" pitchFamily="34" charset="-122"/>
                <a:cs typeface="IBM Plex Sans" pitchFamily="34" charset="-120"/>
              </a:rPr>
              <a:t>AB436BP</a:t>
            </a:r>
            <a:endParaRPr lang="en-US" sz="1200" dirty="0"/>
          </a:p>
        </p:txBody>
      </p:sp>
      <p:sp>
        <p:nvSpPr>
          <p:cNvPr id="18" name="Text 16"/>
          <p:cNvSpPr/>
          <p:nvPr/>
        </p:nvSpPr>
        <p:spPr>
          <a:xfrm>
            <a:off x="6937375" y="2068016"/>
            <a:ext cx="1104900" cy="529431"/>
          </a:xfrm>
          <a:prstGeom prst="rect">
            <a:avLst/>
          </a:prstGeom>
          <a:solidFill>
            <a:srgbClr val="0B5638"/>
          </a:solidFill>
          <a:ln w="6350">
            <a:solidFill>
              <a:srgbClr val="F5F8F4"/>
            </a:solidFill>
            <a:prstDash val="solid"/>
          </a:ln>
        </p:spPr>
        <p:txBody>
          <a:bodyPr wrap="square" lIns="53975" tIns="66675" rIns="3175" bIns="41275" rtlCol="0" anchor="t">
            <a:normAutofit/>
          </a:bodyPr>
          <a:lstStyle/>
          <a:p>
            <a:pPr algn="l" indent="0" marL="0">
              <a:lnSpc>
                <a:spcPts val="1560"/>
              </a:lnSpc>
              <a:buNone/>
            </a:pPr>
            <a:r>
              <a:rPr lang="en-US" sz="1200" dirty="0">
                <a:solidFill>
                  <a:srgbClr val="F1F6F2"/>
                </a:solidFill>
                <a:latin typeface="IBM Plex Sans" pitchFamily="34" charset="0"/>
                <a:ea typeface="IBM Plex Sans" pitchFamily="34" charset="-122"/>
                <a:cs typeface="IBM Plex Sans" pitchFamily="34" charset="-120"/>
              </a:rPr>
              <a:t>09:37</a:t>
            </a:r>
            <a:endParaRPr lang="en-US" sz="1200" dirty="0"/>
          </a:p>
          <a:p>
            <a:pPr algn="l" indent="0" marL="0">
              <a:lnSpc>
                <a:spcPts val="1560"/>
              </a:lnSpc>
              <a:buNone/>
            </a:pPr>
            <a:r>
              <a:rPr lang="en-US" sz="1200" dirty="0">
                <a:solidFill>
                  <a:srgbClr val="F1F6F2"/>
                </a:solidFill>
                <a:latin typeface="IBM Plex Sans" pitchFamily="34" charset="0"/>
                <a:ea typeface="IBM Plex Sans" pitchFamily="34" charset="-122"/>
                <a:cs typeface="IBM Plex Sans" pitchFamily="34" charset="-120"/>
              </a:rPr>
              <a:t>AB436BP</a:t>
            </a:r>
            <a:endParaRPr lang="en-US" sz="1200" dirty="0"/>
          </a:p>
        </p:txBody>
      </p:sp>
      <p:sp>
        <p:nvSpPr>
          <p:cNvPr id="19" name="Text 17"/>
          <p:cNvSpPr/>
          <p:nvPr/>
        </p:nvSpPr>
        <p:spPr>
          <a:xfrm>
            <a:off x="8048625" y="2068016"/>
            <a:ext cx="1104900" cy="529431"/>
          </a:xfrm>
          <a:prstGeom prst="rect">
            <a:avLst/>
          </a:prstGeom>
          <a:solidFill>
            <a:srgbClr val="0B5638"/>
          </a:solidFill>
          <a:ln w="6350">
            <a:solidFill>
              <a:srgbClr val="F5F8F4"/>
            </a:solidFill>
            <a:prstDash val="solid"/>
          </a:ln>
        </p:spPr>
        <p:txBody>
          <a:bodyPr wrap="square" lIns="53975" tIns="66675" rIns="3175" bIns="41275" rtlCol="0" anchor="t">
            <a:normAutofit/>
          </a:bodyPr>
          <a:lstStyle/>
          <a:p>
            <a:pPr algn="l" indent="0" marL="0">
              <a:lnSpc>
                <a:spcPts val="1560"/>
              </a:lnSpc>
              <a:buNone/>
            </a:pPr>
            <a:r>
              <a:rPr lang="en-US" sz="1200" dirty="0">
                <a:solidFill>
                  <a:srgbClr val="F1F6F2"/>
                </a:solidFill>
                <a:latin typeface="IBM Plex Sans" pitchFamily="34" charset="0"/>
                <a:ea typeface="IBM Plex Sans" pitchFamily="34" charset="-122"/>
                <a:cs typeface="IBM Plex Sans" pitchFamily="34" charset="-120"/>
              </a:rPr>
              <a:t>10:40</a:t>
            </a:r>
            <a:endParaRPr lang="en-US" sz="1200" dirty="0"/>
          </a:p>
          <a:p>
            <a:pPr algn="l" indent="0" marL="0">
              <a:lnSpc>
                <a:spcPts val="1560"/>
              </a:lnSpc>
              <a:buNone/>
            </a:pPr>
            <a:r>
              <a:rPr lang="en-US" sz="1200" dirty="0">
                <a:solidFill>
                  <a:srgbClr val="F1F6F2"/>
                </a:solidFill>
                <a:latin typeface="IBM Plex Sans" pitchFamily="34" charset="0"/>
                <a:ea typeface="IBM Plex Sans" pitchFamily="34" charset="-122"/>
                <a:cs typeface="IBM Plex Sans" pitchFamily="34" charset="-120"/>
              </a:rPr>
              <a:t>AB436BP</a:t>
            </a:r>
            <a:endParaRPr lang="en-US" sz="1200" dirty="0"/>
          </a:p>
        </p:txBody>
      </p:sp>
      <p:sp>
        <p:nvSpPr>
          <p:cNvPr id="20" name="Text 18"/>
          <p:cNvSpPr/>
          <p:nvPr/>
        </p:nvSpPr>
        <p:spPr>
          <a:xfrm>
            <a:off x="9159875" y="2068016"/>
            <a:ext cx="1104900" cy="529431"/>
          </a:xfrm>
          <a:prstGeom prst="rect">
            <a:avLst/>
          </a:prstGeom>
          <a:solidFill>
            <a:srgbClr val="0B5638"/>
          </a:solidFill>
          <a:ln w="6350">
            <a:solidFill>
              <a:srgbClr val="F5F8F4"/>
            </a:solidFill>
            <a:prstDash val="solid"/>
          </a:ln>
        </p:spPr>
        <p:txBody>
          <a:bodyPr wrap="square" lIns="53975" tIns="66675" rIns="3175" bIns="41275" rtlCol="0" anchor="t">
            <a:normAutofit/>
          </a:bodyPr>
          <a:lstStyle/>
          <a:p>
            <a:pPr algn="l" indent="0" marL="0">
              <a:lnSpc>
                <a:spcPts val="1560"/>
              </a:lnSpc>
              <a:buNone/>
            </a:pPr>
            <a:r>
              <a:rPr lang="en-US" sz="1200" dirty="0">
                <a:solidFill>
                  <a:srgbClr val="F1F6F2"/>
                </a:solidFill>
                <a:latin typeface="IBM Plex Sans" pitchFamily="34" charset="0"/>
                <a:ea typeface="IBM Plex Sans" pitchFamily="34" charset="-122"/>
                <a:cs typeface="IBM Plex Sans" pitchFamily="34" charset="-120"/>
              </a:rPr>
              <a:t>10:49</a:t>
            </a:r>
            <a:endParaRPr lang="en-US" sz="1200" dirty="0"/>
          </a:p>
          <a:p>
            <a:pPr algn="l" indent="0" marL="0">
              <a:lnSpc>
                <a:spcPts val="1560"/>
              </a:lnSpc>
              <a:buNone/>
            </a:pPr>
            <a:r>
              <a:rPr lang="en-US" sz="1200" dirty="0">
                <a:solidFill>
                  <a:srgbClr val="F1F6F2"/>
                </a:solidFill>
                <a:latin typeface="IBM Plex Sans" pitchFamily="34" charset="0"/>
                <a:ea typeface="IBM Plex Sans" pitchFamily="34" charset="-122"/>
                <a:cs typeface="IBM Plex Sans" pitchFamily="34" charset="-120"/>
              </a:rPr>
              <a:t>AB436BP</a:t>
            </a:r>
            <a:endParaRPr lang="en-US" sz="1200" dirty="0"/>
          </a:p>
        </p:txBody>
      </p:sp>
      <p:sp>
        <p:nvSpPr>
          <p:cNvPr id="21" name="Text 19"/>
          <p:cNvSpPr/>
          <p:nvPr/>
        </p:nvSpPr>
        <p:spPr>
          <a:xfrm>
            <a:off x="10271125" y="2068016"/>
            <a:ext cx="1104900" cy="529431"/>
          </a:xfrm>
          <a:prstGeom prst="rect">
            <a:avLst/>
          </a:prstGeom>
          <a:solidFill>
            <a:srgbClr val="0B5638"/>
          </a:solidFill>
          <a:ln w="6350">
            <a:solidFill>
              <a:srgbClr val="F5F8F4"/>
            </a:solidFill>
            <a:prstDash val="solid"/>
          </a:ln>
        </p:spPr>
        <p:txBody>
          <a:bodyPr wrap="square" lIns="53975" tIns="66675" rIns="3175" bIns="41275" rtlCol="0" anchor="t">
            <a:normAutofit/>
          </a:bodyPr>
          <a:lstStyle/>
          <a:p>
            <a:pPr algn="l" indent="0" marL="0">
              <a:lnSpc>
                <a:spcPts val="1560"/>
              </a:lnSpc>
              <a:buNone/>
            </a:pPr>
            <a:r>
              <a:rPr lang="en-US" sz="1200" dirty="0">
                <a:solidFill>
                  <a:srgbClr val="F1F6F2"/>
                </a:solidFill>
                <a:latin typeface="IBM Plex Sans" pitchFamily="34" charset="0"/>
                <a:ea typeface="IBM Plex Sans" pitchFamily="34" charset="-122"/>
                <a:cs typeface="IBM Plex Sans" pitchFamily="34" charset="-120"/>
              </a:rPr>
              <a:t>10:52</a:t>
            </a:r>
            <a:endParaRPr lang="en-US" sz="1200" dirty="0"/>
          </a:p>
          <a:p>
            <a:pPr algn="l" indent="0" marL="0">
              <a:lnSpc>
                <a:spcPts val="1560"/>
              </a:lnSpc>
              <a:buNone/>
            </a:pPr>
            <a:r>
              <a:rPr lang="en-US" sz="1200" dirty="0">
                <a:solidFill>
                  <a:srgbClr val="F1F6F2"/>
                </a:solidFill>
                <a:latin typeface="IBM Plex Sans" pitchFamily="34" charset="0"/>
                <a:ea typeface="IBM Plex Sans" pitchFamily="34" charset="-122"/>
                <a:cs typeface="IBM Plex Sans" pitchFamily="34" charset="-120"/>
              </a:rPr>
              <a:t>AB436BP</a:t>
            </a:r>
            <a:endParaRPr lang="en-US" sz="1200" dirty="0"/>
          </a:p>
        </p:txBody>
      </p:sp>
      <p:sp>
        <p:nvSpPr>
          <p:cNvPr id="22" name="Text 20"/>
          <p:cNvSpPr/>
          <p:nvPr/>
        </p:nvSpPr>
        <p:spPr>
          <a:xfrm>
            <a:off x="815975" y="2603798"/>
            <a:ext cx="1670050" cy="529431"/>
          </a:xfrm>
          <a:prstGeom prst="rect">
            <a:avLst/>
          </a:prstGeom>
          <a:solidFill>
            <a:srgbClr val="FCFDFB"/>
          </a:solidFill>
          <a:ln w="6350">
            <a:solidFill>
              <a:srgbClr val="D3E2D7"/>
            </a:solidFill>
            <a:prstDash val="solid"/>
          </a:ln>
        </p:spPr>
        <p:txBody>
          <a:bodyPr wrap="square" lIns="79375" tIns="66675" rIns="28575" bIns="41275" rtlCol="0" anchor="t">
            <a:normAutofit/>
          </a:bodyPr>
          <a:lstStyle/>
          <a:p>
            <a:pPr algn="l" indent="0" marL="0">
              <a:lnSpc>
                <a:spcPts val="1560"/>
              </a:lnSpc>
              <a:buNone/>
            </a:pPr>
            <a:r>
              <a:rPr lang="en-US" sz="1200" b="1" dirty="0">
                <a:solidFill>
                  <a:srgbClr val="14281E"/>
                </a:solidFill>
                <a:latin typeface="IBM Plex Sans" pitchFamily="34" charset="0"/>
                <a:ea typeface="IBM Plex Sans" pitchFamily="34" charset="-122"/>
                <a:cs typeface="IBM Plex Sans" pitchFamily="34" charset="-120"/>
              </a:rPr>
              <a:t>KQI971</a:t>
            </a:r>
            <a:endParaRPr lang="en-US" sz="1200" dirty="0"/>
          </a:p>
          <a:p>
            <a:pPr algn="l" indent="0" marL="0">
              <a:lnSpc>
                <a:spcPts val="1560"/>
              </a:lnSpc>
              <a:buNone/>
            </a:pPr>
            <a:r>
              <a:rPr lang="en-US" sz="1200" dirty="0">
                <a:solidFill>
                  <a:srgbClr val="14281E"/>
                </a:solidFill>
                <a:latin typeface="IBM Plex Sans" pitchFamily="34" charset="0"/>
                <a:ea typeface="IBM Plex Sans" pitchFamily="34" charset="-122"/>
                <a:cs typeface="IBM Plex Sans" pitchFamily="34" charset="-120"/>
              </a:rPr>
              <a:t>3 reconstruidos</a:t>
            </a:r>
            <a:endParaRPr lang="en-US" sz="1200" dirty="0"/>
          </a:p>
        </p:txBody>
      </p:sp>
      <p:sp>
        <p:nvSpPr>
          <p:cNvPr id="23" name="Text 21"/>
          <p:cNvSpPr/>
          <p:nvPr/>
        </p:nvSpPr>
        <p:spPr>
          <a:xfrm>
            <a:off x="2492375" y="2603798"/>
            <a:ext cx="1104900" cy="529431"/>
          </a:xfrm>
          <a:prstGeom prst="rect">
            <a:avLst/>
          </a:prstGeom>
          <a:solidFill>
            <a:srgbClr val="0B5638"/>
          </a:solidFill>
          <a:ln w="6350">
            <a:solidFill>
              <a:srgbClr val="F5F8F4"/>
            </a:solidFill>
            <a:prstDash val="solid"/>
          </a:ln>
        </p:spPr>
        <p:txBody>
          <a:bodyPr wrap="square" lIns="53975" tIns="66675" rIns="3175" bIns="41275" rtlCol="0" anchor="t">
            <a:normAutofit/>
          </a:bodyPr>
          <a:lstStyle/>
          <a:p>
            <a:pPr algn="l" indent="0" marL="0">
              <a:lnSpc>
                <a:spcPts val="1560"/>
              </a:lnSpc>
              <a:buNone/>
            </a:pPr>
            <a:r>
              <a:rPr lang="en-US" sz="1200" dirty="0">
                <a:solidFill>
                  <a:srgbClr val="F1F6F2"/>
                </a:solidFill>
                <a:latin typeface="IBM Plex Sans" pitchFamily="34" charset="0"/>
                <a:ea typeface="IBM Plex Sans" pitchFamily="34" charset="-122"/>
                <a:cs typeface="IBM Plex Sans" pitchFamily="34" charset="-120"/>
              </a:rPr>
              <a:t>21:14</a:t>
            </a:r>
            <a:endParaRPr lang="en-US" sz="1200" dirty="0"/>
          </a:p>
          <a:p>
            <a:pPr algn="l" indent="0" marL="0">
              <a:lnSpc>
                <a:spcPts val="1560"/>
              </a:lnSpc>
              <a:buNone/>
            </a:pPr>
            <a:r>
              <a:rPr lang="en-US" sz="1200" dirty="0">
                <a:solidFill>
                  <a:srgbClr val="F1F6F2"/>
                </a:solidFill>
                <a:latin typeface="IBM Plex Sans" pitchFamily="34" charset="0"/>
                <a:ea typeface="IBM Plex Sans" pitchFamily="34" charset="-122"/>
                <a:cs typeface="IBM Plex Sans" pitchFamily="34" charset="-120"/>
              </a:rPr>
              <a:t>KQI971</a:t>
            </a:r>
            <a:endParaRPr lang="en-US" sz="1200" dirty="0"/>
          </a:p>
        </p:txBody>
      </p:sp>
      <p:sp>
        <p:nvSpPr>
          <p:cNvPr id="24" name="Text 22"/>
          <p:cNvSpPr/>
          <p:nvPr/>
        </p:nvSpPr>
        <p:spPr>
          <a:xfrm>
            <a:off x="3603625" y="2603798"/>
            <a:ext cx="1104900" cy="529431"/>
          </a:xfrm>
          <a:prstGeom prst="rect">
            <a:avLst/>
          </a:prstGeom>
          <a:solidFill>
            <a:srgbClr val="0B5638"/>
          </a:solidFill>
          <a:ln w="6350">
            <a:solidFill>
              <a:srgbClr val="F5F8F4"/>
            </a:solidFill>
            <a:prstDash val="solid"/>
          </a:ln>
        </p:spPr>
        <p:txBody>
          <a:bodyPr wrap="square" lIns="53975" tIns="66675" rIns="3175" bIns="41275" rtlCol="0" anchor="t">
            <a:normAutofit/>
          </a:bodyPr>
          <a:lstStyle/>
          <a:p>
            <a:pPr algn="l" indent="0" marL="0">
              <a:lnSpc>
                <a:spcPts val="1560"/>
              </a:lnSpc>
              <a:buNone/>
            </a:pPr>
            <a:r>
              <a:rPr lang="en-US" sz="1200" dirty="0">
                <a:solidFill>
                  <a:srgbClr val="F1F6F2"/>
                </a:solidFill>
                <a:latin typeface="IBM Plex Sans" pitchFamily="34" charset="0"/>
                <a:ea typeface="IBM Plex Sans" pitchFamily="34" charset="-122"/>
                <a:cs typeface="IBM Plex Sans" pitchFamily="34" charset="-120"/>
              </a:rPr>
              <a:t>22:24</a:t>
            </a:r>
            <a:endParaRPr lang="en-US" sz="1200" dirty="0"/>
          </a:p>
          <a:p>
            <a:pPr algn="l" indent="0" marL="0">
              <a:lnSpc>
                <a:spcPts val="1560"/>
              </a:lnSpc>
              <a:buNone/>
            </a:pPr>
            <a:r>
              <a:rPr lang="en-US" sz="1200" dirty="0">
                <a:solidFill>
                  <a:srgbClr val="F1F6F2"/>
                </a:solidFill>
                <a:latin typeface="IBM Plex Sans" pitchFamily="34" charset="0"/>
                <a:ea typeface="IBM Plex Sans" pitchFamily="34" charset="-122"/>
                <a:cs typeface="IBM Plex Sans" pitchFamily="34" charset="-120"/>
              </a:rPr>
              <a:t>KQI971</a:t>
            </a:r>
            <a:endParaRPr lang="en-US" sz="1200" dirty="0"/>
          </a:p>
        </p:txBody>
      </p:sp>
      <p:sp>
        <p:nvSpPr>
          <p:cNvPr id="25" name="Text 23"/>
          <p:cNvSpPr/>
          <p:nvPr/>
        </p:nvSpPr>
        <p:spPr>
          <a:xfrm>
            <a:off x="4714875" y="2603798"/>
            <a:ext cx="1104900" cy="529431"/>
          </a:xfrm>
          <a:prstGeom prst="rect">
            <a:avLst/>
          </a:prstGeom>
          <a:solidFill>
            <a:srgbClr val="0B5638"/>
          </a:solidFill>
          <a:ln w="6350">
            <a:solidFill>
              <a:srgbClr val="F5F8F4"/>
            </a:solidFill>
            <a:prstDash val="solid"/>
          </a:ln>
        </p:spPr>
        <p:txBody>
          <a:bodyPr wrap="square" lIns="53975" tIns="66675" rIns="3175" bIns="41275" rtlCol="0" anchor="t">
            <a:normAutofit/>
          </a:bodyPr>
          <a:lstStyle/>
          <a:p>
            <a:pPr algn="l" indent="0" marL="0">
              <a:lnSpc>
                <a:spcPts val="1560"/>
              </a:lnSpc>
              <a:buNone/>
            </a:pPr>
            <a:r>
              <a:rPr lang="en-US" sz="1200" dirty="0">
                <a:solidFill>
                  <a:srgbClr val="F1F6F2"/>
                </a:solidFill>
                <a:latin typeface="IBM Plex Sans" pitchFamily="34" charset="0"/>
                <a:ea typeface="IBM Plex Sans" pitchFamily="34" charset="-122"/>
                <a:cs typeface="IBM Plex Sans" pitchFamily="34" charset="-120"/>
              </a:rPr>
              <a:t>22:35</a:t>
            </a:r>
            <a:endParaRPr lang="en-US" sz="1200" dirty="0"/>
          </a:p>
          <a:p>
            <a:pPr algn="l" indent="0" marL="0">
              <a:lnSpc>
                <a:spcPts val="1560"/>
              </a:lnSpc>
              <a:buNone/>
            </a:pPr>
            <a:r>
              <a:rPr lang="en-US" sz="1200" dirty="0">
                <a:solidFill>
                  <a:srgbClr val="F1F6F2"/>
                </a:solidFill>
                <a:latin typeface="IBM Plex Sans" pitchFamily="34" charset="0"/>
                <a:ea typeface="IBM Plex Sans" pitchFamily="34" charset="-122"/>
                <a:cs typeface="IBM Plex Sans" pitchFamily="34" charset="-120"/>
              </a:rPr>
              <a:t>KQI971</a:t>
            </a:r>
            <a:endParaRPr lang="en-US" sz="1200" dirty="0"/>
          </a:p>
        </p:txBody>
      </p:sp>
      <p:sp>
        <p:nvSpPr>
          <p:cNvPr id="26" name="Text 24"/>
          <p:cNvSpPr/>
          <p:nvPr/>
        </p:nvSpPr>
        <p:spPr>
          <a:xfrm>
            <a:off x="5826125" y="2603798"/>
            <a:ext cx="1104900" cy="529431"/>
          </a:xfrm>
          <a:prstGeom prst="rect">
            <a:avLst/>
          </a:prstGeom>
          <a:solidFill>
            <a:srgbClr val="0B5638"/>
          </a:solidFill>
          <a:ln w="6350">
            <a:solidFill>
              <a:srgbClr val="F5F8F4"/>
            </a:solidFill>
            <a:prstDash val="solid"/>
          </a:ln>
        </p:spPr>
        <p:txBody>
          <a:bodyPr wrap="square" lIns="53975" tIns="66675" rIns="3175" bIns="41275" rtlCol="0" anchor="t">
            <a:normAutofit/>
          </a:bodyPr>
          <a:lstStyle/>
          <a:p>
            <a:pPr algn="l" indent="0" marL="0">
              <a:lnSpc>
                <a:spcPts val="1560"/>
              </a:lnSpc>
              <a:buNone/>
            </a:pPr>
            <a:r>
              <a:rPr lang="en-US" sz="1200" dirty="0">
                <a:solidFill>
                  <a:srgbClr val="F1F6F2"/>
                </a:solidFill>
                <a:latin typeface="IBM Plex Sans" pitchFamily="34" charset="0"/>
                <a:ea typeface="IBM Plex Sans" pitchFamily="34" charset="-122"/>
                <a:cs typeface="IBM Plex Sans" pitchFamily="34" charset="-120"/>
              </a:rPr>
              <a:t>22:45</a:t>
            </a:r>
            <a:endParaRPr lang="en-US" sz="1200" dirty="0"/>
          </a:p>
          <a:p>
            <a:pPr algn="l" indent="0" marL="0">
              <a:lnSpc>
                <a:spcPts val="1560"/>
              </a:lnSpc>
              <a:buNone/>
            </a:pPr>
            <a:r>
              <a:rPr lang="en-US" sz="1200" dirty="0">
                <a:solidFill>
                  <a:srgbClr val="F1F6F2"/>
                </a:solidFill>
                <a:latin typeface="IBM Plex Sans" pitchFamily="34" charset="0"/>
                <a:ea typeface="IBM Plex Sans" pitchFamily="34" charset="-122"/>
                <a:cs typeface="IBM Plex Sans" pitchFamily="34" charset="-120"/>
              </a:rPr>
              <a:t>KQI971</a:t>
            </a:r>
            <a:endParaRPr lang="en-US" sz="1200" dirty="0"/>
          </a:p>
        </p:txBody>
      </p:sp>
      <p:sp>
        <p:nvSpPr>
          <p:cNvPr id="27" name="Text 25"/>
          <p:cNvSpPr/>
          <p:nvPr/>
        </p:nvSpPr>
        <p:spPr>
          <a:xfrm>
            <a:off x="6937375" y="2603798"/>
            <a:ext cx="1104900" cy="529431"/>
          </a:xfrm>
          <a:prstGeom prst="rect">
            <a:avLst/>
          </a:prstGeom>
          <a:solidFill>
            <a:srgbClr val="7FB894"/>
          </a:solidFill>
          <a:ln w="6350">
            <a:solidFill>
              <a:srgbClr val="F5F8F4"/>
            </a:solidFill>
            <a:prstDash val="solid"/>
          </a:ln>
        </p:spPr>
        <p:txBody>
          <a:bodyPr wrap="square" lIns="53975" tIns="66675" rIns="3175" bIns="41275" rtlCol="0" anchor="t">
            <a:normAutofit/>
          </a:bodyPr>
          <a:lstStyle/>
          <a:p>
            <a:pPr algn="l" indent="0" marL="0">
              <a:lnSpc>
                <a:spcPts val="1560"/>
              </a:lnSpc>
              <a:buNone/>
            </a:pPr>
            <a:r>
              <a:rPr lang="en-US" sz="1200" dirty="0">
                <a:solidFill>
                  <a:srgbClr val="14281E"/>
                </a:solidFill>
                <a:latin typeface="IBM Plex Sans" pitchFamily="34" charset="0"/>
                <a:ea typeface="IBM Plex Sans" pitchFamily="34" charset="-122"/>
                <a:cs typeface="IBM Plex Sans" pitchFamily="34" charset="-120"/>
              </a:rPr>
              <a:t>22:48</a:t>
            </a:r>
            <a:endParaRPr lang="en-US" sz="1200" dirty="0"/>
          </a:p>
          <a:p>
            <a:pPr algn="l" indent="0" marL="0">
              <a:lnSpc>
                <a:spcPts val="1560"/>
              </a:lnSpc>
              <a:buNone/>
            </a:pPr>
            <a:r>
              <a:rPr lang="en-US" sz="1200" dirty="0">
                <a:solidFill>
                  <a:srgbClr val="14281E"/>
                </a:solidFill>
                <a:latin typeface="IBM Plex Sans" pitchFamily="34" charset="0"/>
                <a:ea typeface="IBM Plex Sans" pitchFamily="34" charset="-122"/>
                <a:cs typeface="IBM Plex Sans" pitchFamily="34" charset="-120"/>
              </a:rPr>
              <a:t>leyó KOI971</a:t>
            </a:r>
            <a:endParaRPr lang="en-US" sz="1200" dirty="0"/>
          </a:p>
        </p:txBody>
      </p:sp>
      <p:sp>
        <p:nvSpPr>
          <p:cNvPr id="28" name="Text 26"/>
          <p:cNvSpPr/>
          <p:nvPr/>
        </p:nvSpPr>
        <p:spPr>
          <a:xfrm>
            <a:off x="8048625" y="2603798"/>
            <a:ext cx="1104900" cy="529431"/>
          </a:xfrm>
          <a:prstGeom prst="rect">
            <a:avLst/>
          </a:prstGeom>
          <a:solidFill>
            <a:srgbClr val="0B5638"/>
          </a:solidFill>
          <a:ln w="6350">
            <a:solidFill>
              <a:srgbClr val="F5F8F4"/>
            </a:solidFill>
            <a:prstDash val="solid"/>
          </a:ln>
        </p:spPr>
        <p:txBody>
          <a:bodyPr wrap="square" lIns="53975" tIns="66675" rIns="3175" bIns="41275" rtlCol="0" anchor="t">
            <a:normAutofit/>
          </a:bodyPr>
          <a:lstStyle/>
          <a:p>
            <a:pPr algn="l" indent="0" marL="0">
              <a:lnSpc>
                <a:spcPts val="1560"/>
              </a:lnSpc>
              <a:buNone/>
            </a:pPr>
            <a:r>
              <a:rPr lang="en-US" sz="1200" dirty="0">
                <a:solidFill>
                  <a:srgbClr val="F1F6F2"/>
                </a:solidFill>
                <a:latin typeface="IBM Plex Sans" pitchFamily="34" charset="0"/>
                <a:ea typeface="IBM Plex Sans" pitchFamily="34" charset="-122"/>
                <a:cs typeface="IBM Plex Sans" pitchFamily="34" charset="-120"/>
              </a:rPr>
              <a:t>22:53</a:t>
            </a:r>
            <a:endParaRPr lang="en-US" sz="1200" dirty="0"/>
          </a:p>
          <a:p>
            <a:pPr algn="l" indent="0" marL="0">
              <a:lnSpc>
                <a:spcPts val="1560"/>
              </a:lnSpc>
              <a:buNone/>
            </a:pPr>
            <a:r>
              <a:rPr lang="en-US" sz="1200" dirty="0">
                <a:solidFill>
                  <a:srgbClr val="F1F6F2"/>
                </a:solidFill>
                <a:latin typeface="IBM Plex Sans" pitchFamily="34" charset="0"/>
                <a:ea typeface="IBM Plex Sans" pitchFamily="34" charset="-122"/>
                <a:cs typeface="IBM Plex Sans" pitchFamily="34" charset="-120"/>
              </a:rPr>
              <a:t>KQI971</a:t>
            </a:r>
            <a:endParaRPr lang="en-US" sz="1200" dirty="0"/>
          </a:p>
        </p:txBody>
      </p:sp>
      <p:sp>
        <p:nvSpPr>
          <p:cNvPr id="29" name="Text 27"/>
          <p:cNvSpPr/>
          <p:nvPr/>
        </p:nvSpPr>
        <p:spPr>
          <a:xfrm>
            <a:off x="9159875" y="2603798"/>
            <a:ext cx="1104900" cy="529431"/>
          </a:xfrm>
          <a:prstGeom prst="rect">
            <a:avLst/>
          </a:prstGeom>
          <a:solidFill>
            <a:srgbClr val="7FB894"/>
          </a:solidFill>
          <a:ln w="6350">
            <a:solidFill>
              <a:srgbClr val="F5F8F4"/>
            </a:solidFill>
            <a:prstDash val="solid"/>
          </a:ln>
        </p:spPr>
        <p:txBody>
          <a:bodyPr wrap="square" lIns="53975" tIns="66675" rIns="3175" bIns="41275" rtlCol="0" anchor="t">
            <a:normAutofit/>
          </a:bodyPr>
          <a:lstStyle/>
          <a:p>
            <a:pPr algn="l" indent="0" marL="0">
              <a:lnSpc>
                <a:spcPts val="1560"/>
              </a:lnSpc>
              <a:buNone/>
            </a:pPr>
            <a:r>
              <a:rPr lang="en-US" sz="1200" dirty="0">
                <a:solidFill>
                  <a:srgbClr val="14281E"/>
                </a:solidFill>
                <a:latin typeface="IBM Plex Sans" pitchFamily="34" charset="0"/>
                <a:ea typeface="IBM Plex Sans" pitchFamily="34" charset="-122"/>
                <a:cs typeface="IBM Plex Sans" pitchFamily="34" charset="-120"/>
              </a:rPr>
              <a:t>23:07</a:t>
            </a:r>
            <a:endParaRPr lang="en-US" sz="1200" dirty="0"/>
          </a:p>
          <a:p>
            <a:pPr algn="l" indent="0" marL="0">
              <a:lnSpc>
                <a:spcPts val="1560"/>
              </a:lnSpc>
              <a:buNone/>
            </a:pPr>
            <a:r>
              <a:rPr lang="en-US" sz="1200" dirty="0">
                <a:solidFill>
                  <a:srgbClr val="14281E"/>
                </a:solidFill>
                <a:latin typeface="IBM Plex Sans" pitchFamily="34" charset="0"/>
                <a:ea typeface="IBM Plex Sans" pitchFamily="34" charset="-122"/>
                <a:cs typeface="IBM Plex Sans" pitchFamily="34" charset="-120"/>
              </a:rPr>
              <a:t>leyó QI971</a:t>
            </a:r>
            <a:endParaRPr lang="en-US" sz="1200" dirty="0"/>
          </a:p>
        </p:txBody>
      </p:sp>
      <p:sp>
        <p:nvSpPr>
          <p:cNvPr id="30" name="Text 28"/>
          <p:cNvSpPr/>
          <p:nvPr/>
        </p:nvSpPr>
        <p:spPr>
          <a:xfrm>
            <a:off x="10271125" y="2603798"/>
            <a:ext cx="1104900" cy="529431"/>
          </a:xfrm>
          <a:prstGeom prst="rect">
            <a:avLst/>
          </a:prstGeom>
          <a:solidFill>
            <a:srgbClr val="7FB894"/>
          </a:solidFill>
          <a:ln w="6350">
            <a:solidFill>
              <a:srgbClr val="F5F8F4"/>
            </a:solidFill>
            <a:prstDash val="solid"/>
          </a:ln>
        </p:spPr>
        <p:txBody>
          <a:bodyPr wrap="square" lIns="53975" tIns="66675" rIns="3175" bIns="41275" rtlCol="0" anchor="t">
            <a:normAutofit/>
          </a:bodyPr>
          <a:lstStyle/>
          <a:p>
            <a:pPr algn="l" indent="0" marL="0">
              <a:lnSpc>
                <a:spcPts val="1560"/>
              </a:lnSpc>
              <a:buNone/>
            </a:pPr>
            <a:r>
              <a:rPr lang="en-US" sz="1200" dirty="0">
                <a:solidFill>
                  <a:srgbClr val="14281E"/>
                </a:solidFill>
                <a:latin typeface="IBM Plex Sans" pitchFamily="34" charset="0"/>
                <a:ea typeface="IBM Plex Sans" pitchFamily="34" charset="-122"/>
                <a:cs typeface="IBM Plex Sans" pitchFamily="34" charset="-120"/>
              </a:rPr>
              <a:t>23:11</a:t>
            </a:r>
            <a:endParaRPr lang="en-US" sz="1200" dirty="0"/>
          </a:p>
          <a:p>
            <a:pPr algn="l" indent="0" marL="0">
              <a:lnSpc>
                <a:spcPts val="1560"/>
              </a:lnSpc>
              <a:buNone/>
            </a:pPr>
            <a:r>
              <a:rPr lang="en-US" sz="1200" dirty="0">
                <a:solidFill>
                  <a:srgbClr val="14281E"/>
                </a:solidFill>
                <a:latin typeface="IBM Plex Sans" pitchFamily="34" charset="0"/>
                <a:ea typeface="IBM Plex Sans" pitchFamily="34" charset="-122"/>
                <a:cs typeface="IBM Plex Sans" pitchFamily="34" charset="-120"/>
              </a:rPr>
              <a:t>leyó KOI971</a:t>
            </a:r>
            <a:endParaRPr lang="en-US" sz="1200" dirty="0"/>
          </a:p>
        </p:txBody>
      </p:sp>
      <p:sp>
        <p:nvSpPr>
          <p:cNvPr id="31" name="Text 29"/>
          <p:cNvSpPr/>
          <p:nvPr/>
        </p:nvSpPr>
        <p:spPr>
          <a:xfrm>
            <a:off x="815975" y="3139579"/>
            <a:ext cx="1670050" cy="529431"/>
          </a:xfrm>
          <a:prstGeom prst="rect">
            <a:avLst/>
          </a:prstGeom>
          <a:solidFill>
            <a:srgbClr val="FCFDFB"/>
          </a:solidFill>
          <a:ln w="6350">
            <a:solidFill>
              <a:srgbClr val="D3E2D7"/>
            </a:solidFill>
            <a:prstDash val="solid"/>
          </a:ln>
        </p:spPr>
        <p:txBody>
          <a:bodyPr wrap="square" lIns="79375" tIns="66675" rIns="28575" bIns="41275" rtlCol="0" anchor="t">
            <a:normAutofit/>
          </a:bodyPr>
          <a:lstStyle/>
          <a:p>
            <a:pPr algn="l" indent="0" marL="0">
              <a:lnSpc>
                <a:spcPts val="1560"/>
              </a:lnSpc>
              <a:buNone/>
            </a:pPr>
            <a:r>
              <a:rPr lang="en-US" sz="1200" b="1" dirty="0">
                <a:solidFill>
                  <a:srgbClr val="14281E"/>
                </a:solidFill>
                <a:latin typeface="IBM Plex Sans" pitchFamily="34" charset="0"/>
                <a:ea typeface="IBM Plex Sans" pitchFamily="34" charset="-122"/>
                <a:cs typeface="IBM Plex Sans" pitchFamily="34" charset="-120"/>
              </a:rPr>
              <a:t>AI342EV</a:t>
            </a:r>
            <a:endParaRPr lang="en-US" sz="1200" dirty="0"/>
          </a:p>
          <a:p>
            <a:pPr algn="l" indent="0" marL="0">
              <a:lnSpc>
                <a:spcPts val="1560"/>
              </a:lnSpc>
              <a:buNone/>
            </a:pPr>
            <a:r>
              <a:rPr lang="en-US" sz="1200" dirty="0">
                <a:solidFill>
                  <a:srgbClr val="14281E"/>
                </a:solidFill>
                <a:latin typeface="IBM Plex Sans" pitchFamily="34" charset="0"/>
                <a:ea typeface="IBM Plex Sans" pitchFamily="34" charset="-122"/>
                <a:cs typeface="IBM Plex Sans" pitchFamily="34" charset="-120"/>
              </a:rPr>
              <a:t>2 deducidos</a:t>
            </a:r>
            <a:endParaRPr lang="en-US" sz="1200" dirty="0"/>
          </a:p>
        </p:txBody>
      </p:sp>
      <p:sp>
        <p:nvSpPr>
          <p:cNvPr id="32" name="Text 30"/>
          <p:cNvSpPr/>
          <p:nvPr/>
        </p:nvSpPr>
        <p:spPr>
          <a:xfrm>
            <a:off x="2492375" y="3139579"/>
            <a:ext cx="1104900" cy="529431"/>
          </a:xfrm>
          <a:prstGeom prst="rect">
            <a:avLst/>
          </a:prstGeom>
          <a:solidFill>
            <a:srgbClr val="0B5638"/>
          </a:solidFill>
          <a:ln w="6350">
            <a:solidFill>
              <a:srgbClr val="F5F8F4"/>
            </a:solidFill>
            <a:prstDash val="solid"/>
          </a:ln>
        </p:spPr>
        <p:txBody>
          <a:bodyPr wrap="square" lIns="53975" tIns="66675" rIns="3175" bIns="41275" rtlCol="0" anchor="t">
            <a:normAutofit/>
          </a:bodyPr>
          <a:lstStyle/>
          <a:p>
            <a:pPr algn="l" indent="0" marL="0">
              <a:lnSpc>
                <a:spcPts val="1560"/>
              </a:lnSpc>
              <a:buNone/>
            </a:pPr>
            <a:r>
              <a:rPr lang="en-US" sz="1200" dirty="0">
                <a:solidFill>
                  <a:srgbClr val="F1F6F2"/>
                </a:solidFill>
                <a:latin typeface="IBM Plex Sans" pitchFamily="34" charset="0"/>
                <a:ea typeface="IBM Plex Sans" pitchFamily="34" charset="-122"/>
                <a:cs typeface="IBM Plex Sans" pitchFamily="34" charset="-120"/>
              </a:rPr>
              <a:t>20:37</a:t>
            </a:r>
            <a:endParaRPr lang="en-US" sz="1200" dirty="0"/>
          </a:p>
          <a:p>
            <a:pPr algn="l" indent="0" marL="0">
              <a:lnSpc>
                <a:spcPts val="1560"/>
              </a:lnSpc>
              <a:buNone/>
            </a:pPr>
            <a:r>
              <a:rPr lang="en-US" sz="1200" dirty="0">
                <a:solidFill>
                  <a:srgbClr val="F1F6F2"/>
                </a:solidFill>
                <a:latin typeface="IBM Plex Sans" pitchFamily="34" charset="0"/>
                <a:ea typeface="IBM Plex Sans" pitchFamily="34" charset="-122"/>
                <a:cs typeface="IBM Plex Sans" pitchFamily="34" charset="-120"/>
              </a:rPr>
              <a:t>AI342EV</a:t>
            </a:r>
            <a:endParaRPr lang="en-US" sz="1200" dirty="0"/>
          </a:p>
        </p:txBody>
      </p:sp>
      <p:sp>
        <p:nvSpPr>
          <p:cNvPr id="33" name="Text 31"/>
          <p:cNvSpPr/>
          <p:nvPr/>
        </p:nvSpPr>
        <p:spPr>
          <a:xfrm>
            <a:off x="3603625" y="3139579"/>
            <a:ext cx="1104900" cy="529431"/>
          </a:xfrm>
          <a:prstGeom prst="rect">
            <a:avLst/>
          </a:prstGeom>
          <a:solidFill>
            <a:srgbClr val="0B5638"/>
          </a:solidFill>
          <a:ln w="6350">
            <a:solidFill>
              <a:srgbClr val="F5F8F4"/>
            </a:solidFill>
            <a:prstDash val="solid"/>
          </a:ln>
        </p:spPr>
        <p:txBody>
          <a:bodyPr wrap="square" lIns="53975" tIns="66675" rIns="3175" bIns="41275" rtlCol="0" anchor="t">
            <a:normAutofit/>
          </a:bodyPr>
          <a:lstStyle/>
          <a:p>
            <a:pPr algn="l" indent="0" marL="0">
              <a:lnSpc>
                <a:spcPts val="1560"/>
              </a:lnSpc>
              <a:buNone/>
            </a:pPr>
            <a:r>
              <a:rPr lang="en-US" sz="1200" dirty="0">
                <a:solidFill>
                  <a:srgbClr val="F1F6F2"/>
                </a:solidFill>
                <a:latin typeface="IBM Plex Sans" pitchFamily="34" charset="0"/>
                <a:ea typeface="IBM Plex Sans" pitchFamily="34" charset="-122"/>
                <a:cs typeface="IBM Plex Sans" pitchFamily="34" charset="-120"/>
              </a:rPr>
              <a:t>23:11</a:t>
            </a:r>
            <a:endParaRPr lang="en-US" sz="1200" dirty="0"/>
          </a:p>
          <a:p>
            <a:pPr algn="l" indent="0" marL="0">
              <a:lnSpc>
                <a:spcPts val="1560"/>
              </a:lnSpc>
              <a:buNone/>
            </a:pPr>
            <a:r>
              <a:rPr lang="en-US" sz="1200" dirty="0">
                <a:solidFill>
                  <a:srgbClr val="F1F6F2"/>
                </a:solidFill>
                <a:latin typeface="IBM Plex Sans" pitchFamily="34" charset="0"/>
                <a:ea typeface="IBM Plex Sans" pitchFamily="34" charset="-122"/>
                <a:cs typeface="IBM Plex Sans" pitchFamily="34" charset="-120"/>
              </a:rPr>
              <a:t>AI342EV</a:t>
            </a:r>
            <a:endParaRPr lang="en-US" sz="1200" dirty="0"/>
          </a:p>
        </p:txBody>
      </p:sp>
      <p:sp>
        <p:nvSpPr>
          <p:cNvPr id="34" name="Text 32"/>
          <p:cNvSpPr/>
          <p:nvPr/>
        </p:nvSpPr>
        <p:spPr>
          <a:xfrm>
            <a:off x="4714875" y="3139579"/>
            <a:ext cx="1104900" cy="529431"/>
          </a:xfrm>
          <a:prstGeom prst="rect">
            <a:avLst/>
          </a:prstGeom>
          <a:solidFill>
            <a:srgbClr val="0B5638"/>
          </a:solidFill>
          <a:ln w="6350">
            <a:solidFill>
              <a:srgbClr val="F5F8F4"/>
            </a:solidFill>
            <a:prstDash val="solid"/>
          </a:ln>
        </p:spPr>
        <p:txBody>
          <a:bodyPr wrap="square" lIns="53975" tIns="66675" rIns="3175" bIns="41275" rtlCol="0" anchor="t">
            <a:normAutofit/>
          </a:bodyPr>
          <a:lstStyle/>
          <a:p>
            <a:pPr algn="l" indent="0" marL="0">
              <a:lnSpc>
                <a:spcPts val="1560"/>
              </a:lnSpc>
              <a:buNone/>
            </a:pPr>
            <a:r>
              <a:rPr lang="en-US" sz="1200" dirty="0">
                <a:solidFill>
                  <a:srgbClr val="F1F6F2"/>
                </a:solidFill>
                <a:latin typeface="IBM Plex Sans" pitchFamily="34" charset="0"/>
                <a:ea typeface="IBM Plex Sans" pitchFamily="34" charset="-122"/>
                <a:cs typeface="IBM Plex Sans" pitchFamily="34" charset="-120"/>
              </a:rPr>
              <a:t>23:17</a:t>
            </a:r>
            <a:endParaRPr lang="en-US" sz="1200" dirty="0"/>
          </a:p>
          <a:p>
            <a:pPr algn="l" indent="0" marL="0">
              <a:lnSpc>
                <a:spcPts val="1560"/>
              </a:lnSpc>
              <a:buNone/>
            </a:pPr>
            <a:r>
              <a:rPr lang="en-US" sz="1200" dirty="0">
                <a:solidFill>
                  <a:srgbClr val="F1F6F2"/>
                </a:solidFill>
                <a:latin typeface="IBM Plex Sans" pitchFamily="34" charset="0"/>
                <a:ea typeface="IBM Plex Sans" pitchFamily="34" charset="-122"/>
                <a:cs typeface="IBM Plex Sans" pitchFamily="34" charset="-120"/>
              </a:rPr>
              <a:t>AI342EV</a:t>
            </a:r>
            <a:endParaRPr lang="en-US" sz="1200" dirty="0"/>
          </a:p>
        </p:txBody>
      </p:sp>
      <p:sp>
        <p:nvSpPr>
          <p:cNvPr id="35" name="Text 33"/>
          <p:cNvSpPr/>
          <p:nvPr/>
        </p:nvSpPr>
        <p:spPr>
          <a:xfrm>
            <a:off x="5826125" y="3139579"/>
            <a:ext cx="1104900" cy="529431"/>
          </a:xfrm>
          <a:prstGeom prst="rect">
            <a:avLst/>
          </a:prstGeom>
          <a:solidFill>
            <a:srgbClr val="0B5638"/>
          </a:solidFill>
          <a:ln w="6350">
            <a:solidFill>
              <a:srgbClr val="F5F8F4"/>
            </a:solidFill>
            <a:prstDash val="solid"/>
          </a:ln>
        </p:spPr>
        <p:txBody>
          <a:bodyPr wrap="square" lIns="53975" tIns="66675" rIns="3175" bIns="41275" rtlCol="0" anchor="t">
            <a:normAutofit/>
          </a:bodyPr>
          <a:lstStyle/>
          <a:p>
            <a:pPr algn="l" indent="0" marL="0">
              <a:lnSpc>
                <a:spcPts val="1560"/>
              </a:lnSpc>
              <a:buNone/>
            </a:pPr>
            <a:r>
              <a:rPr lang="en-US" sz="1200" dirty="0">
                <a:solidFill>
                  <a:srgbClr val="F1F6F2"/>
                </a:solidFill>
                <a:latin typeface="IBM Plex Sans" pitchFamily="34" charset="0"/>
                <a:ea typeface="IBM Plex Sans" pitchFamily="34" charset="-122"/>
                <a:cs typeface="IBM Plex Sans" pitchFamily="34" charset="-120"/>
              </a:rPr>
              <a:t>23:25</a:t>
            </a:r>
            <a:endParaRPr lang="en-US" sz="1200" dirty="0"/>
          </a:p>
          <a:p>
            <a:pPr algn="l" indent="0" marL="0">
              <a:lnSpc>
                <a:spcPts val="1560"/>
              </a:lnSpc>
              <a:buNone/>
            </a:pPr>
            <a:r>
              <a:rPr lang="en-US" sz="1200" dirty="0">
                <a:solidFill>
                  <a:srgbClr val="F1F6F2"/>
                </a:solidFill>
                <a:latin typeface="IBM Plex Sans" pitchFamily="34" charset="0"/>
                <a:ea typeface="IBM Plex Sans" pitchFamily="34" charset="-122"/>
                <a:cs typeface="IBM Plex Sans" pitchFamily="34" charset="-120"/>
              </a:rPr>
              <a:t>AI342EV</a:t>
            </a:r>
            <a:endParaRPr lang="en-US" sz="1200" dirty="0"/>
          </a:p>
        </p:txBody>
      </p:sp>
      <p:sp>
        <p:nvSpPr>
          <p:cNvPr id="36" name="Text 34"/>
          <p:cNvSpPr/>
          <p:nvPr/>
        </p:nvSpPr>
        <p:spPr>
          <a:xfrm>
            <a:off x="6937375" y="3139579"/>
            <a:ext cx="1104900" cy="529431"/>
          </a:xfrm>
          <a:prstGeom prst="rect">
            <a:avLst/>
          </a:prstGeom>
          <a:solidFill>
            <a:srgbClr val="0B5638"/>
          </a:solidFill>
          <a:ln w="6350">
            <a:solidFill>
              <a:srgbClr val="F5F8F4"/>
            </a:solidFill>
            <a:prstDash val="solid"/>
          </a:ln>
        </p:spPr>
        <p:txBody>
          <a:bodyPr wrap="square" lIns="53975" tIns="66675" rIns="3175" bIns="41275" rtlCol="0" anchor="t">
            <a:normAutofit/>
          </a:bodyPr>
          <a:lstStyle/>
          <a:p>
            <a:pPr algn="l" indent="0" marL="0">
              <a:lnSpc>
                <a:spcPts val="1560"/>
              </a:lnSpc>
              <a:buNone/>
            </a:pPr>
            <a:r>
              <a:rPr lang="en-US" sz="1200" dirty="0">
                <a:solidFill>
                  <a:srgbClr val="F1F6F2"/>
                </a:solidFill>
                <a:latin typeface="IBM Plex Sans" pitchFamily="34" charset="0"/>
                <a:ea typeface="IBM Plex Sans" pitchFamily="34" charset="-122"/>
                <a:cs typeface="IBM Plex Sans" pitchFamily="34" charset="-120"/>
              </a:rPr>
              <a:t>23:37</a:t>
            </a:r>
            <a:endParaRPr lang="en-US" sz="1200" dirty="0"/>
          </a:p>
          <a:p>
            <a:pPr algn="l" indent="0" marL="0">
              <a:lnSpc>
                <a:spcPts val="1560"/>
              </a:lnSpc>
              <a:buNone/>
            </a:pPr>
            <a:r>
              <a:rPr lang="en-US" sz="1200" dirty="0">
                <a:solidFill>
                  <a:srgbClr val="F1F6F2"/>
                </a:solidFill>
                <a:latin typeface="IBM Plex Sans" pitchFamily="34" charset="0"/>
                <a:ea typeface="IBM Plex Sans" pitchFamily="34" charset="-122"/>
                <a:cs typeface="IBM Plex Sans" pitchFamily="34" charset="-120"/>
              </a:rPr>
              <a:t>AI342EV</a:t>
            </a:r>
            <a:endParaRPr lang="en-US" sz="1200" dirty="0"/>
          </a:p>
        </p:txBody>
      </p:sp>
      <p:sp>
        <p:nvSpPr>
          <p:cNvPr id="37" name="Text 35"/>
          <p:cNvSpPr/>
          <p:nvPr/>
        </p:nvSpPr>
        <p:spPr>
          <a:xfrm>
            <a:off x="8048625" y="3139579"/>
            <a:ext cx="1104900" cy="529431"/>
          </a:xfrm>
          <a:prstGeom prst="rect">
            <a:avLst/>
          </a:prstGeom>
          <a:solidFill>
            <a:srgbClr val="9C8FC4"/>
          </a:solidFill>
          <a:ln w="6350">
            <a:solidFill>
              <a:srgbClr val="F5F8F4"/>
            </a:solidFill>
            <a:prstDash val="solid"/>
          </a:ln>
        </p:spPr>
        <p:txBody>
          <a:bodyPr wrap="square" lIns="53975" tIns="66675" rIns="3175" bIns="41275" rtlCol="0" anchor="t">
            <a:normAutofit/>
          </a:bodyPr>
          <a:lstStyle/>
          <a:p>
            <a:pPr algn="l" indent="0" marL="0">
              <a:lnSpc>
                <a:spcPts val="1560"/>
              </a:lnSpc>
              <a:buNone/>
            </a:pPr>
            <a:r>
              <a:rPr lang="en-US" sz="1200" dirty="0">
                <a:solidFill>
                  <a:srgbClr val="14281E"/>
                </a:solidFill>
                <a:latin typeface="IBM Plex Sans" pitchFamily="34" charset="0"/>
                <a:ea typeface="IBM Plex Sans" pitchFamily="34" charset="-122"/>
                <a:cs typeface="IBM Plex Sans" pitchFamily="34" charset="-120"/>
              </a:rPr>
              <a:t>deducido</a:t>
            </a:r>
            <a:endParaRPr lang="en-US" sz="1200" dirty="0"/>
          </a:p>
        </p:txBody>
      </p:sp>
      <p:sp>
        <p:nvSpPr>
          <p:cNvPr id="38" name="Text 36"/>
          <p:cNvSpPr/>
          <p:nvPr/>
        </p:nvSpPr>
        <p:spPr>
          <a:xfrm>
            <a:off x="9159875" y="3139579"/>
            <a:ext cx="1104900" cy="529431"/>
          </a:xfrm>
          <a:prstGeom prst="rect">
            <a:avLst/>
          </a:prstGeom>
          <a:solidFill>
            <a:srgbClr val="9C8FC4"/>
          </a:solidFill>
          <a:ln w="6350">
            <a:solidFill>
              <a:srgbClr val="F5F8F4"/>
            </a:solidFill>
            <a:prstDash val="solid"/>
          </a:ln>
        </p:spPr>
        <p:txBody>
          <a:bodyPr wrap="square" lIns="53975" tIns="66675" rIns="3175" bIns="41275" rtlCol="0" anchor="t">
            <a:normAutofit/>
          </a:bodyPr>
          <a:lstStyle/>
          <a:p>
            <a:pPr algn="l" indent="0" marL="0">
              <a:lnSpc>
                <a:spcPts val="1560"/>
              </a:lnSpc>
              <a:buNone/>
            </a:pPr>
            <a:r>
              <a:rPr lang="en-US" sz="1200" dirty="0">
                <a:solidFill>
                  <a:srgbClr val="14281E"/>
                </a:solidFill>
                <a:latin typeface="IBM Plex Sans" pitchFamily="34" charset="0"/>
                <a:ea typeface="IBM Plex Sans" pitchFamily="34" charset="-122"/>
                <a:cs typeface="IBM Plex Sans" pitchFamily="34" charset="-120"/>
              </a:rPr>
              <a:t>deducido</a:t>
            </a:r>
            <a:endParaRPr lang="en-US" sz="1200" dirty="0"/>
          </a:p>
        </p:txBody>
      </p:sp>
      <p:sp>
        <p:nvSpPr>
          <p:cNvPr id="39" name="Text 37"/>
          <p:cNvSpPr/>
          <p:nvPr/>
        </p:nvSpPr>
        <p:spPr>
          <a:xfrm>
            <a:off x="10271125" y="3139579"/>
            <a:ext cx="1104900" cy="529431"/>
          </a:xfrm>
          <a:prstGeom prst="rect">
            <a:avLst/>
          </a:prstGeom>
          <a:solidFill>
            <a:srgbClr val="0B5638"/>
          </a:solidFill>
          <a:ln w="6350">
            <a:solidFill>
              <a:srgbClr val="F5F8F4"/>
            </a:solidFill>
            <a:prstDash val="solid"/>
          </a:ln>
        </p:spPr>
        <p:txBody>
          <a:bodyPr wrap="square" lIns="53975" tIns="66675" rIns="3175" bIns="41275" rtlCol="0" anchor="t">
            <a:normAutofit/>
          </a:bodyPr>
          <a:lstStyle/>
          <a:p>
            <a:pPr algn="l" indent="0" marL="0">
              <a:lnSpc>
                <a:spcPts val="1560"/>
              </a:lnSpc>
              <a:buNone/>
            </a:pPr>
            <a:r>
              <a:rPr lang="en-US" sz="1200" dirty="0">
                <a:solidFill>
                  <a:srgbClr val="F1F6F2"/>
                </a:solidFill>
                <a:latin typeface="IBM Plex Sans" pitchFamily="34" charset="0"/>
                <a:ea typeface="IBM Plex Sans" pitchFamily="34" charset="-122"/>
                <a:cs typeface="IBM Plex Sans" pitchFamily="34" charset="-120"/>
              </a:rPr>
              <a:t>23:52</a:t>
            </a:r>
            <a:endParaRPr lang="en-US" sz="1200" dirty="0"/>
          </a:p>
          <a:p>
            <a:pPr algn="l" indent="0" marL="0">
              <a:lnSpc>
                <a:spcPts val="1560"/>
              </a:lnSpc>
              <a:buNone/>
            </a:pPr>
            <a:r>
              <a:rPr lang="en-US" sz="1200" dirty="0">
                <a:solidFill>
                  <a:srgbClr val="F1F6F2"/>
                </a:solidFill>
                <a:latin typeface="IBM Plex Sans" pitchFamily="34" charset="0"/>
                <a:ea typeface="IBM Plex Sans" pitchFamily="34" charset="-122"/>
                <a:cs typeface="IBM Plex Sans" pitchFamily="34" charset="-120"/>
              </a:rPr>
              <a:t>AI342EV</a:t>
            </a:r>
            <a:endParaRPr lang="en-US" sz="1200" dirty="0"/>
          </a:p>
        </p:txBody>
      </p:sp>
      <p:sp>
        <p:nvSpPr>
          <p:cNvPr id="40" name="Shape 38"/>
          <p:cNvSpPr/>
          <p:nvPr/>
        </p:nvSpPr>
        <p:spPr>
          <a:xfrm>
            <a:off x="815975" y="3827760"/>
            <a:ext cx="3431084" cy="793552"/>
          </a:xfrm>
          <a:prstGeom prst="roundRect">
            <a:avLst>
              <a:gd name="adj" fmla="val 7602"/>
            </a:avLst>
          </a:prstGeom>
          <a:solidFill>
            <a:srgbClr val="FCFDFB"/>
          </a:solidFill>
          <a:ln w="6350">
            <a:solidFill>
              <a:srgbClr val="C9DECF"/>
            </a:solidFill>
            <a:prstDash val="solid"/>
          </a:ln>
        </p:spPr>
      </p:sp>
      <p:sp>
        <p:nvSpPr>
          <p:cNvPr id="41" name="Text 39"/>
          <p:cNvSpPr/>
          <p:nvPr/>
        </p:nvSpPr>
        <p:spPr>
          <a:xfrm>
            <a:off x="933450" y="3907135"/>
            <a:ext cx="329201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5638"/>
                </a:solidFill>
                <a:latin typeface="IBM Plex Sans" pitchFamily="34" charset="0"/>
                <a:ea typeface="IBM Plex Sans" pitchFamily="34" charset="-122"/>
                <a:cs typeface="IBM Plex Sans" pitchFamily="34" charset="-120"/>
              </a:rPr>
              <a:t>Leído por la cámara</a:t>
            </a:r>
            <a:endParaRPr lang="en-US" sz="1200" dirty="0"/>
          </a:p>
        </p:txBody>
      </p:sp>
      <p:sp>
        <p:nvSpPr>
          <p:cNvPr id="42" name="Text 40"/>
          <p:cNvSpPr/>
          <p:nvPr/>
        </p:nvSpPr>
        <p:spPr>
          <a:xfrm>
            <a:off x="933450" y="4145855"/>
            <a:ext cx="3292018"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D52"/>
                </a:solidFill>
                <a:latin typeface="IBM Plex Sans" pitchFamily="34" charset="0"/>
                <a:ea typeface="IBM Plex Sans" pitchFamily="34" charset="-122"/>
                <a:cs typeface="IBM Plex Sans" pitchFamily="34" charset="-120"/>
              </a:rPr>
              <a:t>La patente salió bien en cada punto.</a:t>
            </a:r>
            <a:endParaRPr lang="en-US" sz="1200" dirty="0"/>
          </a:p>
        </p:txBody>
      </p:sp>
      <p:sp>
        <p:nvSpPr>
          <p:cNvPr id="43" name="Shape 41"/>
          <p:cNvSpPr/>
          <p:nvPr/>
        </p:nvSpPr>
        <p:spPr>
          <a:xfrm>
            <a:off x="4380409" y="3827760"/>
            <a:ext cx="3431084" cy="793552"/>
          </a:xfrm>
          <a:prstGeom prst="roundRect">
            <a:avLst>
              <a:gd name="adj" fmla="val 7602"/>
            </a:avLst>
          </a:prstGeom>
          <a:solidFill>
            <a:srgbClr val="FCFDFB"/>
          </a:solidFill>
          <a:ln w="6350">
            <a:solidFill>
              <a:srgbClr val="C9DECF"/>
            </a:solidFill>
            <a:prstDash val="solid"/>
          </a:ln>
        </p:spPr>
      </p:sp>
      <p:sp>
        <p:nvSpPr>
          <p:cNvPr id="44" name="Text 42"/>
          <p:cNvSpPr/>
          <p:nvPr/>
        </p:nvSpPr>
        <p:spPr>
          <a:xfrm>
            <a:off x="4497884" y="3907135"/>
            <a:ext cx="329201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6B47"/>
                </a:solidFill>
                <a:latin typeface="IBM Plex Sans" pitchFamily="34" charset="0"/>
                <a:ea typeface="IBM Plex Sans" pitchFamily="34" charset="-122"/>
                <a:cs typeface="IBM Plex Sans" pitchFamily="34" charset="-120"/>
              </a:rPr>
              <a:t>Reconstruido</a:t>
            </a:r>
            <a:endParaRPr lang="en-US" sz="1200" dirty="0"/>
          </a:p>
        </p:txBody>
      </p:sp>
      <p:sp>
        <p:nvSpPr>
          <p:cNvPr id="45" name="Text 43"/>
          <p:cNvSpPr/>
          <p:nvPr/>
        </p:nvSpPr>
        <p:spPr>
          <a:xfrm>
            <a:off x="4497884" y="4145855"/>
            <a:ext cx="3292018"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D52"/>
                </a:solidFill>
                <a:latin typeface="IBM Plex Sans" pitchFamily="34" charset="0"/>
                <a:ea typeface="IBM Plex Sans" pitchFamily="34" charset="-122"/>
                <a:cs typeface="IBM Plex Sans" pitchFamily="34" charset="-120"/>
              </a:rPr>
              <a:t>La cámara lo capturó con la patente mal. Era el único camión del lote con ese paso pendiente.</a:t>
            </a:r>
            <a:endParaRPr lang="en-US" sz="1200" dirty="0"/>
          </a:p>
        </p:txBody>
      </p:sp>
      <p:sp>
        <p:nvSpPr>
          <p:cNvPr id="46" name="Shape 44"/>
          <p:cNvSpPr/>
          <p:nvPr/>
        </p:nvSpPr>
        <p:spPr>
          <a:xfrm>
            <a:off x="7944842" y="3827760"/>
            <a:ext cx="3431084" cy="793552"/>
          </a:xfrm>
          <a:prstGeom prst="roundRect">
            <a:avLst>
              <a:gd name="adj" fmla="val 7602"/>
            </a:avLst>
          </a:prstGeom>
          <a:solidFill>
            <a:srgbClr val="FCFDFB"/>
          </a:solidFill>
          <a:ln w="6350">
            <a:solidFill>
              <a:srgbClr val="C9DECF"/>
            </a:solidFill>
            <a:prstDash val="solid"/>
          </a:ln>
        </p:spPr>
      </p:sp>
      <p:sp>
        <p:nvSpPr>
          <p:cNvPr id="47" name="Text 45"/>
          <p:cNvSpPr/>
          <p:nvPr/>
        </p:nvSpPr>
        <p:spPr>
          <a:xfrm>
            <a:off x="8062317" y="3907135"/>
            <a:ext cx="329201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B3D7A"/>
                </a:solidFill>
                <a:latin typeface="IBM Plex Sans" pitchFamily="34" charset="0"/>
                <a:ea typeface="IBM Plex Sans" pitchFamily="34" charset="-122"/>
                <a:cs typeface="IBM Plex Sans" pitchFamily="34" charset="-120"/>
              </a:rPr>
              <a:t>Deducido</a:t>
            </a:r>
            <a:endParaRPr lang="en-US" sz="1200" dirty="0"/>
          </a:p>
        </p:txBody>
      </p:sp>
      <p:sp>
        <p:nvSpPr>
          <p:cNvPr id="48" name="Text 46"/>
          <p:cNvSpPr/>
          <p:nvPr/>
        </p:nvSpPr>
        <p:spPr>
          <a:xfrm>
            <a:off x="8062317" y="4145855"/>
            <a:ext cx="3292018"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D52"/>
                </a:solidFill>
                <a:latin typeface="IBM Plex Sans" pitchFamily="34" charset="0"/>
                <a:ea typeface="IBM Plex Sans" pitchFamily="34" charset="-122"/>
                <a:cs typeface="IBM Plex Sans" pitchFamily="34" charset="-120"/>
              </a:rPr>
              <a:t>Sin captura, pero se lo vio antes y después: tuvo que pasar por ahí.</a:t>
            </a:r>
            <a:endParaRPr lang="en-US" sz="1200" dirty="0"/>
          </a:p>
        </p:txBody>
      </p:sp>
      <p:pic>
        <p:nvPicPr>
          <p:cNvPr id="49" name="Image 0" descr="Nueva Vicentin Argentina">    </p:cNvPr>
          <p:cNvPicPr>
            <a:picLocks noChangeAspect="1"/>
          </p:cNvPicPr>
          <p:nvPr/>
        </p:nvPicPr>
        <p:blipFill>
          <a:blip r:embed="rId1"/>
          <a:srcRect l="-167" r="-167" t="0" b="0"/>
          <a:stretch/>
        </p:blipFill>
        <p:spPr>
          <a:xfrm>
            <a:off x="812800" y="6197600"/>
            <a:ext cx="571500" cy="304800"/>
          </a:xfrm>
          <a:prstGeom prst="rect">
            <a:avLst/>
          </a:prstGeom>
        </p:spPr>
      </p:pic>
      <p:pic>
        <p:nvPicPr>
          <p:cNvPr id="50" name="Image 1" descr="Bimtrazer">    </p:cNvPr>
          <p:cNvPicPr>
            <a:picLocks noChangeAspect="1"/>
          </p:cNvPicPr>
          <p:nvPr/>
        </p:nvPicPr>
        <p:blipFill>
          <a:blip r:embed="rId2"/>
          <a:srcRect l="0" r="0" t="-63" b="-63"/>
          <a:stretch/>
        </p:blipFill>
        <p:spPr>
          <a:xfrm>
            <a:off x="10731500" y="6197600"/>
            <a:ext cx="647700" cy="304800"/>
          </a:xfrm>
          <a:prstGeom prst="rect">
            <a:avLst/>
          </a:prstGeom>
        </p:spPr>
      </p:pic>
      <p:sp>
        <p:nvSpPr>
          <p:cNvPr id="51" name="Text 47"/>
          <p:cNvSpPr/>
          <p:nvPr/>
        </p:nvSpPr>
        <p:spPr>
          <a:xfrm>
            <a:off x="1517650" y="6235700"/>
            <a:ext cx="91567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Hora de cámara · AB436BP y AI342EV el martes 13/10, KQI971 el sábado 17/10 · 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8F4"/>
        </a:solidFill>
      </p:bgPr>
    </p:bg>
    <p:spTree>
      <p:nvGrpSpPr>
        <p:cNvPr id="1" name=""/>
        <p:cNvGrpSpPr/>
        <p:nvPr/>
      </p:nvGrpSpPr>
      <p:grpSpPr>
        <a:xfrm>
          <a:off x="0" y="0"/>
          <a:ext cx="0" cy="0"/>
          <a:chOff x="0" y="0"/>
          <a:chExt cx="0" cy="0"/>
        </a:xfrm>
      </p:grpSpPr>
      <p:sp>
        <p:nvSpPr>
          <p:cNvPr id="2" name="Text 0"/>
          <p:cNvSpPr/>
          <p:nvPr/>
        </p:nvSpPr>
        <p:spPr>
          <a:xfrm>
            <a:off x="812800" y="711200"/>
            <a:ext cx="4458494" cy="289520"/>
          </a:xfrm>
          <a:custGeom>
            <a:avLst/>
            <a:gdLst/>
            <a:ahLst/>
            <a:cxnLst/>
            <a:rect l="l" t="t" r="r" b="b"/>
            <a:pathLst>
              <a:path w="4458494" h="289520">
                <a:moveTo>
                  <a:pt x="144760" y="0"/>
                </a:moveTo>
                <a:lnTo>
                  <a:pt x="4313734" y="0"/>
                </a:lnTo>
                <a:arcTo hR="144760" wR="144760" stAng="16200000" swAng="5400000"/>
                <a:lnTo>
                  <a:pt x="4458494" y="144760"/>
                </a:lnTo>
                <a:arcTo hR="144760" wR="144760" stAng="0" swAng="5400000"/>
                <a:lnTo>
                  <a:pt x="144760" y="289520"/>
                </a:lnTo>
                <a:arcTo hR="144760" wR="144760" stAng="5400000" swAng="5400000"/>
                <a:lnTo>
                  <a:pt x="0" y="144760"/>
                </a:lnTo>
                <a:arcTo hR="144760" wR="144760" stAng="10800000" swAng="5400000"/>
                <a:close/>
              </a:path>
            </a:pathLst>
          </a:custGeom>
          <a:solidFill>
            <a:srgbClr val="0B5638"/>
          </a:solidFill>
          <a:ln/>
        </p:spPr>
        <p:txBody>
          <a:bodyPr wrap="none" lIns="0" tIns="0" rIns="0" bIns="0" rtlCol="0" anchor="ctr">
            <a:normAutofit/>
          </a:bodyPr>
          <a:lstStyle/>
          <a:p>
            <a:pPr algn="ctr" indent="0" marL="0">
              <a:lnSpc>
                <a:spcPts val="1680"/>
              </a:lnSpc>
              <a:buNone/>
            </a:pPr>
            <a:r>
              <a:rPr lang="en-US" sz="1200" b="1" spc="100" kern="0" dirty="0">
                <a:solidFill>
                  <a:srgbClr val="F1F6F2"/>
                </a:solidFill>
                <a:latin typeface="IBM Plex Sans" pitchFamily="34" charset="0"/>
                <a:ea typeface="IBM Plex Sans" pitchFamily="34" charset="-122"/>
                <a:cs typeface="IBM Plex Sans" pitchFamily="34" charset="-120"/>
              </a:rPr>
              <a:t>LEÍDO POR LA CÁMARA · AB436BP · MARTES 13/10</a:t>
            </a:r>
            <a:endParaRPr lang="en-US" sz="1200" dirty="0"/>
          </a:p>
        </p:txBody>
      </p:sp>
      <p:sp>
        <p:nvSpPr>
          <p:cNvPr id="3" name="Text 1"/>
          <p:cNvSpPr/>
          <p:nvPr>
            <p:ph type="title"/>
          </p:nvPr>
        </p:nvSpPr>
        <p:spPr>
          <a:xfrm>
            <a:off x="812800" y="1076920"/>
            <a:ext cx="10883392" cy="332680"/>
          </a:xfrm>
          <a:prstGeom prst="rect">
            <a:avLst/>
          </a:prstGeom>
          <a:noFill/>
          <a:ln/>
        </p:spPr>
        <p:txBody>
          <a:bodyPr wrap="square" lIns="0" tIns="0" rIns="0" bIns="0" rtlCol="0" anchor="t">
            <a:normAutofit/>
          </a:bodyPr>
          <a:lstStyle/>
          <a:p>
            <a:pPr algn="l" indent="0" marL="0">
              <a:lnSpc>
                <a:spcPts val="2420"/>
              </a:lnSpc>
              <a:buNone/>
            </a:pPr>
            <a:r>
              <a:rPr lang="en-US" sz="2200" b="1" i="0" dirty="0">
                <a:solidFill>
                  <a:srgbClr val="14281E"/>
                </a:solidFill>
                <a:latin typeface="IBM Plex Sans" pitchFamily="34" charset="0"/>
                <a:ea typeface="IBM Plex Sans" pitchFamily="34" charset="-122"/>
                <a:cs typeface="IBM Plex Sans" pitchFamily="34" charset="-120"/>
              </a:rPr>
              <a:t>Recorrido completo: las cámaras leyeron la patente en los 8 puntos</a:t>
            </a:r>
            <a:endParaRPr lang="en-US" sz="2200" dirty="0"/>
          </a:p>
        </p:txBody>
      </p:sp>
      <p:pic>
        <p:nvPicPr>
          <p:cNvPr id="4" name="Image 0" descr="AB436BP en la cámara de ingreso del puerto a las 09:04">    </p:cNvPr>
          <p:cNvPicPr>
            <a:picLocks noChangeAspect="1"/>
          </p:cNvPicPr>
          <p:nvPr/>
        </p:nvPicPr>
        <p:blipFill>
          <a:blip r:embed="rId1"/>
          <a:srcRect l="0" r="0" t="61" b="61"/>
          <a:stretch/>
        </p:blipFill>
        <p:spPr>
          <a:xfrm>
            <a:off x="812800" y="1536601"/>
            <a:ext cx="4445000" cy="2616200"/>
          </a:xfrm>
          <a:prstGeom prst="roundRect">
            <a:avLst>
              <a:gd name="adj" fmla="val 2913"/>
            </a:avLst>
          </a:prstGeom>
        </p:spPr>
      </p:pic>
      <p:sp>
        <p:nvSpPr>
          <p:cNvPr id="5" name="Text 2"/>
          <p:cNvSpPr/>
          <p:nvPr/>
        </p:nvSpPr>
        <p:spPr>
          <a:xfrm>
            <a:off x="812800" y="4216301"/>
            <a:ext cx="45783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Ingreso del puerto · 09:04 · SLZIngCamFrente</a:t>
            </a:r>
            <a:endParaRPr lang="en-US" sz="1200" dirty="0"/>
          </a:p>
        </p:txBody>
      </p:sp>
      <p:sp>
        <p:nvSpPr>
          <p:cNvPr id="6" name="Shape 3"/>
          <p:cNvSpPr/>
          <p:nvPr/>
        </p:nvSpPr>
        <p:spPr>
          <a:xfrm>
            <a:off x="5514975" y="1539776"/>
            <a:ext cx="2863850" cy="590550"/>
          </a:xfrm>
          <a:prstGeom prst="roundRect">
            <a:avLst>
              <a:gd name="adj" fmla="val 10215"/>
            </a:avLst>
          </a:prstGeom>
          <a:solidFill>
            <a:srgbClr val="FCFDFB"/>
          </a:solidFill>
          <a:ln w="6350">
            <a:solidFill>
              <a:srgbClr val="C9DECF"/>
            </a:solidFill>
            <a:prstDash val="solid"/>
          </a:ln>
        </p:spPr>
      </p:sp>
      <p:sp>
        <p:nvSpPr>
          <p:cNvPr id="7" name="Shape 4"/>
          <p:cNvSpPr/>
          <p:nvPr/>
        </p:nvSpPr>
        <p:spPr>
          <a:xfrm>
            <a:off x="5607050" y="1606451"/>
            <a:ext cx="1143000" cy="457200"/>
          </a:xfrm>
          <a:prstGeom prst="roundRect">
            <a:avLst>
              <a:gd name="adj" fmla="val 8333"/>
            </a:avLst>
          </a:prstGeom>
          <a:solidFill>
            <a:srgbClr val="14281E"/>
          </a:solidFill>
          <a:ln/>
        </p:spPr>
      </p:sp>
      <p:pic>
        <p:nvPicPr>
          <p:cNvPr id="8" name="Image 1" descr="Patente AB436BP leída en Preingreso">    </p:cNvPr>
          <p:cNvPicPr>
            <a:picLocks noChangeAspect="1"/>
          </p:cNvPicPr>
          <p:nvPr/>
        </p:nvPicPr>
        <p:blipFill>
          <a:blip r:embed="rId2"/>
          <a:srcRect l="0" r="0" t="0" b="0"/>
          <a:stretch/>
        </p:blipFill>
        <p:spPr>
          <a:xfrm>
            <a:off x="5607050" y="1606451"/>
            <a:ext cx="1143000" cy="457200"/>
          </a:xfrm>
          <a:prstGeom prst="roundRect">
            <a:avLst>
              <a:gd name="adj" fmla="val 8333"/>
            </a:avLst>
          </a:prstGeom>
        </p:spPr>
      </p:pic>
      <p:sp>
        <p:nvSpPr>
          <p:cNvPr id="9" name="Text 5"/>
          <p:cNvSpPr/>
          <p:nvPr/>
        </p:nvSpPr>
        <p:spPr>
          <a:xfrm>
            <a:off x="6851650" y="1637010"/>
            <a:ext cx="784027"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4281E"/>
                </a:solidFill>
                <a:latin typeface="IBM Plex Sans" pitchFamily="34" charset="0"/>
                <a:ea typeface="IBM Plex Sans" pitchFamily="34" charset="-122"/>
                <a:cs typeface="IBM Plex Sans" pitchFamily="34" charset="-120"/>
              </a:rPr>
              <a:t>Preingreso</a:t>
            </a:r>
            <a:endParaRPr lang="en-US" sz="1200" dirty="0"/>
          </a:p>
          <a:p>
            <a:pPr algn="l" indent="0" marL="0">
              <a:lnSpc>
                <a:spcPts val="1560"/>
              </a:lnSpc>
              <a:buNone/>
            </a:pPr>
            <a:r>
              <a:rPr lang="en-US" sz="1200" b="1" dirty="0">
                <a:solidFill>
                  <a:srgbClr val="14281E"/>
                </a:solidFill>
                <a:latin typeface="IBM Plex Sans" pitchFamily="34" charset="0"/>
                <a:ea typeface="IBM Plex Sans" pitchFamily="34" charset="-122"/>
                <a:cs typeface="IBM Plex Sans" pitchFamily="34" charset="-120"/>
              </a:rPr>
              <a:t>07:55</a:t>
            </a:r>
            <a:endParaRPr lang="en-US" sz="1200" dirty="0"/>
          </a:p>
        </p:txBody>
      </p:sp>
      <p:sp>
        <p:nvSpPr>
          <p:cNvPr id="10" name="Shape 6"/>
          <p:cNvSpPr/>
          <p:nvPr/>
        </p:nvSpPr>
        <p:spPr>
          <a:xfrm>
            <a:off x="8461375" y="1539776"/>
            <a:ext cx="2863850" cy="590550"/>
          </a:xfrm>
          <a:prstGeom prst="roundRect">
            <a:avLst>
              <a:gd name="adj" fmla="val 10215"/>
            </a:avLst>
          </a:prstGeom>
          <a:solidFill>
            <a:srgbClr val="FCFDFB"/>
          </a:solidFill>
          <a:ln w="6350">
            <a:solidFill>
              <a:srgbClr val="C9DECF"/>
            </a:solidFill>
            <a:prstDash val="solid"/>
          </a:ln>
        </p:spPr>
      </p:sp>
      <p:sp>
        <p:nvSpPr>
          <p:cNvPr id="11" name="Shape 7"/>
          <p:cNvSpPr/>
          <p:nvPr/>
        </p:nvSpPr>
        <p:spPr>
          <a:xfrm>
            <a:off x="8553450" y="1606451"/>
            <a:ext cx="1143000" cy="457200"/>
          </a:xfrm>
          <a:prstGeom prst="roundRect">
            <a:avLst>
              <a:gd name="adj" fmla="val 8333"/>
            </a:avLst>
          </a:prstGeom>
          <a:solidFill>
            <a:srgbClr val="14281E"/>
          </a:solidFill>
          <a:ln/>
        </p:spPr>
      </p:sp>
      <p:pic>
        <p:nvPicPr>
          <p:cNvPr id="12" name="Image 2" descr="Patente AB436BP leída en Calada">    </p:cNvPr>
          <p:cNvPicPr>
            <a:picLocks noChangeAspect="1"/>
          </p:cNvPicPr>
          <p:nvPr/>
        </p:nvPicPr>
        <p:blipFill>
          <a:blip r:embed="rId3"/>
          <a:stretch>
            <a:fillRect/>
          </a:stretch>
        </p:blipFill>
        <p:spPr>
          <a:xfrm>
            <a:off x="8591550" y="1606451"/>
            <a:ext cx="1066800" cy="457200"/>
          </a:xfrm>
          <a:prstGeom prst="rect">
            <a:avLst/>
          </a:prstGeom>
        </p:spPr>
      </p:pic>
      <p:sp>
        <p:nvSpPr>
          <p:cNvPr id="13" name="Text 8"/>
          <p:cNvSpPr/>
          <p:nvPr/>
        </p:nvSpPr>
        <p:spPr>
          <a:xfrm>
            <a:off x="9798050" y="1637010"/>
            <a:ext cx="519509"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4281E"/>
                </a:solidFill>
                <a:latin typeface="IBM Plex Sans" pitchFamily="34" charset="0"/>
                <a:ea typeface="IBM Plex Sans" pitchFamily="34" charset="-122"/>
                <a:cs typeface="IBM Plex Sans" pitchFamily="34" charset="-120"/>
              </a:rPr>
              <a:t>Calada</a:t>
            </a:r>
            <a:endParaRPr lang="en-US" sz="1200" dirty="0"/>
          </a:p>
          <a:p>
            <a:pPr algn="l" indent="0" marL="0">
              <a:lnSpc>
                <a:spcPts val="1560"/>
              </a:lnSpc>
              <a:buNone/>
            </a:pPr>
            <a:r>
              <a:rPr lang="en-US" sz="1200" b="1" dirty="0">
                <a:solidFill>
                  <a:srgbClr val="14281E"/>
                </a:solidFill>
                <a:latin typeface="IBM Plex Sans" pitchFamily="34" charset="0"/>
                <a:ea typeface="IBM Plex Sans" pitchFamily="34" charset="-122"/>
                <a:cs typeface="IBM Plex Sans" pitchFamily="34" charset="-120"/>
              </a:rPr>
              <a:t>08:44</a:t>
            </a:r>
            <a:endParaRPr lang="en-US" sz="1200" dirty="0"/>
          </a:p>
        </p:txBody>
      </p:sp>
      <p:sp>
        <p:nvSpPr>
          <p:cNvPr id="14" name="Shape 9"/>
          <p:cNvSpPr/>
          <p:nvPr/>
        </p:nvSpPr>
        <p:spPr>
          <a:xfrm>
            <a:off x="5514975" y="2212876"/>
            <a:ext cx="2863850" cy="590550"/>
          </a:xfrm>
          <a:prstGeom prst="roundRect">
            <a:avLst>
              <a:gd name="adj" fmla="val 10215"/>
            </a:avLst>
          </a:prstGeom>
          <a:solidFill>
            <a:srgbClr val="FCFDFB"/>
          </a:solidFill>
          <a:ln w="6350">
            <a:solidFill>
              <a:srgbClr val="C9DECF"/>
            </a:solidFill>
            <a:prstDash val="solid"/>
          </a:ln>
        </p:spPr>
      </p:sp>
      <p:sp>
        <p:nvSpPr>
          <p:cNvPr id="15" name="Shape 10"/>
          <p:cNvSpPr/>
          <p:nvPr/>
        </p:nvSpPr>
        <p:spPr>
          <a:xfrm>
            <a:off x="5607050" y="2279551"/>
            <a:ext cx="1143000" cy="457200"/>
          </a:xfrm>
          <a:prstGeom prst="roundRect">
            <a:avLst>
              <a:gd name="adj" fmla="val 8333"/>
            </a:avLst>
          </a:prstGeom>
          <a:solidFill>
            <a:srgbClr val="14281E"/>
          </a:solidFill>
          <a:ln/>
        </p:spPr>
      </p:sp>
      <p:pic>
        <p:nvPicPr>
          <p:cNvPr id="16" name="Image 3" descr="Patente AB436BP leída en Salida">    </p:cNvPr>
          <p:cNvPicPr>
            <a:picLocks noChangeAspect="1"/>
          </p:cNvPicPr>
          <p:nvPr/>
        </p:nvPicPr>
        <p:blipFill>
          <a:blip r:embed="rId4"/>
          <a:stretch>
            <a:fillRect/>
          </a:stretch>
        </p:blipFill>
        <p:spPr>
          <a:xfrm>
            <a:off x="5623379" y="2279551"/>
            <a:ext cx="1110343" cy="457200"/>
          </a:xfrm>
          <a:custGeom>
            <a:avLst/>
            <a:gdLst/>
            <a:ahLst/>
            <a:cxnLst/>
            <a:rect l="l" t="t" r="r" b="b"/>
            <a:pathLst>
              <a:path w="1110343" h="457200">
                <a:moveTo>
                  <a:pt x="0" y="6833"/>
                </a:moveTo>
                <a:arcTo wR="38100" hR="38100" stAng="14109006" swAng="2090994"/>
                <a:lnTo>
                  <a:pt x="1088571" y="0"/>
                </a:lnTo>
                <a:arcTo wR="38100" hR="38100" stAng="16200000" swAng="2090994"/>
                <a:lnTo>
                  <a:pt x="1110343" y="450367"/>
                </a:lnTo>
                <a:arcTo wR="38100" hR="38100" stAng="3309006" swAng="2090994"/>
                <a:lnTo>
                  <a:pt x="21771" y="457200"/>
                </a:lnTo>
                <a:arcTo wR="38100" hR="38100" stAng="5400000" swAng="2090994"/>
                <a:close/>
              </a:path>
            </a:pathLst>
          </a:custGeom>
        </p:spPr>
      </p:pic>
      <p:sp>
        <p:nvSpPr>
          <p:cNvPr id="17" name="Text 11"/>
          <p:cNvSpPr/>
          <p:nvPr/>
        </p:nvSpPr>
        <p:spPr>
          <a:xfrm>
            <a:off x="6851650" y="2310110"/>
            <a:ext cx="470098"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4281E"/>
                </a:solidFill>
                <a:latin typeface="IBM Plex Sans" pitchFamily="34" charset="0"/>
                <a:ea typeface="IBM Plex Sans" pitchFamily="34" charset="-122"/>
                <a:cs typeface="IBM Plex Sans" pitchFamily="34" charset="-120"/>
              </a:rPr>
              <a:t>Salida</a:t>
            </a:r>
            <a:endParaRPr lang="en-US" sz="1200" dirty="0"/>
          </a:p>
          <a:p>
            <a:pPr algn="l" indent="0" marL="0">
              <a:lnSpc>
                <a:spcPts val="1560"/>
              </a:lnSpc>
              <a:buNone/>
            </a:pPr>
            <a:r>
              <a:rPr lang="en-US" sz="1200" b="1" dirty="0">
                <a:solidFill>
                  <a:srgbClr val="14281E"/>
                </a:solidFill>
                <a:latin typeface="IBM Plex Sans" pitchFamily="34" charset="0"/>
                <a:ea typeface="IBM Plex Sans" pitchFamily="34" charset="-122"/>
                <a:cs typeface="IBM Plex Sans" pitchFamily="34" charset="-120"/>
              </a:rPr>
              <a:t>08:54</a:t>
            </a:r>
            <a:endParaRPr lang="en-US" sz="1200" dirty="0"/>
          </a:p>
        </p:txBody>
      </p:sp>
      <p:sp>
        <p:nvSpPr>
          <p:cNvPr id="18" name="Shape 12"/>
          <p:cNvSpPr/>
          <p:nvPr/>
        </p:nvSpPr>
        <p:spPr>
          <a:xfrm>
            <a:off x="8461375" y="2212876"/>
            <a:ext cx="2863850" cy="590550"/>
          </a:xfrm>
          <a:prstGeom prst="roundRect">
            <a:avLst>
              <a:gd name="adj" fmla="val 10215"/>
            </a:avLst>
          </a:prstGeom>
          <a:solidFill>
            <a:srgbClr val="FCFDFB"/>
          </a:solidFill>
          <a:ln w="6350">
            <a:solidFill>
              <a:srgbClr val="C9DECF"/>
            </a:solidFill>
            <a:prstDash val="solid"/>
          </a:ln>
        </p:spPr>
      </p:sp>
      <p:sp>
        <p:nvSpPr>
          <p:cNvPr id="19" name="Shape 13"/>
          <p:cNvSpPr/>
          <p:nvPr/>
        </p:nvSpPr>
        <p:spPr>
          <a:xfrm>
            <a:off x="8553450" y="2279551"/>
            <a:ext cx="1143000" cy="457200"/>
          </a:xfrm>
          <a:prstGeom prst="roundRect">
            <a:avLst>
              <a:gd name="adj" fmla="val 8333"/>
            </a:avLst>
          </a:prstGeom>
          <a:solidFill>
            <a:srgbClr val="14281E"/>
          </a:solidFill>
          <a:ln/>
        </p:spPr>
      </p:sp>
      <p:pic>
        <p:nvPicPr>
          <p:cNvPr id="20" name="Image 4" descr="Patente AB436BP leída en Ingreso del puerto">    </p:cNvPr>
          <p:cNvPicPr>
            <a:picLocks noChangeAspect="1"/>
          </p:cNvPicPr>
          <p:nvPr/>
        </p:nvPicPr>
        <p:blipFill>
          <a:blip r:embed="rId5"/>
          <a:stretch>
            <a:fillRect/>
          </a:stretch>
        </p:blipFill>
        <p:spPr>
          <a:xfrm>
            <a:off x="8705850" y="2279551"/>
            <a:ext cx="838200" cy="457200"/>
          </a:xfrm>
          <a:prstGeom prst="rect">
            <a:avLst/>
          </a:prstGeom>
        </p:spPr>
      </p:pic>
      <p:sp>
        <p:nvSpPr>
          <p:cNvPr id="21" name="Text 14"/>
          <p:cNvSpPr/>
          <p:nvPr/>
        </p:nvSpPr>
        <p:spPr>
          <a:xfrm>
            <a:off x="9798050" y="2310110"/>
            <a:ext cx="778073"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4281E"/>
                </a:solidFill>
                <a:latin typeface="IBM Plex Sans" pitchFamily="34" charset="0"/>
                <a:ea typeface="IBM Plex Sans" pitchFamily="34" charset="-122"/>
                <a:cs typeface="IBM Plex Sans" pitchFamily="34" charset="-120"/>
              </a:rPr>
              <a:t>Ingreso SL</a:t>
            </a:r>
            <a:endParaRPr lang="en-US" sz="1200" dirty="0"/>
          </a:p>
          <a:p>
            <a:pPr algn="l" indent="0" marL="0">
              <a:lnSpc>
                <a:spcPts val="1560"/>
              </a:lnSpc>
              <a:buNone/>
            </a:pPr>
            <a:r>
              <a:rPr lang="en-US" sz="1200" b="1" dirty="0">
                <a:solidFill>
                  <a:srgbClr val="14281E"/>
                </a:solidFill>
                <a:latin typeface="IBM Plex Sans" pitchFamily="34" charset="0"/>
                <a:ea typeface="IBM Plex Sans" pitchFamily="34" charset="-122"/>
                <a:cs typeface="IBM Plex Sans" pitchFamily="34" charset="-120"/>
              </a:rPr>
              <a:t>09:04</a:t>
            </a:r>
            <a:endParaRPr lang="en-US" sz="1200" dirty="0"/>
          </a:p>
        </p:txBody>
      </p:sp>
      <p:sp>
        <p:nvSpPr>
          <p:cNvPr id="22" name="Shape 15"/>
          <p:cNvSpPr/>
          <p:nvPr/>
        </p:nvSpPr>
        <p:spPr>
          <a:xfrm>
            <a:off x="5514975" y="2885976"/>
            <a:ext cx="2863850" cy="590550"/>
          </a:xfrm>
          <a:prstGeom prst="roundRect">
            <a:avLst>
              <a:gd name="adj" fmla="val 10215"/>
            </a:avLst>
          </a:prstGeom>
          <a:solidFill>
            <a:srgbClr val="FCFDFB"/>
          </a:solidFill>
          <a:ln w="6350">
            <a:solidFill>
              <a:srgbClr val="C9DECF"/>
            </a:solidFill>
            <a:prstDash val="solid"/>
          </a:ln>
        </p:spPr>
      </p:sp>
      <p:sp>
        <p:nvSpPr>
          <p:cNvPr id="23" name="Shape 16"/>
          <p:cNvSpPr/>
          <p:nvPr/>
        </p:nvSpPr>
        <p:spPr>
          <a:xfrm>
            <a:off x="5607050" y="2952651"/>
            <a:ext cx="1143000" cy="457200"/>
          </a:xfrm>
          <a:prstGeom prst="roundRect">
            <a:avLst>
              <a:gd name="adj" fmla="val 8333"/>
            </a:avLst>
          </a:prstGeom>
          <a:solidFill>
            <a:srgbClr val="14281E"/>
          </a:solidFill>
          <a:ln/>
        </p:spPr>
      </p:sp>
      <p:pic>
        <p:nvPicPr>
          <p:cNvPr id="24" name="Image 5" descr="Patente AB436BP leída en Balanza de ingreso del puerto">    </p:cNvPr>
          <p:cNvPicPr>
            <a:picLocks noChangeAspect="1"/>
          </p:cNvPicPr>
          <p:nvPr/>
        </p:nvPicPr>
        <p:blipFill>
          <a:blip r:embed="rId6"/>
          <a:stretch>
            <a:fillRect/>
          </a:stretch>
        </p:blipFill>
        <p:spPr>
          <a:xfrm>
            <a:off x="5688693" y="2952651"/>
            <a:ext cx="979714" cy="457200"/>
          </a:xfrm>
          <a:prstGeom prst="rect">
            <a:avLst/>
          </a:prstGeom>
        </p:spPr>
      </p:pic>
      <p:sp>
        <p:nvSpPr>
          <p:cNvPr id="25" name="Text 17"/>
          <p:cNvSpPr/>
          <p:nvPr/>
        </p:nvSpPr>
        <p:spPr>
          <a:xfrm>
            <a:off x="6851650" y="2983210"/>
            <a:ext cx="1120378"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4281E"/>
                </a:solidFill>
                <a:latin typeface="IBM Plex Sans" pitchFamily="34" charset="0"/>
                <a:ea typeface="IBM Plex Sans" pitchFamily="34" charset="-122"/>
                <a:cs typeface="IBM Plex Sans" pitchFamily="34" charset="-120"/>
              </a:rPr>
              <a:t>Balanza ingr. SL</a:t>
            </a:r>
            <a:endParaRPr lang="en-US" sz="1200" dirty="0"/>
          </a:p>
          <a:p>
            <a:pPr algn="l" indent="0" marL="0">
              <a:lnSpc>
                <a:spcPts val="1560"/>
              </a:lnSpc>
              <a:buNone/>
            </a:pPr>
            <a:r>
              <a:rPr lang="en-US" sz="1200" b="1" dirty="0">
                <a:solidFill>
                  <a:srgbClr val="14281E"/>
                </a:solidFill>
                <a:latin typeface="IBM Plex Sans" pitchFamily="34" charset="0"/>
                <a:ea typeface="IBM Plex Sans" pitchFamily="34" charset="-122"/>
                <a:cs typeface="IBM Plex Sans" pitchFamily="34" charset="-120"/>
              </a:rPr>
              <a:t>09:37</a:t>
            </a:r>
            <a:endParaRPr lang="en-US" sz="1200" dirty="0"/>
          </a:p>
        </p:txBody>
      </p:sp>
      <p:sp>
        <p:nvSpPr>
          <p:cNvPr id="26" name="Shape 18"/>
          <p:cNvSpPr/>
          <p:nvPr/>
        </p:nvSpPr>
        <p:spPr>
          <a:xfrm>
            <a:off x="8461375" y="2885976"/>
            <a:ext cx="2863850" cy="590550"/>
          </a:xfrm>
          <a:prstGeom prst="roundRect">
            <a:avLst>
              <a:gd name="adj" fmla="val 10215"/>
            </a:avLst>
          </a:prstGeom>
          <a:solidFill>
            <a:srgbClr val="FCFDFB"/>
          </a:solidFill>
          <a:ln w="6350">
            <a:solidFill>
              <a:srgbClr val="C9DECF"/>
            </a:solidFill>
            <a:prstDash val="solid"/>
          </a:ln>
        </p:spPr>
      </p:sp>
      <p:sp>
        <p:nvSpPr>
          <p:cNvPr id="27" name="Shape 19"/>
          <p:cNvSpPr/>
          <p:nvPr/>
        </p:nvSpPr>
        <p:spPr>
          <a:xfrm>
            <a:off x="8553450" y="2952651"/>
            <a:ext cx="1143000" cy="457200"/>
          </a:xfrm>
          <a:prstGeom prst="roundRect">
            <a:avLst>
              <a:gd name="adj" fmla="val 8333"/>
            </a:avLst>
          </a:prstGeom>
          <a:solidFill>
            <a:srgbClr val="14281E"/>
          </a:solidFill>
          <a:ln/>
        </p:spPr>
      </p:sp>
      <p:pic>
        <p:nvPicPr>
          <p:cNvPr id="28" name="Image 6" descr="Patente AB436BP leída en Volcables">    </p:cNvPr>
          <p:cNvPicPr>
            <a:picLocks noChangeAspect="1"/>
          </p:cNvPicPr>
          <p:nvPr/>
        </p:nvPicPr>
        <p:blipFill>
          <a:blip r:embed="rId7"/>
          <a:stretch>
            <a:fillRect/>
          </a:stretch>
        </p:blipFill>
        <p:spPr>
          <a:xfrm>
            <a:off x="8553450" y="2973433"/>
            <a:ext cx="1143000" cy="415636"/>
          </a:xfrm>
          <a:custGeom>
            <a:avLst/>
            <a:gdLst/>
            <a:ahLst/>
            <a:cxnLst/>
            <a:rect l="l" t="t" r="r" b="b"/>
            <a:pathLst>
              <a:path w="1143000" h="415636">
                <a:moveTo>
                  <a:pt x="0" y="17318"/>
                </a:moveTo>
                <a:arcTo wR="38100" hR="38100" stAng="10800000" swAng="1622142"/>
                <a:lnTo>
                  <a:pt x="1138837" y="0"/>
                </a:lnTo>
                <a:arcTo wR="38100" hR="38100" stAng="19977858" swAng="1622142"/>
                <a:lnTo>
                  <a:pt x="1143000" y="398318"/>
                </a:lnTo>
                <a:arcTo wR="38100" hR="38100" stAng="0" swAng="1622142"/>
                <a:lnTo>
                  <a:pt x="4163" y="415636"/>
                </a:lnTo>
                <a:arcTo wR="38100" hR="38100" stAng="9177858" swAng="1622142"/>
                <a:close/>
              </a:path>
            </a:pathLst>
          </a:custGeom>
        </p:spPr>
      </p:pic>
      <p:sp>
        <p:nvSpPr>
          <p:cNvPr id="29" name="Text 20"/>
          <p:cNvSpPr/>
          <p:nvPr/>
        </p:nvSpPr>
        <p:spPr>
          <a:xfrm>
            <a:off x="9798050" y="2983210"/>
            <a:ext cx="711696"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4281E"/>
                </a:solidFill>
                <a:latin typeface="IBM Plex Sans" pitchFamily="34" charset="0"/>
                <a:ea typeface="IBM Plex Sans" pitchFamily="34" charset="-122"/>
                <a:cs typeface="IBM Plex Sans" pitchFamily="34" charset="-120"/>
              </a:rPr>
              <a:t>Volcables</a:t>
            </a:r>
            <a:endParaRPr lang="en-US" sz="1200" dirty="0"/>
          </a:p>
          <a:p>
            <a:pPr algn="l" indent="0" marL="0">
              <a:lnSpc>
                <a:spcPts val="1560"/>
              </a:lnSpc>
              <a:buNone/>
            </a:pPr>
            <a:r>
              <a:rPr lang="en-US" sz="1200" b="1" dirty="0">
                <a:solidFill>
                  <a:srgbClr val="14281E"/>
                </a:solidFill>
                <a:latin typeface="IBM Plex Sans" pitchFamily="34" charset="0"/>
                <a:ea typeface="IBM Plex Sans" pitchFamily="34" charset="-122"/>
                <a:cs typeface="IBM Plex Sans" pitchFamily="34" charset="-120"/>
              </a:rPr>
              <a:t>10:40</a:t>
            </a:r>
            <a:endParaRPr lang="en-US" sz="1200" dirty="0"/>
          </a:p>
        </p:txBody>
      </p:sp>
      <p:sp>
        <p:nvSpPr>
          <p:cNvPr id="30" name="Shape 21"/>
          <p:cNvSpPr/>
          <p:nvPr/>
        </p:nvSpPr>
        <p:spPr>
          <a:xfrm>
            <a:off x="5514975" y="3559076"/>
            <a:ext cx="2863850" cy="590550"/>
          </a:xfrm>
          <a:prstGeom prst="roundRect">
            <a:avLst>
              <a:gd name="adj" fmla="val 10215"/>
            </a:avLst>
          </a:prstGeom>
          <a:solidFill>
            <a:srgbClr val="FCFDFB"/>
          </a:solidFill>
          <a:ln w="6350">
            <a:solidFill>
              <a:srgbClr val="C9DECF"/>
            </a:solidFill>
            <a:prstDash val="solid"/>
          </a:ln>
        </p:spPr>
      </p:sp>
      <p:sp>
        <p:nvSpPr>
          <p:cNvPr id="31" name="Shape 22"/>
          <p:cNvSpPr/>
          <p:nvPr/>
        </p:nvSpPr>
        <p:spPr>
          <a:xfrm>
            <a:off x="5607050" y="3625751"/>
            <a:ext cx="1143000" cy="457200"/>
          </a:xfrm>
          <a:prstGeom prst="roundRect">
            <a:avLst>
              <a:gd name="adj" fmla="val 8333"/>
            </a:avLst>
          </a:prstGeom>
          <a:solidFill>
            <a:srgbClr val="14281E"/>
          </a:solidFill>
          <a:ln/>
        </p:spPr>
      </p:sp>
      <p:pic>
        <p:nvPicPr>
          <p:cNvPr id="32" name="Image 7" descr="Patente AB436BP leída en Balanza de egreso del puerto">    </p:cNvPr>
          <p:cNvPicPr>
            <a:picLocks noChangeAspect="1"/>
          </p:cNvPicPr>
          <p:nvPr/>
        </p:nvPicPr>
        <p:blipFill>
          <a:blip r:embed="rId8"/>
          <a:stretch>
            <a:fillRect/>
          </a:stretch>
        </p:blipFill>
        <p:spPr>
          <a:xfrm>
            <a:off x="5683250" y="3625751"/>
            <a:ext cx="990600" cy="457200"/>
          </a:xfrm>
          <a:prstGeom prst="rect">
            <a:avLst/>
          </a:prstGeom>
        </p:spPr>
      </p:pic>
      <p:sp>
        <p:nvSpPr>
          <p:cNvPr id="33" name="Text 23"/>
          <p:cNvSpPr/>
          <p:nvPr/>
        </p:nvSpPr>
        <p:spPr>
          <a:xfrm>
            <a:off x="6851650" y="3656310"/>
            <a:ext cx="1079401"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4281E"/>
                </a:solidFill>
                <a:latin typeface="IBM Plex Sans" pitchFamily="34" charset="0"/>
                <a:ea typeface="IBM Plex Sans" pitchFamily="34" charset="-122"/>
                <a:cs typeface="IBM Plex Sans" pitchFamily="34" charset="-120"/>
              </a:rPr>
              <a:t>Balanza egr. SL</a:t>
            </a:r>
            <a:endParaRPr lang="en-US" sz="1200" dirty="0"/>
          </a:p>
          <a:p>
            <a:pPr algn="l" indent="0" marL="0">
              <a:lnSpc>
                <a:spcPts val="1560"/>
              </a:lnSpc>
              <a:buNone/>
            </a:pPr>
            <a:r>
              <a:rPr lang="en-US" sz="1200" b="1" dirty="0">
                <a:solidFill>
                  <a:srgbClr val="14281E"/>
                </a:solidFill>
                <a:latin typeface="IBM Plex Sans" pitchFamily="34" charset="0"/>
                <a:ea typeface="IBM Plex Sans" pitchFamily="34" charset="-122"/>
                <a:cs typeface="IBM Plex Sans" pitchFamily="34" charset="-120"/>
              </a:rPr>
              <a:t>10:49</a:t>
            </a:r>
            <a:endParaRPr lang="en-US" sz="1200" dirty="0"/>
          </a:p>
        </p:txBody>
      </p:sp>
      <p:sp>
        <p:nvSpPr>
          <p:cNvPr id="34" name="Shape 24"/>
          <p:cNvSpPr/>
          <p:nvPr/>
        </p:nvSpPr>
        <p:spPr>
          <a:xfrm>
            <a:off x="8461375" y="3559076"/>
            <a:ext cx="2863850" cy="590550"/>
          </a:xfrm>
          <a:prstGeom prst="roundRect">
            <a:avLst>
              <a:gd name="adj" fmla="val 10215"/>
            </a:avLst>
          </a:prstGeom>
          <a:solidFill>
            <a:srgbClr val="FCFDFB"/>
          </a:solidFill>
          <a:ln w="6350">
            <a:solidFill>
              <a:srgbClr val="C9DECF"/>
            </a:solidFill>
            <a:prstDash val="solid"/>
          </a:ln>
        </p:spPr>
      </p:sp>
      <p:sp>
        <p:nvSpPr>
          <p:cNvPr id="35" name="Shape 25"/>
          <p:cNvSpPr/>
          <p:nvPr/>
        </p:nvSpPr>
        <p:spPr>
          <a:xfrm>
            <a:off x="8553450" y="3625751"/>
            <a:ext cx="1143000" cy="457200"/>
          </a:xfrm>
          <a:prstGeom prst="roundRect">
            <a:avLst>
              <a:gd name="adj" fmla="val 8333"/>
            </a:avLst>
          </a:prstGeom>
          <a:solidFill>
            <a:srgbClr val="14281E"/>
          </a:solidFill>
          <a:ln/>
        </p:spPr>
      </p:sp>
      <p:pic>
        <p:nvPicPr>
          <p:cNvPr id="36" name="Image 8" descr="Patente AB436BP leída en Egreso del puerto">    </p:cNvPr>
          <p:cNvPicPr>
            <a:picLocks noChangeAspect="1"/>
          </p:cNvPicPr>
          <p:nvPr/>
        </p:nvPicPr>
        <p:blipFill>
          <a:blip r:embed="rId9"/>
          <a:stretch>
            <a:fillRect/>
          </a:stretch>
        </p:blipFill>
        <p:spPr>
          <a:xfrm>
            <a:off x="8602436" y="3625751"/>
            <a:ext cx="1045029" cy="457200"/>
          </a:xfrm>
          <a:prstGeom prst="rect">
            <a:avLst/>
          </a:prstGeom>
        </p:spPr>
      </p:pic>
      <p:sp>
        <p:nvSpPr>
          <p:cNvPr id="37" name="Text 26"/>
          <p:cNvSpPr/>
          <p:nvPr/>
        </p:nvSpPr>
        <p:spPr>
          <a:xfrm>
            <a:off x="9798050" y="3656310"/>
            <a:ext cx="718641"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4281E"/>
                </a:solidFill>
                <a:latin typeface="IBM Plex Sans" pitchFamily="34" charset="0"/>
                <a:ea typeface="IBM Plex Sans" pitchFamily="34" charset="-122"/>
                <a:cs typeface="IBM Plex Sans" pitchFamily="34" charset="-120"/>
              </a:rPr>
              <a:t>Egreso SL</a:t>
            </a:r>
            <a:endParaRPr lang="en-US" sz="1200" dirty="0"/>
          </a:p>
          <a:p>
            <a:pPr algn="l" indent="0" marL="0">
              <a:lnSpc>
                <a:spcPts val="1560"/>
              </a:lnSpc>
              <a:buNone/>
            </a:pPr>
            <a:r>
              <a:rPr lang="en-US" sz="1200" b="1" dirty="0">
                <a:solidFill>
                  <a:srgbClr val="14281E"/>
                </a:solidFill>
                <a:latin typeface="IBM Plex Sans" pitchFamily="34" charset="0"/>
                <a:ea typeface="IBM Plex Sans" pitchFamily="34" charset="-122"/>
                <a:cs typeface="IBM Plex Sans" pitchFamily="34" charset="-120"/>
              </a:rPr>
              <a:t>10:52</a:t>
            </a:r>
            <a:endParaRPr lang="en-US" sz="1200" dirty="0"/>
          </a:p>
        </p:txBody>
      </p:sp>
      <p:pic>
        <p:nvPicPr>
          <p:cNvPr id="38" name="Image 9" descr="Nueva Vicentin Argentina">    </p:cNvPr>
          <p:cNvPicPr>
            <a:picLocks noChangeAspect="1"/>
          </p:cNvPicPr>
          <p:nvPr/>
        </p:nvPicPr>
        <p:blipFill>
          <a:blip r:embed="rId10"/>
          <a:srcRect l="-167" r="-167" t="0" b="0"/>
          <a:stretch/>
        </p:blipFill>
        <p:spPr>
          <a:xfrm>
            <a:off x="812800" y="6197600"/>
            <a:ext cx="571500" cy="304800"/>
          </a:xfrm>
          <a:prstGeom prst="rect">
            <a:avLst/>
          </a:prstGeom>
        </p:spPr>
      </p:pic>
      <p:pic>
        <p:nvPicPr>
          <p:cNvPr id="39" name="Image 10" descr="Bimtrazer">    </p:cNvPr>
          <p:cNvPicPr>
            <a:picLocks noChangeAspect="1"/>
          </p:cNvPicPr>
          <p:nvPr/>
        </p:nvPicPr>
        <p:blipFill>
          <a:blip r:embed="rId11"/>
          <a:srcRect l="0" r="0" t="-63" b="-63"/>
          <a:stretch/>
        </p:blipFill>
        <p:spPr>
          <a:xfrm>
            <a:off x="10731500" y="6197600"/>
            <a:ext cx="647700" cy="304800"/>
          </a:xfrm>
          <a:prstGeom prst="rect">
            <a:avLst/>
          </a:prstGeom>
        </p:spPr>
      </p:pic>
      <p:sp>
        <p:nvSpPr>
          <p:cNvPr id="40" name="Text 27"/>
          <p:cNvSpPr/>
          <p:nvPr/>
        </p:nvSpPr>
        <p:spPr>
          <a:xfrm>
            <a:off x="1517650" y="6235700"/>
            <a:ext cx="91567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Recorte de la patente que guardó la cámara en cada punto · hora de cámara · 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8F4"/>
        </a:solidFill>
      </p:bgPr>
    </p:bg>
    <p:spTree>
      <p:nvGrpSpPr>
        <p:cNvPr id="1" name=""/>
        <p:cNvGrpSpPr/>
        <p:nvPr/>
      </p:nvGrpSpPr>
      <p:grpSpPr>
        <a:xfrm>
          <a:off x="0" y="0"/>
          <a:ext cx="0" cy="0"/>
          <a:chOff x="0" y="0"/>
          <a:chExt cx="0" cy="0"/>
        </a:xfrm>
      </p:grpSpPr>
      <p:sp>
        <p:nvSpPr>
          <p:cNvPr id="2" name="Text 0"/>
          <p:cNvSpPr/>
          <p:nvPr/>
        </p:nvSpPr>
        <p:spPr>
          <a:xfrm>
            <a:off x="812800" y="711200"/>
            <a:ext cx="3727252" cy="289520"/>
          </a:xfrm>
          <a:custGeom>
            <a:avLst/>
            <a:gdLst/>
            <a:ahLst/>
            <a:cxnLst/>
            <a:rect l="l" t="t" r="r" b="b"/>
            <a:pathLst>
              <a:path w="3727252" h="289520">
                <a:moveTo>
                  <a:pt x="144760" y="0"/>
                </a:moveTo>
                <a:lnTo>
                  <a:pt x="3582491" y="0"/>
                </a:lnTo>
                <a:arcTo hR="144760" wR="144760" stAng="16200000" swAng="5400000"/>
                <a:lnTo>
                  <a:pt x="3727252" y="144760"/>
                </a:lnTo>
                <a:arcTo hR="144760" wR="144760" stAng="0" swAng="5400000"/>
                <a:lnTo>
                  <a:pt x="144760" y="289520"/>
                </a:lnTo>
                <a:arcTo hR="144760" wR="144760" stAng="5400000" swAng="5400000"/>
                <a:lnTo>
                  <a:pt x="0" y="144760"/>
                </a:lnTo>
                <a:arcTo hR="144760" wR="144760" stAng="10800000" swAng="5400000"/>
                <a:close/>
              </a:path>
            </a:pathLst>
          </a:custGeom>
          <a:solidFill>
            <a:srgbClr val="7FB894"/>
          </a:solidFill>
          <a:ln/>
        </p:spPr>
        <p:txBody>
          <a:bodyPr wrap="none" lIns="0" tIns="0" rIns="0" bIns="0" rtlCol="0" anchor="ctr">
            <a:normAutofit/>
          </a:bodyPr>
          <a:lstStyle/>
          <a:p>
            <a:pPr algn="ctr" indent="0" marL="0">
              <a:lnSpc>
                <a:spcPts val="1680"/>
              </a:lnSpc>
              <a:buNone/>
            </a:pPr>
            <a:r>
              <a:rPr lang="en-US" sz="1200" b="1" spc="100" kern="0" dirty="0">
                <a:solidFill>
                  <a:srgbClr val="14281E"/>
                </a:solidFill>
                <a:latin typeface="IBM Plex Sans" pitchFamily="34" charset="0"/>
                <a:ea typeface="IBM Plex Sans" pitchFamily="34" charset="-122"/>
                <a:cs typeface="IBM Plex Sans" pitchFamily="34" charset="-120"/>
              </a:rPr>
              <a:t>RECONSTRUIDO · KQI971 · SÁBADO 17/10</a:t>
            </a:r>
            <a:endParaRPr lang="en-US" sz="1200" dirty="0"/>
          </a:p>
        </p:txBody>
      </p:sp>
      <p:sp>
        <p:nvSpPr>
          <p:cNvPr id="3" name="Text 1"/>
          <p:cNvSpPr/>
          <p:nvPr>
            <p:ph type="title"/>
          </p:nvPr>
        </p:nvSpPr>
        <p:spPr>
          <a:xfrm>
            <a:off x="812800" y="1076920"/>
            <a:ext cx="11379200" cy="332680"/>
          </a:xfrm>
          <a:prstGeom prst="rect">
            <a:avLst/>
          </a:prstGeom>
          <a:noFill/>
          <a:ln/>
        </p:spPr>
        <p:txBody>
          <a:bodyPr wrap="square" lIns="0" tIns="0" rIns="0" bIns="0" rtlCol="0" anchor="t">
            <a:normAutofit/>
          </a:bodyPr>
          <a:lstStyle/>
          <a:p>
            <a:pPr algn="l" indent="0" marL="0">
              <a:lnSpc>
                <a:spcPts val="2420"/>
              </a:lnSpc>
              <a:buNone/>
            </a:pPr>
            <a:r>
              <a:rPr lang="en-US" sz="2200" b="1" i="0" dirty="0">
                <a:solidFill>
                  <a:srgbClr val="14281E"/>
                </a:solidFill>
                <a:latin typeface="IBM Plex Sans" pitchFamily="34" charset="0"/>
                <a:ea typeface="IBM Plex Sans" pitchFamily="34" charset="-122"/>
                <a:cs typeface="IBM Plex Sans" pitchFamily="34" charset="-120"/>
              </a:rPr>
              <a:t>Tres capturas con la patente mal leída, el mismo Mercedes Axor: se reconstruyen</a:t>
            </a:r>
            <a:endParaRPr lang="en-US" sz="2200" dirty="0"/>
          </a:p>
        </p:txBody>
      </p:sp>
      <p:sp>
        <p:nvSpPr>
          <p:cNvPr id="4" name="Text 2"/>
          <p:cNvSpPr/>
          <p:nvPr/>
        </p:nvSpPr>
        <p:spPr>
          <a:xfrm>
            <a:off x="812800" y="1536601"/>
            <a:ext cx="2540000" cy="289520"/>
          </a:xfrm>
          <a:prstGeom prst="roundRect">
            <a:avLst>
              <a:gd name="adj" fmla="val 17546"/>
            </a:avLst>
          </a:prstGeom>
          <a:solidFill>
            <a:srgbClr val="0B5638"/>
          </a:solidFill>
          <a:ln/>
        </p:spPr>
        <p:txBody>
          <a:bodyPr wrap="square" lIns="61321" tIns="23221" rIns="0" bIns="0" rtlCol="0" anchor="t">
            <a:normAutofit/>
          </a:bodyPr>
          <a:lstStyle/>
          <a:p>
            <a:pPr algn="l" indent="0" marL="0">
              <a:lnSpc>
                <a:spcPts val="1680"/>
              </a:lnSpc>
              <a:buNone/>
            </a:pPr>
            <a:r>
              <a:rPr lang="en-US" sz="1200" b="1" dirty="0">
                <a:solidFill>
                  <a:srgbClr val="F1F6F2"/>
                </a:solidFill>
                <a:latin typeface="IBM Plex Sans" pitchFamily="34" charset="0"/>
                <a:ea typeface="IBM Plex Sans" pitchFamily="34" charset="-122"/>
                <a:cs typeface="IBM Plex Sans" pitchFamily="34" charset="-120"/>
              </a:rPr>
              <a:t>Leído · Ingreso SL 22:45</a:t>
            </a:r>
            <a:endParaRPr lang="en-US" sz="1200" dirty="0"/>
          </a:p>
        </p:txBody>
      </p:sp>
      <p:pic>
        <p:nvPicPr>
          <p:cNvPr id="5" name="Image 0" descr="KQI971 en el ingreso del puerto, patente leída bien">    </p:cNvPr>
          <p:cNvPicPr>
            <a:picLocks noChangeAspect="1"/>
          </p:cNvPicPr>
          <p:nvPr/>
        </p:nvPicPr>
        <p:blipFill>
          <a:blip r:embed="rId1"/>
          <a:srcRect l="61" r="61" t="0" b="0"/>
          <a:stretch/>
        </p:blipFill>
        <p:spPr>
          <a:xfrm>
            <a:off x="812800" y="1876921"/>
            <a:ext cx="2540000" cy="1498600"/>
          </a:xfrm>
          <a:prstGeom prst="roundRect">
            <a:avLst>
              <a:gd name="adj" fmla="val 4237"/>
            </a:avLst>
          </a:prstGeom>
        </p:spPr>
      </p:pic>
      <p:sp>
        <p:nvSpPr>
          <p:cNvPr id="6" name="Shape 3"/>
          <p:cNvSpPr/>
          <p:nvPr/>
        </p:nvSpPr>
        <p:spPr>
          <a:xfrm>
            <a:off x="812800" y="3426321"/>
            <a:ext cx="2540000" cy="635000"/>
          </a:xfrm>
          <a:prstGeom prst="roundRect">
            <a:avLst>
              <a:gd name="adj" fmla="val 10000"/>
            </a:avLst>
          </a:prstGeom>
          <a:solidFill>
            <a:srgbClr val="14281E"/>
          </a:solidFill>
          <a:ln/>
        </p:spPr>
      </p:sp>
      <p:pic>
        <p:nvPicPr>
          <p:cNvPr id="7" name="Image 1" descr="Recorte de patente KQI 971">    </p:cNvPr>
          <p:cNvPicPr>
            <a:picLocks noChangeAspect="1"/>
          </p:cNvPicPr>
          <p:nvPr/>
        </p:nvPicPr>
        <p:blipFill>
          <a:blip r:embed="rId2"/>
          <a:stretch>
            <a:fillRect/>
          </a:stretch>
        </p:blipFill>
        <p:spPr>
          <a:xfrm>
            <a:off x="1592118" y="3426321"/>
            <a:ext cx="981364" cy="635000"/>
          </a:xfrm>
          <a:prstGeom prst="rect">
            <a:avLst/>
          </a:prstGeom>
        </p:spPr>
      </p:pic>
      <p:sp>
        <p:nvSpPr>
          <p:cNvPr id="8" name="Text 4"/>
          <p:cNvSpPr/>
          <p:nvPr/>
        </p:nvSpPr>
        <p:spPr>
          <a:xfrm>
            <a:off x="812800" y="4112121"/>
            <a:ext cx="2616200"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4281E"/>
                </a:solidFill>
                <a:latin typeface="IBM Plex Sans" pitchFamily="34" charset="0"/>
                <a:ea typeface="IBM Plex Sans" pitchFamily="34" charset="-122"/>
                <a:cs typeface="IBM Plex Sans" pitchFamily="34" charset="-120"/>
              </a:rPr>
              <a:t>La cámara leyó </a:t>
            </a:r>
            <a:r>
              <a:rPr lang="en-US" sz="1200" b="1" dirty="0">
                <a:solidFill>
                  <a:srgbClr val="14281E"/>
                </a:solidFill>
                <a:latin typeface="IBM Plex Sans" pitchFamily="34" charset="0"/>
                <a:ea typeface="IBM Plex Sans" pitchFamily="34" charset="-122"/>
                <a:cs typeface="IBM Plex Sans" pitchFamily="34" charset="-120"/>
              </a:rPr>
              <a:t>KQI971</a:t>
            </a:r>
            <a:endParaRPr lang="en-US" sz="1200" dirty="0"/>
          </a:p>
        </p:txBody>
      </p:sp>
      <p:sp>
        <p:nvSpPr>
          <p:cNvPr id="9" name="Text 5"/>
          <p:cNvSpPr/>
          <p:nvPr/>
        </p:nvSpPr>
        <p:spPr>
          <a:xfrm>
            <a:off x="3486150" y="1536601"/>
            <a:ext cx="2540000" cy="502841"/>
          </a:xfrm>
          <a:prstGeom prst="roundRect">
            <a:avLst>
              <a:gd name="adj" fmla="val 10103"/>
            </a:avLst>
          </a:prstGeom>
          <a:solidFill>
            <a:srgbClr val="7FB894"/>
          </a:solidFill>
          <a:ln/>
        </p:spPr>
        <p:txBody>
          <a:bodyPr wrap="square" lIns="61321" tIns="23221" rIns="0" bIns="0" rtlCol="0" anchor="t">
            <a:normAutofit/>
          </a:bodyPr>
          <a:lstStyle/>
          <a:p>
            <a:pPr algn="l" indent="0" marL="0">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Reconstruido · Balanza ingr. 22:48</a:t>
            </a:r>
            <a:endParaRPr lang="en-US" sz="1200" dirty="0"/>
          </a:p>
        </p:txBody>
      </p:sp>
      <p:pic>
        <p:nvPicPr>
          <p:cNvPr id="10" name="Image 2" descr="KQI971 en la balanza de ingreso del puerto, leído KOI971">    </p:cNvPr>
          <p:cNvPicPr>
            <a:picLocks noChangeAspect="1"/>
          </p:cNvPicPr>
          <p:nvPr/>
        </p:nvPicPr>
        <p:blipFill>
          <a:blip r:embed="rId3"/>
          <a:srcRect l="61" r="61" t="0" b="0"/>
          <a:stretch/>
        </p:blipFill>
        <p:spPr>
          <a:xfrm>
            <a:off x="3486150" y="2090241"/>
            <a:ext cx="2540000" cy="1498600"/>
          </a:xfrm>
          <a:prstGeom prst="roundRect">
            <a:avLst>
              <a:gd name="adj" fmla="val 4237"/>
            </a:avLst>
          </a:prstGeom>
        </p:spPr>
      </p:pic>
      <p:sp>
        <p:nvSpPr>
          <p:cNvPr id="11" name="Shape 6"/>
          <p:cNvSpPr/>
          <p:nvPr/>
        </p:nvSpPr>
        <p:spPr>
          <a:xfrm>
            <a:off x="3486150" y="3639641"/>
            <a:ext cx="2540000" cy="635000"/>
          </a:xfrm>
          <a:prstGeom prst="roundRect">
            <a:avLst>
              <a:gd name="adj" fmla="val 10000"/>
            </a:avLst>
          </a:prstGeom>
          <a:solidFill>
            <a:srgbClr val="14281E"/>
          </a:solidFill>
          <a:ln/>
        </p:spPr>
      </p:sp>
      <p:pic>
        <p:nvPicPr>
          <p:cNvPr id="12" name="Image 3" descr="Recorte de patente leída KOI971">    </p:cNvPr>
          <p:cNvPicPr>
            <a:picLocks noChangeAspect="1"/>
          </p:cNvPicPr>
          <p:nvPr/>
        </p:nvPicPr>
        <p:blipFill>
          <a:blip r:embed="rId4"/>
          <a:stretch>
            <a:fillRect/>
          </a:stretch>
        </p:blipFill>
        <p:spPr>
          <a:xfrm>
            <a:off x="3930650" y="3639641"/>
            <a:ext cx="1651000" cy="635000"/>
          </a:xfrm>
          <a:prstGeom prst="rect">
            <a:avLst/>
          </a:prstGeom>
        </p:spPr>
      </p:pic>
      <p:sp>
        <p:nvSpPr>
          <p:cNvPr id="13" name="Text 7"/>
          <p:cNvSpPr/>
          <p:nvPr/>
        </p:nvSpPr>
        <p:spPr>
          <a:xfrm>
            <a:off x="3486150" y="4325441"/>
            <a:ext cx="2616200"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4281E"/>
                </a:solidFill>
                <a:latin typeface="IBM Plex Sans" pitchFamily="34" charset="0"/>
                <a:ea typeface="IBM Plex Sans" pitchFamily="34" charset="-122"/>
                <a:cs typeface="IBM Plex Sans" pitchFamily="34" charset="-120"/>
              </a:rPr>
              <a:t>Leyó </a:t>
            </a:r>
            <a:r>
              <a:rPr lang="en-US" sz="1200" b="1" dirty="0">
                <a:solidFill>
                  <a:srgbClr val="14281E"/>
                </a:solidFill>
                <a:latin typeface="IBM Plex Sans" pitchFamily="34" charset="0"/>
                <a:ea typeface="IBM Plex Sans" pitchFamily="34" charset="-122"/>
                <a:cs typeface="IBM Plex Sans" pitchFamily="34" charset="-120"/>
              </a:rPr>
              <a:t>KOI971</a:t>
            </a:r>
            <a:r>
              <a:rPr lang="en-US" sz="1200" dirty="0">
                <a:solidFill>
                  <a:srgbClr val="14281E"/>
                </a:solidFill>
                <a:latin typeface="IBM Plex Sans" pitchFamily="34" charset="0"/>
                <a:ea typeface="IBM Plex Sans" pitchFamily="34" charset="-122"/>
                <a:cs typeface="IBM Plex Sans" pitchFamily="34" charset="-120"/>
              </a:rPr>
              <a:t> → es KQI971</a:t>
            </a:r>
            <a:endParaRPr lang="en-US" sz="1200" dirty="0"/>
          </a:p>
        </p:txBody>
      </p:sp>
      <p:sp>
        <p:nvSpPr>
          <p:cNvPr id="14" name="Text 8"/>
          <p:cNvSpPr/>
          <p:nvPr/>
        </p:nvSpPr>
        <p:spPr>
          <a:xfrm>
            <a:off x="6159500" y="1536601"/>
            <a:ext cx="2540000" cy="502841"/>
          </a:xfrm>
          <a:prstGeom prst="roundRect">
            <a:avLst>
              <a:gd name="adj" fmla="val 10103"/>
            </a:avLst>
          </a:prstGeom>
          <a:solidFill>
            <a:srgbClr val="7FB894"/>
          </a:solidFill>
          <a:ln/>
        </p:spPr>
        <p:txBody>
          <a:bodyPr wrap="square" lIns="61321" tIns="23221" rIns="0" bIns="0" rtlCol="0" anchor="t">
            <a:normAutofit/>
          </a:bodyPr>
          <a:lstStyle/>
          <a:p>
            <a:pPr algn="l" indent="0" marL="0">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Reconstruido · Balanza egr. 23:07</a:t>
            </a:r>
            <a:endParaRPr lang="en-US" sz="1200" dirty="0"/>
          </a:p>
        </p:txBody>
      </p:sp>
      <p:pic>
        <p:nvPicPr>
          <p:cNvPr id="15" name="Image 4" descr="KQI971 en la balanza de egreso del puerto con niebla, leído QI971">    </p:cNvPr>
          <p:cNvPicPr>
            <a:picLocks noChangeAspect="1"/>
          </p:cNvPicPr>
          <p:nvPr/>
        </p:nvPicPr>
        <p:blipFill>
          <a:blip r:embed="rId5"/>
          <a:srcRect l="61" r="61" t="0" b="0"/>
          <a:stretch/>
        </p:blipFill>
        <p:spPr>
          <a:xfrm>
            <a:off x="6159500" y="2090241"/>
            <a:ext cx="2540000" cy="1498600"/>
          </a:xfrm>
          <a:prstGeom prst="roundRect">
            <a:avLst>
              <a:gd name="adj" fmla="val 4237"/>
            </a:avLst>
          </a:prstGeom>
        </p:spPr>
      </p:pic>
      <p:sp>
        <p:nvSpPr>
          <p:cNvPr id="16" name="Shape 9"/>
          <p:cNvSpPr/>
          <p:nvPr/>
        </p:nvSpPr>
        <p:spPr>
          <a:xfrm>
            <a:off x="6159500" y="3639641"/>
            <a:ext cx="2540000" cy="635000"/>
          </a:xfrm>
          <a:prstGeom prst="roundRect">
            <a:avLst>
              <a:gd name="adj" fmla="val 10000"/>
            </a:avLst>
          </a:prstGeom>
          <a:solidFill>
            <a:srgbClr val="14281E"/>
          </a:solidFill>
          <a:ln/>
        </p:spPr>
      </p:sp>
      <p:pic>
        <p:nvPicPr>
          <p:cNvPr id="17" name="Image 5" descr="Recorte de patente leída QI971">    </p:cNvPr>
          <p:cNvPicPr>
            <a:picLocks noChangeAspect="1"/>
          </p:cNvPicPr>
          <p:nvPr/>
        </p:nvPicPr>
        <p:blipFill>
          <a:blip r:embed="rId6"/>
          <a:stretch>
            <a:fillRect/>
          </a:stretch>
        </p:blipFill>
        <p:spPr>
          <a:xfrm>
            <a:off x="6688667" y="3639641"/>
            <a:ext cx="1481667" cy="635000"/>
          </a:xfrm>
          <a:prstGeom prst="rect">
            <a:avLst/>
          </a:prstGeom>
        </p:spPr>
      </p:pic>
      <p:sp>
        <p:nvSpPr>
          <p:cNvPr id="18" name="Text 10"/>
          <p:cNvSpPr/>
          <p:nvPr/>
        </p:nvSpPr>
        <p:spPr>
          <a:xfrm>
            <a:off x="6159500" y="4325441"/>
            <a:ext cx="2616200"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4281E"/>
                </a:solidFill>
                <a:latin typeface="IBM Plex Sans" pitchFamily="34" charset="0"/>
                <a:ea typeface="IBM Plex Sans" pitchFamily="34" charset="-122"/>
                <a:cs typeface="IBM Plex Sans" pitchFamily="34" charset="-120"/>
              </a:rPr>
              <a:t>Leyó </a:t>
            </a:r>
            <a:r>
              <a:rPr lang="en-US" sz="1200" b="1" dirty="0">
                <a:solidFill>
                  <a:srgbClr val="14281E"/>
                </a:solidFill>
                <a:latin typeface="IBM Plex Sans" pitchFamily="34" charset="0"/>
                <a:ea typeface="IBM Plex Sans" pitchFamily="34" charset="-122"/>
                <a:cs typeface="IBM Plex Sans" pitchFamily="34" charset="-120"/>
              </a:rPr>
              <a:t>QI971</a:t>
            </a:r>
            <a:r>
              <a:rPr lang="en-US" sz="1200" dirty="0">
                <a:solidFill>
                  <a:srgbClr val="14281E"/>
                </a:solidFill>
                <a:latin typeface="IBM Plex Sans" pitchFamily="34" charset="0"/>
                <a:ea typeface="IBM Plex Sans" pitchFamily="34" charset="-122"/>
                <a:cs typeface="IBM Plex Sans" pitchFamily="34" charset="-120"/>
              </a:rPr>
              <a:t> → es KQI971</a:t>
            </a:r>
            <a:endParaRPr lang="en-US" sz="1200" dirty="0"/>
          </a:p>
        </p:txBody>
      </p:sp>
      <p:sp>
        <p:nvSpPr>
          <p:cNvPr id="19" name="Text 11"/>
          <p:cNvSpPr/>
          <p:nvPr/>
        </p:nvSpPr>
        <p:spPr>
          <a:xfrm>
            <a:off x="8832850" y="1536601"/>
            <a:ext cx="2540000" cy="289520"/>
          </a:xfrm>
          <a:prstGeom prst="roundRect">
            <a:avLst>
              <a:gd name="adj" fmla="val 17546"/>
            </a:avLst>
          </a:prstGeom>
          <a:solidFill>
            <a:srgbClr val="7FB894"/>
          </a:solidFill>
          <a:ln/>
        </p:spPr>
        <p:txBody>
          <a:bodyPr wrap="square" lIns="61321" tIns="23221" rIns="0" bIns="0" rtlCol="0" anchor="t">
            <a:normAutofit/>
          </a:bodyPr>
          <a:lstStyle/>
          <a:p>
            <a:pPr algn="l" indent="0" marL="0">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Reconstruido · Egreso SL 23:11</a:t>
            </a:r>
            <a:endParaRPr lang="en-US" sz="1200" dirty="0"/>
          </a:p>
        </p:txBody>
      </p:sp>
      <p:pic>
        <p:nvPicPr>
          <p:cNvPr id="20" name="Image 6" descr="KQI971 en el egreso del puerto, leído KOI971">    </p:cNvPr>
          <p:cNvPicPr>
            <a:picLocks noChangeAspect="1"/>
          </p:cNvPicPr>
          <p:nvPr/>
        </p:nvPicPr>
        <p:blipFill>
          <a:blip r:embed="rId7"/>
          <a:srcRect l="61" r="61" t="0" b="0"/>
          <a:stretch/>
        </p:blipFill>
        <p:spPr>
          <a:xfrm>
            <a:off x="8832850" y="1876921"/>
            <a:ext cx="2540000" cy="1498600"/>
          </a:xfrm>
          <a:prstGeom prst="roundRect">
            <a:avLst>
              <a:gd name="adj" fmla="val 4237"/>
            </a:avLst>
          </a:prstGeom>
        </p:spPr>
      </p:pic>
      <p:sp>
        <p:nvSpPr>
          <p:cNvPr id="21" name="Shape 12"/>
          <p:cNvSpPr/>
          <p:nvPr/>
        </p:nvSpPr>
        <p:spPr>
          <a:xfrm>
            <a:off x="8832850" y="3426321"/>
            <a:ext cx="2540000" cy="635000"/>
          </a:xfrm>
          <a:prstGeom prst="roundRect">
            <a:avLst>
              <a:gd name="adj" fmla="val 10000"/>
            </a:avLst>
          </a:prstGeom>
          <a:solidFill>
            <a:srgbClr val="14281E"/>
          </a:solidFill>
          <a:ln/>
        </p:spPr>
      </p:sp>
      <p:pic>
        <p:nvPicPr>
          <p:cNvPr id="22" name="Image 7" descr="Recorte de patente leída KOI971">    </p:cNvPr>
          <p:cNvPicPr>
            <a:picLocks noChangeAspect="1"/>
          </p:cNvPicPr>
          <p:nvPr/>
        </p:nvPicPr>
        <p:blipFill>
          <a:blip r:embed="rId8"/>
          <a:stretch>
            <a:fillRect/>
          </a:stretch>
        </p:blipFill>
        <p:spPr>
          <a:xfrm>
            <a:off x="9414933" y="3426321"/>
            <a:ext cx="1375833" cy="635000"/>
          </a:xfrm>
          <a:prstGeom prst="rect">
            <a:avLst/>
          </a:prstGeom>
        </p:spPr>
      </p:pic>
      <p:sp>
        <p:nvSpPr>
          <p:cNvPr id="23" name="Text 13"/>
          <p:cNvSpPr/>
          <p:nvPr/>
        </p:nvSpPr>
        <p:spPr>
          <a:xfrm>
            <a:off x="8832850" y="4112121"/>
            <a:ext cx="2616200"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4281E"/>
                </a:solidFill>
                <a:latin typeface="IBM Plex Sans" pitchFamily="34" charset="0"/>
                <a:ea typeface="IBM Plex Sans" pitchFamily="34" charset="-122"/>
                <a:cs typeface="IBM Plex Sans" pitchFamily="34" charset="-120"/>
              </a:rPr>
              <a:t>Leyó </a:t>
            </a:r>
            <a:r>
              <a:rPr lang="en-US" sz="1200" b="1" dirty="0">
                <a:solidFill>
                  <a:srgbClr val="14281E"/>
                </a:solidFill>
                <a:latin typeface="IBM Plex Sans" pitchFamily="34" charset="0"/>
                <a:ea typeface="IBM Plex Sans" pitchFamily="34" charset="-122"/>
                <a:cs typeface="IBM Plex Sans" pitchFamily="34" charset="-120"/>
              </a:rPr>
              <a:t>KOI971</a:t>
            </a:r>
            <a:r>
              <a:rPr lang="en-US" sz="1200" dirty="0">
                <a:solidFill>
                  <a:srgbClr val="14281E"/>
                </a:solidFill>
                <a:latin typeface="IBM Plex Sans" pitchFamily="34" charset="0"/>
                <a:ea typeface="IBM Plex Sans" pitchFamily="34" charset="-122"/>
                <a:cs typeface="IBM Plex Sans" pitchFamily="34" charset="-120"/>
              </a:rPr>
              <a:t> → es KQI971</a:t>
            </a:r>
            <a:endParaRPr lang="en-US" sz="1200" dirty="0"/>
          </a:p>
        </p:txBody>
      </p:sp>
      <p:sp>
        <p:nvSpPr>
          <p:cNvPr id="24" name="Text 14"/>
          <p:cNvSpPr/>
          <p:nvPr/>
        </p:nvSpPr>
        <p:spPr>
          <a:xfrm>
            <a:off x="812800" y="4675882"/>
            <a:ext cx="9810750"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D52"/>
                </a:solidFill>
                <a:latin typeface="IBM Plex Sans" pitchFamily="34" charset="0"/>
                <a:ea typeface="IBM Plex Sans" pitchFamily="34" charset="-122"/>
                <a:cs typeface="IBM Plex Sans" pitchFamily="34" charset="-120"/>
              </a:rPr>
              <a:t>En cada punto KQI971 era el único camión del lote con ese paso pendiente a esa hora, y la patente leída difiere en una o dos letras. El resto de su recorrido lo leyó bien la cámara.</a:t>
            </a:r>
            <a:endParaRPr lang="en-US" sz="1300" dirty="0"/>
          </a:p>
        </p:txBody>
      </p:sp>
      <p:pic>
        <p:nvPicPr>
          <p:cNvPr id="25" name="Image 8" descr="Nueva Vicentin Argentina">    </p:cNvPr>
          <p:cNvPicPr>
            <a:picLocks noChangeAspect="1"/>
          </p:cNvPicPr>
          <p:nvPr/>
        </p:nvPicPr>
        <p:blipFill>
          <a:blip r:embed="rId9"/>
          <a:srcRect l="-167" r="-167" t="0" b="0"/>
          <a:stretch/>
        </p:blipFill>
        <p:spPr>
          <a:xfrm>
            <a:off x="812800" y="6197600"/>
            <a:ext cx="571500" cy="304800"/>
          </a:xfrm>
          <a:prstGeom prst="rect">
            <a:avLst/>
          </a:prstGeom>
        </p:spPr>
      </p:pic>
      <p:pic>
        <p:nvPicPr>
          <p:cNvPr id="26" name="Image 9" descr="Bimtrazer">    </p:cNvPr>
          <p:cNvPicPr>
            <a:picLocks noChangeAspect="1"/>
          </p:cNvPicPr>
          <p:nvPr/>
        </p:nvPicPr>
        <p:blipFill>
          <a:blip r:embed="rId10"/>
          <a:srcRect l="0" r="0" t="-63" b="-63"/>
          <a:stretch/>
        </p:blipFill>
        <p:spPr>
          <a:xfrm>
            <a:off x="10731500" y="6197600"/>
            <a:ext cx="647700" cy="304800"/>
          </a:xfrm>
          <a:prstGeom prst="rect">
            <a:avLst/>
          </a:prstGeom>
        </p:spPr>
      </p:pic>
      <p:sp>
        <p:nvSpPr>
          <p:cNvPr id="27" name="Text 15"/>
          <p:cNvSpPr/>
          <p:nvPr/>
        </p:nvSpPr>
        <p:spPr>
          <a:xfrm>
            <a:off x="1517650" y="6235700"/>
            <a:ext cx="91567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Fotos del DSS · hora de cámara · 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8F4"/>
        </a:solidFill>
      </p:bgPr>
    </p:bg>
    <p:spTree>
      <p:nvGrpSpPr>
        <p:cNvPr id="1" name=""/>
        <p:cNvGrpSpPr/>
        <p:nvPr/>
      </p:nvGrpSpPr>
      <p:grpSpPr>
        <a:xfrm>
          <a:off x="0" y="0"/>
          <a:ext cx="0" cy="0"/>
          <a:chOff x="0" y="0"/>
          <a:chExt cx="0" cy="0"/>
        </a:xfrm>
      </p:grpSpPr>
      <p:sp>
        <p:nvSpPr>
          <p:cNvPr id="2" name="Text 0"/>
          <p:cNvSpPr/>
          <p:nvPr/>
        </p:nvSpPr>
        <p:spPr>
          <a:xfrm>
            <a:off x="812800" y="711200"/>
            <a:ext cx="3375422" cy="289520"/>
          </a:xfrm>
          <a:custGeom>
            <a:avLst/>
            <a:gdLst/>
            <a:ahLst/>
            <a:cxnLst/>
            <a:rect l="l" t="t" r="r" b="b"/>
            <a:pathLst>
              <a:path w="3375422" h="289520">
                <a:moveTo>
                  <a:pt x="144760" y="0"/>
                </a:moveTo>
                <a:lnTo>
                  <a:pt x="3230662" y="0"/>
                </a:lnTo>
                <a:arcTo hR="144760" wR="144760" stAng="16200000" swAng="5400000"/>
                <a:lnTo>
                  <a:pt x="3375422" y="144760"/>
                </a:lnTo>
                <a:arcTo hR="144760" wR="144760" stAng="0" swAng="5400000"/>
                <a:lnTo>
                  <a:pt x="144760" y="289520"/>
                </a:lnTo>
                <a:arcTo hR="144760" wR="144760" stAng="5400000" swAng="5400000"/>
                <a:lnTo>
                  <a:pt x="0" y="144760"/>
                </a:lnTo>
                <a:arcTo hR="144760" wR="144760" stAng="10800000" swAng="5400000"/>
                <a:close/>
              </a:path>
            </a:pathLst>
          </a:custGeom>
          <a:solidFill>
            <a:srgbClr val="9C8FC4"/>
          </a:solidFill>
          <a:ln/>
        </p:spPr>
        <p:txBody>
          <a:bodyPr wrap="none" lIns="0" tIns="0" rIns="0" bIns="0" rtlCol="0" anchor="ctr">
            <a:normAutofit/>
          </a:bodyPr>
          <a:lstStyle/>
          <a:p>
            <a:pPr algn="ctr" indent="0" marL="0">
              <a:lnSpc>
                <a:spcPts val="1680"/>
              </a:lnSpc>
              <a:buNone/>
            </a:pPr>
            <a:r>
              <a:rPr lang="en-US" sz="1200" b="1" spc="100" kern="0" dirty="0">
                <a:solidFill>
                  <a:srgbClr val="14281E"/>
                </a:solidFill>
                <a:latin typeface="IBM Plex Sans" pitchFamily="34" charset="0"/>
                <a:ea typeface="IBM Plex Sans" pitchFamily="34" charset="-122"/>
                <a:cs typeface="IBM Plex Sans" pitchFamily="34" charset="-120"/>
              </a:rPr>
              <a:t>DEDUCIDO · AI342EV · MARTES 13/10</a:t>
            </a:r>
            <a:endParaRPr lang="en-US" sz="1200" dirty="0"/>
          </a:p>
        </p:txBody>
      </p:sp>
      <p:sp>
        <p:nvSpPr>
          <p:cNvPr id="3" name="Text 1"/>
          <p:cNvSpPr/>
          <p:nvPr>
            <p:ph type="title"/>
          </p:nvPr>
        </p:nvSpPr>
        <p:spPr>
          <a:xfrm>
            <a:off x="812800" y="1076920"/>
            <a:ext cx="10883392" cy="639961"/>
          </a:xfrm>
          <a:prstGeom prst="rect">
            <a:avLst/>
          </a:prstGeom>
          <a:noFill/>
          <a:ln/>
        </p:spPr>
        <p:txBody>
          <a:bodyPr wrap="square" lIns="0" tIns="0" rIns="0" bIns="0" rtlCol="0" anchor="t">
            <a:normAutofit/>
          </a:bodyPr>
          <a:lstStyle/>
          <a:p>
            <a:pPr algn="l" indent="0" marL="0">
              <a:lnSpc>
                <a:spcPts val="2420"/>
              </a:lnSpc>
              <a:buNone/>
            </a:pPr>
            <a:r>
              <a:rPr lang="en-US" sz="2200" b="1" i="0" dirty="0">
                <a:solidFill>
                  <a:srgbClr val="14281E"/>
                </a:solidFill>
                <a:latin typeface="IBM Plex Sans" pitchFamily="34" charset="0"/>
                <a:ea typeface="IBM Plex Sans" pitchFamily="34" charset="-122"/>
                <a:cs typeface="IBM Plex Sans" pitchFamily="34" charset="-120"/>
              </a:rPr>
              <a:t>Visto a las 23:37 y a las 23:52: los dos pasos del medio no tienen captura y se deducen</a:t>
            </a:r>
            <a:endParaRPr lang="en-US" sz="2200" dirty="0"/>
          </a:p>
        </p:txBody>
      </p:sp>
      <p:sp>
        <p:nvSpPr>
          <p:cNvPr id="4" name="Text 2"/>
          <p:cNvSpPr/>
          <p:nvPr/>
        </p:nvSpPr>
        <p:spPr>
          <a:xfrm>
            <a:off x="812800" y="1843881"/>
            <a:ext cx="2540000" cy="289520"/>
          </a:xfrm>
          <a:prstGeom prst="roundRect">
            <a:avLst>
              <a:gd name="adj" fmla="val 17546"/>
            </a:avLst>
          </a:prstGeom>
          <a:solidFill>
            <a:srgbClr val="0B5638"/>
          </a:solidFill>
          <a:ln/>
        </p:spPr>
        <p:txBody>
          <a:bodyPr wrap="square" lIns="61321" tIns="23221" rIns="0" bIns="0" rtlCol="0" anchor="t">
            <a:normAutofit/>
          </a:bodyPr>
          <a:lstStyle/>
          <a:p>
            <a:pPr algn="l" indent="0" marL="0">
              <a:lnSpc>
                <a:spcPts val="1680"/>
              </a:lnSpc>
              <a:buNone/>
            </a:pPr>
            <a:r>
              <a:rPr lang="en-US" sz="1200" b="1" dirty="0">
                <a:solidFill>
                  <a:srgbClr val="F1F6F2"/>
                </a:solidFill>
                <a:latin typeface="IBM Plex Sans" pitchFamily="34" charset="0"/>
                <a:ea typeface="IBM Plex Sans" pitchFamily="34" charset="-122"/>
                <a:cs typeface="IBM Plex Sans" pitchFamily="34" charset="-120"/>
              </a:rPr>
              <a:t>Leído · Balanza ingr. 23:37</a:t>
            </a:r>
            <a:endParaRPr lang="en-US" sz="1200" dirty="0"/>
          </a:p>
        </p:txBody>
      </p:sp>
      <p:pic>
        <p:nvPicPr>
          <p:cNvPr id="5" name="Image 0" descr="AI342EV en la balanza de ingreso del puerto">    </p:cNvPr>
          <p:cNvPicPr>
            <a:picLocks noChangeAspect="1"/>
          </p:cNvPicPr>
          <p:nvPr/>
        </p:nvPicPr>
        <p:blipFill>
          <a:blip r:embed="rId1"/>
          <a:srcRect l="61" r="61" t="0" b="0"/>
          <a:stretch/>
        </p:blipFill>
        <p:spPr>
          <a:xfrm>
            <a:off x="812800" y="2184202"/>
            <a:ext cx="2540000" cy="1498600"/>
          </a:xfrm>
          <a:prstGeom prst="roundRect">
            <a:avLst>
              <a:gd name="adj" fmla="val 4237"/>
            </a:avLst>
          </a:prstGeom>
        </p:spPr>
      </p:pic>
      <p:sp>
        <p:nvSpPr>
          <p:cNvPr id="6" name="Shape 3"/>
          <p:cNvSpPr/>
          <p:nvPr/>
        </p:nvSpPr>
        <p:spPr>
          <a:xfrm>
            <a:off x="812800" y="3733602"/>
            <a:ext cx="2540000" cy="635000"/>
          </a:xfrm>
          <a:prstGeom prst="roundRect">
            <a:avLst>
              <a:gd name="adj" fmla="val 10000"/>
            </a:avLst>
          </a:prstGeom>
          <a:solidFill>
            <a:srgbClr val="14281E"/>
          </a:solidFill>
          <a:ln/>
        </p:spPr>
      </p:sp>
      <p:pic>
        <p:nvPicPr>
          <p:cNvPr id="7" name="Image 1" descr="Recorte de patente AI342EV">    </p:cNvPr>
          <p:cNvPicPr>
            <a:picLocks noChangeAspect="1"/>
          </p:cNvPicPr>
          <p:nvPr/>
        </p:nvPicPr>
        <p:blipFill>
          <a:blip r:embed="rId2"/>
          <a:stretch>
            <a:fillRect/>
          </a:stretch>
        </p:blipFill>
        <p:spPr>
          <a:xfrm>
            <a:off x="1266371" y="3733602"/>
            <a:ext cx="1632857" cy="635000"/>
          </a:xfrm>
          <a:prstGeom prst="rect">
            <a:avLst/>
          </a:prstGeom>
        </p:spPr>
      </p:pic>
      <p:sp>
        <p:nvSpPr>
          <p:cNvPr id="8" name="Text 4"/>
          <p:cNvSpPr/>
          <p:nvPr/>
        </p:nvSpPr>
        <p:spPr>
          <a:xfrm>
            <a:off x="812800" y="4419402"/>
            <a:ext cx="2616200"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4281E"/>
                </a:solidFill>
                <a:latin typeface="IBM Plex Sans" pitchFamily="34" charset="0"/>
                <a:ea typeface="IBM Plex Sans" pitchFamily="34" charset="-122"/>
                <a:cs typeface="IBM Plex Sans" pitchFamily="34" charset="-120"/>
              </a:rPr>
              <a:t>La cámara leyó </a:t>
            </a:r>
            <a:r>
              <a:rPr lang="en-US" sz="1200" b="1" dirty="0">
                <a:solidFill>
                  <a:srgbClr val="14281E"/>
                </a:solidFill>
                <a:latin typeface="IBM Plex Sans" pitchFamily="34" charset="0"/>
                <a:ea typeface="IBM Plex Sans" pitchFamily="34" charset="-122"/>
                <a:cs typeface="IBM Plex Sans" pitchFamily="34" charset="-120"/>
              </a:rPr>
              <a:t>AI342EV</a:t>
            </a:r>
            <a:endParaRPr lang="en-US" sz="1200" dirty="0"/>
          </a:p>
        </p:txBody>
      </p:sp>
      <p:sp>
        <p:nvSpPr>
          <p:cNvPr id="9" name="Text 5"/>
          <p:cNvSpPr/>
          <p:nvPr/>
        </p:nvSpPr>
        <p:spPr>
          <a:xfrm>
            <a:off x="3486150" y="1843881"/>
            <a:ext cx="2540000" cy="289520"/>
          </a:xfrm>
          <a:prstGeom prst="roundRect">
            <a:avLst>
              <a:gd name="adj" fmla="val 17546"/>
            </a:avLst>
          </a:prstGeom>
          <a:solidFill>
            <a:srgbClr val="9C8FC4"/>
          </a:solidFill>
          <a:ln/>
        </p:spPr>
        <p:txBody>
          <a:bodyPr wrap="square" lIns="61321" tIns="23221" rIns="0" bIns="0" rtlCol="0" anchor="t">
            <a:normAutofit/>
          </a:bodyPr>
          <a:lstStyle/>
          <a:p>
            <a:pPr algn="l" indent="0" marL="0">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Deducido · Volcables</a:t>
            </a:r>
            <a:endParaRPr lang="en-US" sz="1200" dirty="0"/>
          </a:p>
        </p:txBody>
      </p:sp>
      <p:sp>
        <p:nvSpPr>
          <p:cNvPr id="10" name="Shape 6"/>
          <p:cNvSpPr/>
          <p:nvPr/>
        </p:nvSpPr>
        <p:spPr>
          <a:xfrm>
            <a:off x="3492500" y="2190552"/>
            <a:ext cx="2527300" cy="2171700"/>
          </a:xfrm>
          <a:prstGeom prst="roundRect">
            <a:avLst>
              <a:gd name="adj" fmla="val 2632"/>
            </a:avLst>
          </a:prstGeom>
          <a:solidFill>
            <a:srgbClr val="E6E1F0"/>
          </a:solidFill>
          <a:ln w="12700">
            <a:solidFill>
              <a:srgbClr val="9C8FC4"/>
            </a:solidFill>
            <a:prstDash val="dash"/>
          </a:ln>
        </p:spPr>
      </p:sp>
      <p:sp>
        <p:nvSpPr>
          <p:cNvPr id="11" name="Text 7"/>
          <p:cNvSpPr/>
          <p:nvPr/>
        </p:nvSpPr>
        <p:spPr>
          <a:xfrm>
            <a:off x="4142512" y="2904331"/>
            <a:ext cx="1227177"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4B3D7A"/>
                </a:solidFill>
                <a:latin typeface="IBM Plex Sans" pitchFamily="34" charset="0"/>
                <a:ea typeface="IBM Plex Sans" pitchFamily="34" charset="-122"/>
                <a:cs typeface="IBM Plex Sans" pitchFamily="34" charset="-120"/>
              </a:rPr>
              <a:t>Sin captura</a:t>
            </a:r>
            <a:endParaRPr lang="en-US" sz="1500" dirty="0"/>
          </a:p>
        </p:txBody>
      </p:sp>
      <p:sp>
        <p:nvSpPr>
          <p:cNvPr id="12" name="Text 8"/>
          <p:cNvSpPr/>
          <p:nvPr/>
        </p:nvSpPr>
        <p:spPr>
          <a:xfrm>
            <a:off x="3644265" y="3221831"/>
            <a:ext cx="2223770" cy="452041"/>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B3D7A"/>
                </a:solidFill>
                <a:latin typeface="IBM Plex Sans" pitchFamily="34" charset="0"/>
                <a:ea typeface="IBM Plex Sans" pitchFamily="34" charset="-122"/>
                <a:cs typeface="IBM Plex Sans" pitchFamily="34" charset="-120"/>
              </a:rPr>
              <a:t>El circuito R7 descarga en los volcables</a:t>
            </a:r>
            <a:endParaRPr lang="en-US" sz="1200" dirty="0"/>
          </a:p>
        </p:txBody>
      </p:sp>
      <p:sp>
        <p:nvSpPr>
          <p:cNvPr id="13" name="Text 9"/>
          <p:cNvSpPr/>
          <p:nvPr/>
        </p:nvSpPr>
        <p:spPr>
          <a:xfrm>
            <a:off x="3486150" y="4419402"/>
            <a:ext cx="2616200"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4281E"/>
                </a:solidFill>
                <a:latin typeface="IBM Plex Sans" pitchFamily="34" charset="0"/>
                <a:ea typeface="IBM Plex Sans" pitchFamily="34" charset="-122"/>
                <a:cs typeface="IBM Plex Sans" pitchFamily="34" charset="-120"/>
              </a:rPr>
              <a:t>Entre 23:37 y 23:52</a:t>
            </a:r>
            <a:endParaRPr lang="en-US" sz="1200" dirty="0"/>
          </a:p>
        </p:txBody>
      </p:sp>
      <p:sp>
        <p:nvSpPr>
          <p:cNvPr id="14" name="Text 10"/>
          <p:cNvSpPr/>
          <p:nvPr/>
        </p:nvSpPr>
        <p:spPr>
          <a:xfrm>
            <a:off x="6159500" y="1843881"/>
            <a:ext cx="2540000" cy="289520"/>
          </a:xfrm>
          <a:prstGeom prst="roundRect">
            <a:avLst>
              <a:gd name="adj" fmla="val 17546"/>
            </a:avLst>
          </a:prstGeom>
          <a:solidFill>
            <a:srgbClr val="9C8FC4"/>
          </a:solidFill>
          <a:ln/>
        </p:spPr>
        <p:txBody>
          <a:bodyPr wrap="square" lIns="61321" tIns="23221" rIns="0" bIns="0" rtlCol="0" anchor="t">
            <a:normAutofit/>
          </a:bodyPr>
          <a:lstStyle/>
          <a:p>
            <a:pPr algn="l" indent="0" marL="0">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Deducido · Balanza egr.</a:t>
            </a:r>
            <a:endParaRPr lang="en-US" sz="1200" dirty="0"/>
          </a:p>
        </p:txBody>
      </p:sp>
      <p:sp>
        <p:nvSpPr>
          <p:cNvPr id="15" name="Shape 11"/>
          <p:cNvSpPr/>
          <p:nvPr/>
        </p:nvSpPr>
        <p:spPr>
          <a:xfrm>
            <a:off x="6165850" y="2190552"/>
            <a:ext cx="2527300" cy="2171700"/>
          </a:xfrm>
          <a:prstGeom prst="roundRect">
            <a:avLst>
              <a:gd name="adj" fmla="val 2632"/>
            </a:avLst>
          </a:prstGeom>
          <a:solidFill>
            <a:srgbClr val="E6E1F0"/>
          </a:solidFill>
          <a:ln w="12700">
            <a:solidFill>
              <a:srgbClr val="9C8FC4"/>
            </a:solidFill>
            <a:prstDash val="dash"/>
          </a:ln>
        </p:spPr>
      </p:sp>
      <p:sp>
        <p:nvSpPr>
          <p:cNvPr id="16" name="Text 12"/>
          <p:cNvSpPr/>
          <p:nvPr/>
        </p:nvSpPr>
        <p:spPr>
          <a:xfrm>
            <a:off x="6815862" y="3010991"/>
            <a:ext cx="1227177"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4B3D7A"/>
                </a:solidFill>
                <a:latin typeface="IBM Plex Sans" pitchFamily="34" charset="0"/>
                <a:ea typeface="IBM Plex Sans" pitchFamily="34" charset="-122"/>
                <a:cs typeface="IBM Plex Sans" pitchFamily="34" charset="-120"/>
              </a:rPr>
              <a:t>Sin captura</a:t>
            </a:r>
            <a:endParaRPr lang="en-US" sz="1500" dirty="0"/>
          </a:p>
        </p:txBody>
      </p:sp>
      <p:sp>
        <p:nvSpPr>
          <p:cNvPr id="17" name="Text 13"/>
          <p:cNvSpPr/>
          <p:nvPr/>
        </p:nvSpPr>
        <p:spPr>
          <a:xfrm>
            <a:off x="6172200" y="3328491"/>
            <a:ext cx="25146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B3D7A"/>
                </a:solidFill>
                <a:latin typeface="IBM Plex Sans" pitchFamily="34" charset="0"/>
                <a:ea typeface="IBM Plex Sans" pitchFamily="34" charset="-122"/>
                <a:cs typeface="IBM Plex Sans" pitchFamily="34" charset="-120"/>
              </a:rPr>
              <a:t>Para salir tiene que pesar vacío</a:t>
            </a:r>
            <a:endParaRPr lang="en-US" sz="1200" dirty="0"/>
          </a:p>
        </p:txBody>
      </p:sp>
      <p:sp>
        <p:nvSpPr>
          <p:cNvPr id="18" name="Text 14"/>
          <p:cNvSpPr/>
          <p:nvPr/>
        </p:nvSpPr>
        <p:spPr>
          <a:xfrm>
            <a:off x="6159500" y="4419402"/>
            <a:ext cx="2616200"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4281E"/>
                </a:solidFill>
                <a:latin typeface="IBM Plex Sans" pitchFamily="34" charset="0"/>
                <a:ea typeface="IBM Plex Sans" pitchFamily="34" charset="-122"/>
                <a:cs typeface="IBM Plex Sans" pitchFamily="34" charset="-120"/>
              </a:rPr>
              <a:t>Entre 23:37 y 23:52</a:t>
            </a:r>
            <a:endParaRPr lang="en-US" sz="1200" dirty="0"/>
          </a:p>
        </p:txBody>
      </p:sp>
      <p:sp>
        <p:nvSpPr>
          <p:cNvPr id="19" name="Text 15"/>
          <p:cNvSpPr/>
          <p:nvPr/>
        </p:nvSpPr>
        <p:spPr>
          <a:xfrm>
            <a:off x="8832850" y="1843881"/>
            <a:ext cx="2540000" cy="289520"/>
          </a:xfrm>
          <a:prstGeom prst="roundRect">
            <a:avLst>
              <a:gd name="adj" fmla="val 17546"/>
            </a:avLst>
          </a:prstGeom>
          <a:solidFill>
            <a:srgbClr val="0B5638"/>
          </a:solidFill>
          <a:ln/>
        </p:spPr>
        <p:txBody>
          <a:bodyPr wrap="square" lIns="61321" tIns="23221" rIns="0" bIns="0" rtlCol="0" anchor="t">
            <a:normAutofit/>
          </a:bodyPr>
          <a:lstStyle/>
          <a:p>
            <a:pPr algn="l" indent="0" marL="0">
              <a:lnSpc>
                <a:spcPts val="1680"/>
              </a:lnSpc>
              <a:buNone/>
            </a:pPr>
            <a:r>
              <a:rPr lang="en-US" sz="1200" b="1" dirty="0">
                <a:solidFill>
                  <a:srgbClr val="F1F6F2"/>
                </a:solidFill>
                <a:latin typeface="IBM Plex Sans" pitchFamily="34" charset="0"/>
                <a:ea typeface="IBM Plex Sans" pitchFamily="34" charset="-122"/>
                <a:cs typeface="IBM Plex Sans" pitchFamily="34" charset="-120"/>
              </a:rPr>
              <a:t>Leído · Egreso SL 23:52</a:t>
            </a:r>
            <a:endParaRPr lang="en-US" sz="1200" dirty="0"/>
          </a:p>
        </p:txBody>
      </p:sp>
      <p:pic>
        <p:nvPicPr>
          <p:cNvPr id="20" name="Image 2" descr="AI342EV en el egreso del puerto">    </p:cNvPr>
          <p:cNvPicPr>
            <a:picLocks noChangeAspect="1"/>
          </p:cNvPicPr>
          <p:nvPr/>
        </p:nvPicPr>
        <p:blipFill>
          <a:blip r:embed="rId3"/>
          <a:srcRect l="61" r="61" t="0" b="0"/>
          <a:stretch/>
        </p:blipFill>
        <p:spPr>
          <a:xfrm>
            <a:off x="8832850" y="2184202"/>
            <a:ext cx="2540000" cy="1498600"/>
          </a:xfrm>
          <a:prstGeom prst="roundRect">
            <a:avLst>
              <a:gd name="adj" fmla="val 4237"/>
            </a:avLst>
          </a:prstGeom>
        </p:spPr>
      </p:pic>
      <p:sp>
        <p:nvSpPr>
          <p:cNvPr id="21" name="Shape 16"/>
          <p:cNvSpPr/>
          <p:nvPr/>
        </p:nvSpPr>
        <p:spPr>
          <a:xfrm>
            <a:off x="8832850" y="3733602"/>
            <a:ext cx="2540000" cy="635000"/>
          </a:xfrm>
          <a:prstGeom prst="roundRect">
            <a:avLst>
              <a:gd name="adj" fmla="val 10000"/>
            </a:avLst>
          </a:prstGeom>
          <a:solidFill>
            <a:srgbClr val="14281E"/>
          </a:solidFill>
          <a:ln/>
        </p:spPr>
      </p:sp>
      <p:pic>
        <p:nvPicPr>
          <p:cNvPr id="22" name="Image 3" descr="Recorte de patente AI342EV">    </p:cNvPr>
          <p:cNvPicPr>
            <a:picLocks noChangeAspect="1"/>
          </p:cNvPicPr>
          <p:nvPr/>
        </p:nvPicPr>
        <p:blipFill>
          <a:blip r:embed="rId4"/>
          <a:stretch>
            <a:fillRect/>
          </a:stretch>
        </p:blipFill>
        <p:spPr>
          <a:xfrm>
            <a:off x="9507538" y="3733602"/>
            <a:ext cx="1190625" cy="635000"/>
          </a:xfrm>
          <a:prstGeom prst="rect">
            <a:avLst/>
          </a:prstGeom>
        </p:spPr>
      </p:pic>
      <p:sp>
        <p:nvSpPr>
          <p:cNvPr id="23" name="Text 17"/>
          <p:cNvSpPr/>
          <p:nvPr/>
        </p:nvSpPr>
        <p:spPr>
          <a:xfrm>
            <a:off x="8832850" y="4419402"/>
            <a:ext cx="2616200"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4281E"/>
                </a:solidFill>
                <a:latin typeface="IBM Plex Sans" pitchFamily="34" charset="0"/>
                <a:ea typeface="IBM Plex Sans" pitchFamily="34" charset="-122"/>
                <a:cs typeface="IBM Plex Sans" pitchFamily="34" charset="-120"/>
              </a:rPr>
              <a:t>La cámara leyó </a:t>
            </a:r>
            <a:r>
              <a:rPr lang="en-US" sz="1200" b="1" dirty="0">
                <a:solidFill>
                  <a:srgbClr val="14281E"/>
                </a:solidFill>
                <a:latin typeface="IBM Plex Sans" pitchFamily="34" charset="0"/>
                <a:ea typeface="IBM Plex Sans" pitchFamily="34" charset="-122"/>
                <a:cs typeface="IBM Plex Sans" pitchFamily="34" charset="-120"/>
              </a:rPr>
              <a:t>AI342EV</a:t>
            </a:r>
            <a:endParaRPr lang="en-US" sz="1200" dirty="0"/>
          </a:p>
        </p:txBody>
      </p:sp>
      <p:sp>
        <p:nvSpPr>
          <p:cNvPr id="24" name="Text 18"/>
          <p:cNvSpPr/>
          <p:nvPr/>
        </p:nvSpPr>
        <p:spPr>
          <a:xfrm>
            <a:off x="812800" y="4769842"/>
            <a:ext cx="9810750"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D52"/>
                </a:solidFill>
                <a:latin typeface="IBM Plex Sans" pitchFamily="34" charset="0"/>
                <a:ea typeface="IBM Plex Sans" pitchFamily="34" charset="-122"/>
                <a:cs typeface="IBM Plex Sans" pitchFamily="34" charset="-120"/>
              </a:rPr>
              <a:t>El camión entró a la balanza de ingreso y salió por el egreso 15 minutos después: por el circuito, tuvo que pasar por los volcables y por la balanza de egreso aunque ninguna cámara lo haya capturado ahí.</a:t>
            </a:r>
            <a:endParaRPr lang="en-US" sz="1300" dirty="0"/>
          </a:p>
        </p:txBody>
      </p:sp>
      <p:pic>
        <p:nvPicPr>
          <p:cNvPr id="25" name="Image 4" descr="Nueva Vicentin Argentina">    </p:cNvPr>
          <p:cNvPicPr>
            <a:picLocks noChangeAspect="1"/>
          </p:cNvPicPr>
          <p:nvPr/>
        </p:nvPicPr>
        <p:blipFill>
          <a:blip r:embed="rId5"/>
          <a:srcRect l="-167" r="-167" t="0" b="0"/>
          <a:stretch/>
        </p:blipFill>
        <p:spPr>
          <a:xfrm>
            <a:off x="812800" y="6197600"/>
            <a:ext cx="571500" cy="304800"/>
          </a:xfrm>
          <a:prstGeom prst="rect">
            <a:avLst/>
          </a:prstGeom>
        </p:spPr>
      </p:pic>
      <p:pic>
        <p:nvPicPr>
          <p:cNvPr id="26" name="Image 5" descr="Bimtrazer">    </p:cNvPr>
          <p:cNvPicPr>
            <a:picLocks noChangeAspect="1"/>
          </p:cNvPicPr>
          <p:nvPr/>
        </p:nvPicPr>
        <p:blipFill>
          <a:blip r:embed="rId6"/>
          <a:srcRect l="0" r="0" t="-63" b="-63"/>
          <a:stretch/>
        </p:blipFill>
        <p:spPr>
          <a:xfrm>
            <a:off x="10731500" y="6197600"/>
            <a:ext cx="647700" cy="304800"/>
          </a:xfrm>
          <a:prstGeom prst="rect">
            <a:avLst/>
          </a:prstGeom>
        </p:spPr>
      </p:pic>
      <p:sp>
        <p:nvSpPr>
          <p:cNvPr id="27" name="Text 19"/>
          <p:cNvSpPr/>
          <p:nvPr/>
        </p:nvSpPr>
        <p:spPr>
          <a:xfrm>
            <a:off x="1517650" y="6235700"/>
            <a:ext cx="91567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Fotos del DSS · hora de cámara · 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5">
    <p:bg>
      <p:bgPr>
        <a:solidFill>
          <a:srgbClr val="F5F8F4"/>
        </a:solidFill>
      </p:bgPr>
    </p:bg>
    <p:spTree>
      <p:nvGrpSpPr>
        <p:cNvPr id="1" name=""/>
        <p:cNvGrpSpPr/>
        <p:nvPr/>
      </p:nvGrpSpPr>
      <p:grpSpPr>
        <a:xfrm>
          <a:off x="0" y="0"/>
          <a:ext cx="0" cy="0"/>
          <a:chOff x="0" y="0"/>
          <a:chExt cx="0" cy="0"/>
        </a:xfrm>
      </p:grpSpPr>
      <p:sp>
        <p:nvSpPr>
          <p:cNvPr id="2" name="Text 0"/>
          <p:cNvSpPr/>
          <p:nvPr/>
        </p:nvSpPr>
        <p:spPr>
          <a:xfrm>
            <a:off x="812800" y="711200"/>
            <a:ext cx="4816376" cy="289520"/>
          </a:xfrm>
          <a:custGeom>
            <a:avLst/>
            <a:gdLst/>
            <a:ahLst/>
            <a:cxnLst/>
            <a:rect l="l" t="t" r="r" b="b"/>
            <a:pathLst>
              <a:path w="4816376" h="289520">
                <a:moveTo>
                  <a:pt x="144760" y="0"/>
                </a:moveTo>
                <a:lnTo>
                  <a:pt x="4671616" y="0"/>
                </a:lnTo>
                <a:arcTo hR="144760" wR="144760" stAng="16200000" swAng="5400000"/>
                <a:lnTo>
                  <a:pt x="4816376" y="144760"/>
                </a:lnTo>
                <a:arcTo hR="144760" wR="144760" stAng="0" swAng="5400000"/>
                <a:lnTo>
                  <a:pt x="144760" y="289520"/>
                </a:lnTo>
                <a:arcTo hR="144760" wR="144760" stAng="5400000" swAng="5400000"/>
                <a:lnTo>
                  <a:pt x="0" y="144760"/>
                </a:lnTo>
                <a:arcTo hR="144760" wR="144760" stAng="10800000" swAng="5400000"/>
                <a:close/>
              </a:path>
            </a:pathLst>
          </a:custGeom>
          <a:solidFill>
            <a:srgbClr val="2E1B4E"/>
          </a:solidFill>
          <a:ln/>
        </p:spPr>
        <p:txBody>
          <a:bodyPr wrap="none" lIns="0" tIns="0" rIns="0" bIns="0" rtlCol="0" anchor="ctr">
            <a:normAutofit/>
          </a:bodyPr>
          <a:lstStyle/>
          <a:p>
            <a:pPr algn="ctr" indent="0" marL="0">
              <a:lnSpc>
                <a:spcPts val="1680"/>
              </a:lnSpc>
              <a:buNone/>
            </a:pPr>
            <a:r>
              <a:rPr lang="en-US" sz="1200" b="1" spc="100" kern="0" dirty="0">
                <a:solidFill>
                  <a:srgbClr val="F1F6F2"/>
                </a:solidFill>
                <a:latin typeface="IBM Plex Sans" pitchFamily="34" charset="0"/>
                <a:ea typeface="IBM Plex Sans" pitchFamily="34" charset="-122"/>
                <a:cs typeface="IBM Plex Sans" pitchFamily="34" charset="-120"/>
              </a:rPr>
              <a:t>LECTURA Y RECONSTRUCCIÓN POR NODO · RICARDONE</a:t>
            </a:r>
            <a:endParaRPr lang="en-US" sz="1200" dirty="0"/>
          </a:p>
        </p:txBody>
      </p:sp>
      <p:sp>
        <p:nvSpPr>
          <p:cNvPr id="3" name="Text 1"/>
          <p:cNvSpPr/>
          <p:nvPr>
            <p:ph type="title"/>
          </p:nvPr>
        </p:nvSpPr>
        <p:spPr>
          <a:xfrm>
            <a:off x="812800" y="1076920"/>
            <a:ext cx="10883392" cy="639961"/>
          </a:xfrm>
          <a:prstGeom prst="rect">
            <a:avLst/>
          </a:prstGeom>
          <a:noFill/>
          <a:ln/>
        </p:spPr>
        <p:txBody>
          <a:bodyPr wrap="square" lIns="0" tIns="0" rIns="0" bIns="0" rtlCol="0" anchor="t">
            <a:normAutofit/>
          </a:bodyPr>
          <a:lstStyle/>
          <a:p>
            <a:pPr algn="l" indent="0" marL="0">
              <a:lnSpc>
                <a:spcPts val="2420"/>
              </a:lnSpc>
              <a:buNone/>
            </a:pPr>
            <a:r>
              <a:rPr lang="en-US" sz="2200" b="1" i="0" dirty="0">
                <a:solidFill>
                  <a:srgbClr val="14281E"/>
                </a:solidFill>
                <a:latin typeface="IBM Plex Sans" pitchFamily="34" charset="0"/>
                <a:ea typeface="IBM Plex Sans" pitchFamily="34" charset="-122"/>
                <a:cs typeface="IBM Plex Sans" pitchFamily="34" charset="-120"/>
              </a:rPr>
              <a:t>Con el lote: de cada 100 pasos la cámara lee 68, se reconstruyen 14 y se deducen 17; falta 1</a:t>
            </a:r>
            <a:endParaRPr lang="en-US" sz="2200" dirty="0"/>
          </a:p>
        </p:txBody>
      </p:sp>
      <p:sp>
        <p:nvSpPr>
          <p:cNvPr id="4" name="Shape 2"/>
          <p:cNvSpPr/>
          <p:nvPr/>
        </p:nvSpPr>
        <p:spPr>
          <a:xfrm>
            <a:off x="812800" y="1843881"/>
            <a:ext cx="10566400" cy="314920"/>
          </a:xfrm>
          <a:custGeom>
            <a:avLst/>
            <a:gdLst/>
            <a:ahLst/>
            <a:cxnLst/>
            <a:rect l="l" t="t" r="r" b="b"/>
            <a:pathLst>
              <a:path w="10566400" h="314920">
                <a:moveTo>
                  <a:pt x="50800" y="0"/>
                </a:moveTo>
                <a:lnTo>
                  <a:pt x="10515600" y="0"/>
                </a:lnTo>
                <a:arcTo hR="50800" wR="50800" stAng="16200000" swAng="5400000"/>
                <a:lnTo>
                  <a:pt x="10566400" y="314920"/>
                </a:lnTo>
                <a:lnTo>
                  <a:pt x="0" y="314920"/>
                </a:lnTo>
                <a:lnTo>
                  <a:pt x="0" y="50800"/>
                </a:lnTo>
                <a:arcTo hR="50800" wR="50800" stAng="10800000" swAng="5400000"/>
                <a:close/>
              </a:path>
            </a:pathLst>
          </a:custGeom>
          <a:solidFill>
            <a:srgbClr val="0B5638"/>
          </a:solidFill>
          <a:ln/>
        </p:spPr>
      </p:sp>
      <p:sp>
        <p:nvSpPr>
          <p:cNvPr id="5" name="Text 3"/>
          <p:cNvSpPr/>
          <p:nvPr/>
        </p:nvSpPr>
        <p:spPr>
          <a:xfrm>
            <a:off x="889000" y="1894681"/>
            <a:ext cx="200139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1F6F2"/>
                </a:solidFill>
                <a:latin typeface="IBM Plex Sans" pitchFamily="34" charset="0"/>
                <a:ea typeface="IBM Plex Sans" pitchFamily="34" charset="-122"/>
                <a:cs typeface="IBM Plex Sans" pitchFamily="34" charset="-120"/>
              </a:rPr>
              <a:t>Nodo</a:t>
            </a:r>
            <a:endParaRPr lang="en-US" sz="1200" dirty="0"/>
          </a:p>
        </p:txBody>
      </p:sp>
      <p:sp>
        <p:nvSpPr>
          <p:cNvPr id="6" name="Text 4"/>
          <p:cNvSpPr/>
          <p:nvPr/>
        </p:nvSpPr>
        <p:spPr>
          <a:xfrm>
            <a:off x="2959100" y="1894681"/>
            <a:ext cx="6731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C9D8CE"/>
                </a:solidFill>
                <a:latin typeface="IBM Plex Sans" pitchFamily="34" charset="0"/>
                <a:ea typeface="IBM Plex Sans" pitchFamily="34" charset="-122"/>
                <a:cs typeface="IBM Plex Sans" pitchFamily="34" charset="-120"/>
              </a:rPr>
              <a:t>Pasos</a:t>
            </a:r>
            <a:endParaRPr lang="en-US" sz="1200" dirty="0"/>
          </a:p>
        </p:txBody>
      </p:sp>
      <p:sp>
        <p:nvSpPr>
          <p:cNvPr id="7" name="Text 5"/>
          <p:cNvSpPr/>
          <p:nvPr/>
        </p:nvSpPr>
        <p:spPr>
          <a:xfrm>
            <a:off x="3733800" y="1894681"/>
            <a:ext cx="34010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8CE"/>
                </a:solidFill>
                <a:latin typeface="IBM Plex Sans" pitchFamily="34" charset="0"/>
                <a:ea typeface="IBM Plex Sans" pitchFamily="34" charset="-122"/>
                <a:cs typeface="IBM Plex Sans" pitchFamily="34" charset="-120"/>
              </a:rPr>
              <a:t>De 100 pasos</a:t>
            </a:r>
            <a:endParaRPr lang="en-US" sz="1200" dirty="0"/>
          </a:p>
        </p:txBody>
      </p:sp>
      <p:sp>
        <p:nvSpPr>
          <p:cNvPr id="8" name="Text 6"/>
          <p:cNvSpPr/>
          <p:nvPr/>
        </p:nvSpPr>
        <p:spPr>
          <a:xfrm>
            <a:off x="6985000" y="1894681"/>
            <a:ext cx="119380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F1F6F2"/>
                </a:solidFill>
                <a:latin typeface="IBM Plex Sans" pitchFamily="34" charset="0"/>
                <a:ea typeface="IBM Plex Sans" pitchFamily="34" charset="-122"/>
                <a:cs typeface="IBM Plex Sans" pitchFamily="34" charset="-120"/>
              </a:rPr>
              <a:t>Leyó la cámara</a:t>
            </a:r>
            <a:endParaRPr lang="en-US" sz="1200" dirty="0"/>
          </a:p>
        </p:txBody>
      </p:sp>
      <p:sp>
        <p:nvSpPr>
          <p:cNvPr id="9" name="Text 7"/>
          <p:cNvSpPr/>
          <p:nvPr/>
        </p:nvSpPr>
        <p:spPr>
          <a:xfrm>
            <a:off x="8128000" y="1894681"/>
            <a:ext cx="113030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F1F6F2"/>
                </a:solidFill>
                <a:latin typeface="IBM Plex Sans" pitchFamily="34" charset="0"/>
                <a:ea typeface="IBM Plex Sans" pitchFamily="34" charset="-122"/>
                <a:cs typeface="IBM Plex Sans" pitchFamily="34" charset="-120"/>
              </a:rPr>
              <a:t>Reconstruido</a:t>
            </a:r>
            <a:endParaRPr lang="en-US" sz="1200" dirty="0"/>
          </a:p>
        </p:txBody>
      </p:sp>
      <p:sp>
        <p:nvSpPr>
          <p:cNvPr id="10" name="Text 8"/>
          <p:cNvSpPr/>
          <p:nvPr/>
        </p:nvSpPr>
        <p:spPr>
          <a:xfrm>
            <a:off x="9207500" y="1894681"/>
            <a:ext cx="113030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F1F6F2"/>
                </a:solidFill>
                <a:latin typeface="IBM Plex Sans" pitchFamily="34" charset="0"/>
                <a:ea typeface="IBM Plex Sans" pitchFamily="34" charset="-122"/>
                <a:cs typeface="IBM Plex Sans" pitchFamily="34" charset="-120"/>
              </a:rPr>
              <a:t>Deducido</a:t>
            </a:r>
            <a:endParaRPr lang="en-US" sz="1200" dirty="0"/>
          </a:p>
        </p:txBody>
      </p:sp>
      <p:sp>
        <p:nvSpPr>
          <p:cNvPr id="11" name="Text 9"/>
          <p:cNvSpPr/>
          <p:nvPr/>
        </p:nvSpPr>
        <p:spPr>
          <a:xfrm>
            <a:off x="10363200" y="1894681"/>
            <a:ext cx="93980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F1F6F2"/>
                </a:solidFill>
                <a:latin typeface="IBM Plex Sans" pitchFamily="34" charset="0"/>
                <a:ea typeface="IBM Plex Sans" pitchFamily="34" charset="-122"/>
                <a:cs typeface="IBM Plex Sans" pitchFamily="34" charset="-120"/>
              </a:rPr>
              <a:t>Falta</a:t>
            </a:r>
            <a:endParaRPr lang="en-US" sz="1200" dirty="0"/>
          </a:p>
        </p:txBody>
      </p:sp>
      <p:sp>
        <p:nvSpPr>
          <p:cNvPr id="12" name="Shape 10"/>
          <p:cNvSpPr/>
          <p:nvPr/>
        </p:nvSpPr>
        <p:spPr>
          <a:xfrm>
            <a:off x="812800" y="2158802"/>
            <a:ext cx="10566400" cy="313630"/>
          </a:xfrm>
          <a:prstGeom prst="rect">
            <a:avLst/>
          </a:prstGeom>
          <a:solidFill>
            <a:srgbClr val="FCFDFB"/>
          </a:solidFill>
          <a:ln/>
        </p:spPr>
      </p:sp>
      <p:sp>
        <p:nvSpPr>
          <p:cNvPr id="13" name="Shape 11"/>
          <p:cNvSpPr/>
          <p:nvPr/>
        </p:nvSpPr>
        <p:spPr>
          <a:xfrm>
            <a:off x="812800" y="2469257"/>
            <a:ext cx="10566400" cy="0"/>
          </a:xfrm>
          <a:prstGeom prst="line">
            <a:avLst/>
          </a:prstGeom>
          <a:noFill/>
          <a:ln w="6350">
            <a:solidFill>
              <a:srgbClr val="D3E2D7"/>
            </a:solidFill>
            <a:prstDash val="solid"/>
          </a:ln>
        </p:spPr>
      </p:sp>
      <p:sp>
        <p:nvSpPr>
          <p:cNvPr id="14" name="Text 12"/>
          <p:cNvSpPr/>
          <p:nvPr/>
        </p:nvSpPr>
        <p:spPr>
          <a:xfrm>
            <a:off x="889000" y="2196902"/>
            <a:ext cx="2001393"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Preingreso</a:t>
            </a:r>
            <a:endParaRPr lang="en-US" sz="1300" dirty="0"/>
          </a:p>
        </p:txBody>
      </p:sp>
      <p:sp>
        <p:nvSpPr>
          <p:cNvPr id="15" name="Text 13"/>
          <p:cNvSpPr/>
          <p:nvPr/>
        </p:nvSpPr>
        <p:spPr>
          <a:xfrm>
            <a:off x="2959100" y="2196902"/>
            <a:ext cx="6731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4A5D52"/>
                </a:solidFill>
                <a:latin typeface="IBM Plex Sans" pitchFamily="34" charset="0"/>
                <a:ea typeface="IBM Plex Sans" pitchFamily="34" charset="-122"/>
                <a:cs typeface="IBM Plex Sans" pitchFamily="34" charset="-120"/>
              </a:rPr>
              <a:t>402</a:t>
            </a:r>
            <a:endParaRPr lang="en-US" sz="1300" dirty="0"/>
          </a:p>
        </p:txBody>
      </p:sp>
      <p:sp>
        <p:nvSpPr>
          <p:cNvPr id="16" name="Shape 14"/>
          <p:cNvSpPr/>
          <p:nvPr/>
        </p:nvSpPr>
        <p:spPr>
          <a:xfrm>
            <a:off x="3733800" y="2217142"/>
            <a:ext cx="2278360" cy="190500"/>
          </a:xfrm>
          <a:custGeom>
            <a:avLst/>
            <a:gdLst/>
            <a:ahLst/>
            <a:cxnLst/>
            <a:rect l="l" t="t" r="r" b="b"/>
            <a:pathLst>
              <a:path w="2278360" h="190500">
                <a:moveTo>
                  <a:pt x="0" y="38100"/>
                </a:moveTo>
                <a:arcTo hR="38100" wR="38100" stAng="10800000" swAng="5400000"/>
                <a:lnTo>
                  <a:pt x="2278360" y="0"/>
                </a:lnTo>
                <a:lnTo>
                  <a:pt x="2278360" y="190500"/>
                </a:lnTo>
                <a:lnTo>
                  <a:pt x="38100" y="190500"/>
                </a:lnTo>
                <a:arcTo hR="38100" wR="38100" stAng="5400000" swAng="5400000"/>
                <a:close/>
              </a:path>
            </a:pathLst>
          </a:custGeom>
          <a:solidFill>
            <a:srgbClr val="0B5638"/>
          </a:solidFill>
          <a:ln/>
        </p:spPr>
      </p:sp>
      <p:sp>
        <p:nvSpPr>
          <p:cNvPr id="17" name="Shape 15"/>
          <p:cNvSpPr/>
          <p:nvPr/>
        </p:nvSpPr>
        <p:spPr>
          <a:xfrm>
            <a:off x="6012160" y="2217142"/>
            <a:ext cx="693440" cy="190500"/>
          </a:xfrm>
          <a:prstGeom prst="rect">
            <a:avLst/>
          </a:prstGeom>
          <a:solidFill>
            <a:srgbClr val="7FB894"/>
          </a:solidFill>
          <a:ln/>
        </p:spPr>
      </p:sp>
      <p:sp>
        <p:nvSpPr>
          <p:cNvPr id="18" name="Shape 16"/>
          <p:cNvSpPr/>
          <p:nvPr/>
        </p:nvSpPr>
        <p:spPr>
          <a:xfrm>
            <a:off x="6705600" y="2217142"/>
            <a:ext cx="297160" cy="190500"/>
          </a:xfrm>
          <a:prstGeom prst="rect">
            <a:avLst/>
          </a:prstGeom>
          <a:solidFill>
            <a:srgbClr val="9C8FC4"/>
          </a:solidFill>
          <a:ln/>
        </p:spPr>
      </p:sp>
      <p:sp>
        <p:nvSpPr>
          <p:cNvPr id="19" name="Shape 17"/>
          <p:cNvSpPr/>
          <p:nvPr/>
        </p:nvSpPr>
        <p:spPr>
          <a:xfrm>
            <a:off x="7002760" y="2217142"/>
            <a:ext cx="33040" cy="190500"/>
          </a:xfrm>
          <a:custGeom>
            <a:avLst/>
            <a:gdLst/>
            <a:ahLst/>
            <a:cxnLst/>
            <a:rect l="l" t="t" r="r" b="b"/>
            <a:pathLst>
              <a:path w="33040" h="190500">
                <a:moveTo>
                  <a:pt x="0" y="338"/>
                </a:moveTo>
                <a:arcTo hR="38100" wR="38100" stAng="16657929" swAng="4942071"/>
                <a:lnTo>
                  <a:pt x="33040" y="152400"/>
                </a:lnTo>
                <a:arcTo hR="38100" wR="38100" stAng="0" swAng="4942071"/>
                <a:close/>
              </a:path>
            </a:pathLst>
          </a:custGeom>
          <a:solidFill>
            <a:srgbClr val="B3261E"/>
          </a:solidFill>
          <a:ln/>
        </p:spPr>
      </p:sp>
      <p:sp>
        <p:nvSpPr>
          <p:cNvPr id="20" name="Text 18"/>
          <p:cNvSpPr/>
          <p:nvPr/>
        </p:nvSpPr>
        <p:spPr>
          <a:xfrm>
            <a:off x="6985000" y="2196902"/>
            <a:ext cx="11938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0B5638"/>
                </a:solidFill>
                <a:latin typeface="IBM Plex Sans" pitchFamily="34" charset="0"/>
                <a:ea typeface="IBM Plex Sans" pitchFamily="34" charset="-122"/>
                <a:cs typeface="IBM Plex Sans" pitchFamily="34" charset="-120"/>
              </a:rPr>
              <a:t>69 %</a:t>
            </a:r>
            <a:endParaRPr lang="en-US" sz="1300" dirty="0"/>
          </a:p>
        </p:txBody>
      </p:sp>
      <p:sp>
        <p:nvSpPr>
          <p:cNvPr id="21" name="Text 19"/>
          <p:cNvSpPr/>
          <p:nvPr/>
        </p:nvSpPr>
        <p:spPr>
          <a:xfrm>
            <a:off x="8128000" y="2196902"/>
            <a:ext cx="11303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2F6B47"/>
                </a:solidFill>
                <a:latin typeface="IBM Plex Sans" pitchFamily="34" charset="0"/>
                <a:ea typeface="IBM Plex Sans" pitchFamily="34" charset="-122"/>
                <a:cs typeface="IBM Plex Sans" pitchFamily="34" charset="-120"/>
              </a:rPr>
              <a:t>21 %</a:t>
            </a:r>
            <a:endParaRPr lang="en-US" sz="1300" dirty="0"/>
          </a:p>
        </p:txBody>
      </p:sp>
      <p:sp>
        <p:nvSpPr>
          <p:cNvPr id="22" name="Text 20"/>
          <p:cNvSpPr/>
          <p:nvPr/>
        </p:nvSpPr>
        <p:spPr>
          <a:xfrm>
            <a:off x="9207500" y="2196902"/>
            <a:ext cx="11303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4B3D7A"/>
                </a:solidFill>
                <a:latin typeface="IBM Plex Sans" pitchFamily="34" charset="0"/>
                <a:ea typeface="IBM Plex Sans" pitchFamily="34" charset="-122"/>
                <a:cs typeface="IBM Plex Sans" pitchFamily="34" charset="-120"/>
              </a:rPr>
              <a:t>9 %</a:t>
            </a:r>
            <a:endParaRPr lang="en-US" sz="1300" dirty="0"/>
          </a:p>
        </p:txBody>
      </p:sp>
      <p:sp>
        <p:nvSpPr>
          <p:cNvPr id="23" name="Text 21"/>
          <p:cNvSpPr/>
          <p:nvPr/>
        </p:nvSpPr>
        <p:spPr>
          <a:xfrm>
            <a:off x="10363200" y="2196902"/>
            <a:ext cx="9398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B3261E"/>
                </a:solidFill>
                <a:latin typeface="IBM Plex Sans" pitchFamily="34" charset="0"/>
                <a:ea typeface="IBM Plex Sans" pitchFamily="34" charset="-122"/>
                <a:cs typeface="IBM Plex Sans" pitchFamily="34" charset="-120"/>
              </a:rPr>
              <a:t>1 %</a:t>
            </a:r>
            <a:endParaRPr lang="en-US" sz="1300" dirty="0"/>
          </a:p>
        </p:txBody>
      </p:sp>
      <p:sp>
        <p:nvSpPr>
          <p:cNvPr id="24" name="Shape 22"/>
          <p:cNvSpPr/>
          <p:nvPr/>
        </p:nvSpPr>
        <p:spPr>
          <a:xfrm>
            <a:off x="812800" y="2472432"/>
            <a:ext cx="10566400" cy="313630"/>
          </a:xfrm>
          <a:prstGeom prst="rect">
            <a:avLst/>
          </a:prstGeom>
          <a:solidFill>
            <a:srgbClr val="FCFDFB"/>
          </a:solidFill>
          <a:ln/>
        </p:spPr>
      </p:sp>
      <p:sp>
        <p:nvSpPr>
          <p:cNvPr id="25" name="Shape 23"/>
          <p:cNvSpPr/>
          <p:nvPr/>
        </p:nvSpPr>
        <p:spPr>
          <a:xfrm>
            <a:off x="812800" y="2782888"/>
            <a:ext cx="10566400" cy="0"/>
          </a:xfrm>
          <a:prstGeom prst="line">
            <a:avLst/>
          </a:prstGeom>
          <a:noFill/>
          <a:ln w="6350">
            <a:solidFill>
              <a:srgbClr val="D3E2D7"/>
            </a:solidFill>
            <a:prstDash val="solid"/>
          </a:ln>
        </p:spPr>
      </p:sp>
      <p:sp>
        <p:nvSpPr>
          <p:cNvPr id="26" name="Text 24"/>
          <p:cNvSpPr/>
          <p:nvPr/>
        </p:nvSpPr>
        <p:spPr>
          <a:xfrm>
            <a:off x="889000" y="2510532"/>
            <a:ext cx="2001393"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Calada</a:t>
            </a:r>
            <a:endParaRPr lang="en-US" sz="1300" dirty="0"/>
          </a:p>
        </p:txBody>
      </p:sp>
      <p:sp>
        <p:nvSpPr>
          <p:cNvPr id="27" name="Text 25"/>
          <p:cNvSpPr/>
          <p:nvPr/>
        </p:nvSpPr>
        <p:spPr>
          <a:xfrm>
            <a:off x="2959100" y="2510532"/>
            <a:ext cx="6731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4A5D52"/>
                </a:solidFill>
                <a:latin typeface="IBM Plex Sans" pitchFamily="34" charset="0"/>
                <a:ea typeface="IBM Plex Sans" pitchFamily="34" charset="-122"/>
                <a:cs typeface="IBM Plex Sans" pitchFamily="34" charset="-120"/>
              </a:rPr>
              <a:t>402</a:t>
            </a:r>
            <a:endParaRPr lang="en-US" sz="1300" dirty="0"/>
          </a:p>
        </p:txBody>
      </p:sp>
      <p:sp>
        <p:nvSpPr>
          <p:cNvPr id="28" name="Shape 26"/>
          <p:cNvSpPr/>
          <p:nvPr/>
        </p:nvSpPr>
        <p:spPr>
          <a:xfrm>
            <a:off x="3733800" y="2530773"/>
            <a:ext cx="2344440" cy="190500"/>
          </a:xfrm>
          <a:custGeom>
            <a:avLst/>
            <a:gdLst/>
            <a:ahLst/>
            <a:cxnLst/>
            <a:rect l="l" t="t" r="r" b="b"/>
            <a:pathLst>
              <a:path w="2344440" h="190500">
                <a:moveTo>
                  <a:pt x="0" y="38100"/>
                </a:moveTo>
                <a:arcTo hR="38100" wR="38100" stAng="10800000" swAng="5400000"/>
                <a:lnTo>
                  <a:pt x="2344440" y="0"/>
                </a:lnTo>
                <a:lnTo>
                  <a:pt x="2344440" y="190500"/>
                </a:lnTo>
                <a:lnTo>
                  <a:pt x="38100" y="190500"/>
                </a:lnTo>
                <a:arcTo hR="38100" wR="38100" stAng="5400000" swAng="5400000"/>
                <a:close/>
              </a:path>
            </a:pathLst>
          </a:custGeom>
          <a:solidFill>
            <a:srgbClr val="0B5638"/>
          </a:solidFill>
          <a:ln/>
        </p:spPr>
      </p:sp>
      <p:sp>
        <p:nvSpPr>
          <p:cNvPr id="29" name="Shape 27"/>
          <p:cNvSpPr/>
          <p:nvPr/>
        </p:nvSpPr>
        <p:spPr>
          <a:xfrm>
            <a:off x="6078240" y="2530773"/>
            <a:ext cx="429220" cy="190500"/>
          </a:xfrm>
          <a:prstGeom prst="rect">
            <a:avLst/>
          </a:prstGeom>
          <a:solidFill>
            <a:srgbClr val="7FB894"/>
          </a:solidFill>
          <a:ln/>
        </p:spPr>
      </p:sp>
      <p:sp>
        <p:nvSpPr>
          <p:cNvPr id="30" name="Shape 28"/>
          <p:cNvSpPr/>
          <p:nvPr/>
        </p:nvSpPr>
        <p:spPr>
          <a:xfrm>
            <a:off x="6507460" y="2530773"/>
            <a:ext cx="495300" cy="190500"/>
          </a:xfrm>
          <a:prstGeom prst="rect">
            <a:avLst/>
          </a:prstGeom>
          <a:solidFill>
            <a:srgbClr val="9C8FC4"/>
          </a:solidFill>
          <a:ln/>
        </p:spPr>
      </p:sp>
      <p:sp>
        <p:nvSpPr>
          <p:cNvPr id="31" name="Shape 29"/>
          <p:cNvSpPr/>
          <p:nvPr/>
        </p:nvSpPr>
        <p:spPr>
          <a:xfrm>
            <a:off x="7002760" y="2530773"/>
            <a:ext cx="33040" cy="190500"/>
          </a:xfrm>
          <a:custGeom>
            <a:avLst/>
            <a:gdLst/>
            <a:ahLst/>
            <a:cxnLst/>
            <a:rect l="l" t="t" r="r" b="b"/>
            <a:pathLst>
              <a:path w="33040" h="190500">
                <a:moveTo>
                  <a:pt x="0" y="338"/>
                </a:moveTo>
                <a:arcTo hR="38100" wR="38100" stAng="16657929" swAng="4942071"/>
                <a:lnTo>
                  <a:pt x="33040" y="152400"/>
                </a:lnTo>
                <a:arcTo hR="38100" wR="38100" stAng="0" swAng="4942071"/>
                <a:close/>
              </a:path>
            </a:pathLst>
          </a:custGeom>
          <a:solidFill>
            <a:srgbClr val="B3261E"/>
          </a:solidFill>
          <a:ln/>
        </p:spPr>
      </p:sp>
      <p:sp>
        <p:nvSpPr>
          <p:cNvPr id="32" name="Text 30"/>
          <p:cNvSpPr/>
          <p:nvPr/>
        </p:nvSpPr>
        <p:spPr>
          <a:xfrm>
            <a:off x="6985000" y="2510532"/>
            <a:ext cx="11938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0B5638"/>
                </a:solidFill>
                <a:latin typeface="IBM Plex Sans" pitchFamily="34" charset="0"/>
                <a:ea typeface="IBM Plex Sans" pitchFamily="34" charset="-122"/>
                <a:cs typeface="IBM Plex Sans" pitchFamily="34" charset="-120"/>
              </a:rPr>
              <a:t>71 %</a:t>
            </a:r>
            <a:endParaRPr lang="en-US" sz="1300" dirty="0"/>
          </a:p>
        </p:txBody>
      </p:sp>
      <p:sp>
        <p:nvSpPr>
          <p:cNvPr id="33" name="Text 31"/>
          <p:cNvSpPr/>
          <p:nvPr/>
        </p:nvSpPr>
        <p:spPr>
          <a:xfrm>
            <a:off x="8128000" y="2510532"/>
            <a:ext cx="11303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2F6B47"/>
                </a:solidFill>
                <a:latin typeface="IBM Plex Sans" pitchFamily="34" charset="0"/>
                <a:ea typeface="IBM Plex Sans" pitchFamily="34" charset="-122"/>
                <a:cs typeface="IBM Plex Sans" pitchFamily="34" charset="-120"/>
              </a:rPr>
              <a:t>13 %</a:t>
            </a:r>
            <a:endParaRPr lang="en-US" sz="1300" dirty="0"/>
          </a:p>
        </p:txBody>
      </p:sp>
      <p:sp>
        <p:nvSpPr>
          <p:cNvPr id="34" name="Text 32"/>
          <p:cNvSpPr/>
          <p:nvPr/>
        </p:nvSpPr>
        <p:spPr>
          <a:xfrm>
            <a:off x="9207500" y="2510532"/>
            <a:ext cx="11303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4B3D7A"/>
                </a:solidFill>
                <a:latin typeface="IBM Plex Sans" pitchFamily="34" charset="0"/>
                <a:ea typeface="IBM Plex Sans" pitchFamily="34" charset="-122"/>
                <a:cs typeface="IBM Plex Sans" pitchFamily="34" charset="-120"/>
              </a:rPr>
              <a:t>15 %</a:t>
            </a:r>
            <a:endParaRPr lang="en-US" sz="1300" dirty="0"/>
          </a:p>
        </p:txBody>
      </p:sp>
      <p:sp>
        <p:nvSpPr>
          <p:cNvPr id="35" name="Text 33"/>
          <p:cNvSpPr/>
          <p:nvPr/>
        </p:nvSpPr>
        <p:spPr>
          <a:xfrm>
            <a:off x="10363200" y="2510532"/>
            <a:ext cx="9398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B3261E"/>
                </a:solidFill>
                <a:latin typeface="IBM Plex Sans" pitchFamily="34" charset="0"/>
                <a:ea typeface="IBM Plex Sans" pitchFamily="34" charset="-122"/>
                <a:cs typeface="IBM Plex Sans" pitchFamily="34" charset="-120"/>
              </a:rPr>
              <a:t>1 %</a:t>
            </a:r>
            <a:endParaRPr lang="en-US" sz="1300" dirty="0"/>
          </a:p>
        </p:txBody>
      </p:sp>
      <p:sp>
        <p:nvSpPr>
          <p:cNvPr id="36" name="Shape 34"/>
          <p:cNvSpPr/>
          <p:nvPr/>
        </p:nvSpPr>
        <p:spPr>
          <a:xfrm>
            <a:off x="812800" y="2786063"/>
            <a:ext cx="10566400" cy="313630"/>
          </a:xfrm>
          <a:prstGeom prst="rect">
            <a:avLst/>
          </a:prstGeom>
          <a:solidFill>
            <a:srgbClr val="FCFDFB"/>
          </a:solidFill>
          <a:ln/>
        </p:spPr>
      </p:sp>
      <p:sp>
        <p:nvSpPr>
          <p:cNvPr id="37" name="Shape 35"/>
          <p:cNvSpPr/>
          <p:nvPr/>
        </p:nvSpPr>
        <p:spPr>
          <a:xfrm>
            <a:off x="812800" y="3096518"/>
            <a:ext cx="10566400" cy="0"/>
          </a:xfrm>
          <a:prstGeom prst="line">
            <a:avLst/>
          </a:prstGeom>
          <a:noFill/>
          <a:ln w="6350">
            <a:solidFill>
              <a:srgbClr val="D3E2D7"/>
            </a:solidFill>
            <a:prstDash val="solid"/>
          </a:ln>
        </p:spPr>
      </p:sp>
      <p:sp>
        <p:nvSpPr>
          <p:cNvPr id="38" name="Text 36"/>
          <p:cNvSpPr/>
          <p:nvPr/>
        </p:nvSpPr>
        <p:spPr>
          <a:xfrm>
            <a:off x="889000" y="2824163"/>
            <a:ext cx="2001393"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Playa 3</a:t>
            </a:r>
            <a:endParaRPr lang="en-US" sz="1300" dirty="0"/>
          </a:p>
        </p:txBody>
      </p:sp>
      <p:sp>
        <p:nvSpPr>
          <p:cNvPr id="39" name="Text 37"/>
          <p:cNvSpPr/>
          <p:nvPr/>
        </p:nvSpPr>
        <p:spPr>
          <a:xfrm>
            <a:off x="2959100" y="2824163"/>
            <a:ext cx="6731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4A5D52"/>
                </a:solidFill>
                <a:latin typeface="IBM Plex Sans" pitchFamily="34" charset="0"/>
                <a:ea typeface="IBM Plex Sans" pitchFamily="34" charset="-122"/>
                <a:cs typeface="IBM Plex Sans" pitchFamily="34" charset="-120"/>
              </a:rPr>
              <a:t>79</a:t>
            </a:r>
            <a:endParaRPr lang="en-US" sz="1300" dirty="0"/>
          </a:p>
        </p:txBody>
      </p:sp>
      <p:sp>
        <p:nvSpPr>
          <p:cNvPr id="40" name="Shape 38"/>
          <p:cNvSpPr/>
          <p:nvPr/>
        </p:nvSpPr>
        <p:spPr>
          <a:xfrm>
            <a:off x="3733800" y="2844403"/>
            <a:ext cx="2212380" cy="190500"/>
          </a:xfrm>
          <a:custGeom>
            <a:avLst/>
            <a:gdLst/>
            <a:ahLst/>
            <a:cxnLst/>
            <a:rect l="l" t="t" r="r" b="b"/>
            <a:pathLst>
              <a:path w="2212380" h="190500">
                <a:moveTo>
                  <a:pt x="0" y="38100"/>
                </a:moveTo>
                <a:arcTo hR="38100" wR="38100" stAng="10800000" swAng="5400000"/>
                <a:lnTo>
                  <a:pt x="2212380" y="0"/>
                </a:lnTo>
                <a:lnTo>
                  <a:pt x="2212380" y="190500"/>
                </a:lnTo>
                <a:lnTo>
                  <a:pt x="38100" y="190500"/>
                </a:lnTo>
                <a:arcTo hR="38100" wR="38100" stAng="5400000" swAng="5400000"/>
                <a:close/>
              </a:path>
            </a:pathLst>
          </a:custGeom>
          <a:solidFill>
            <a:srgbClr val="0B5638"/>
          </a:solidFill>
          <a:ln/>
        </p:spPr>
      </p:sp>
      <p:sp>
        <p:nvSpPr>
          <p:cNvPr id="41" name="Shape 39"/>
          <p:cNvSpPr/>
          <p:nvPr/>
        </p:nvSpPr>
        <p:spPr>
          <a:xfrm>
            <a:off x="5946180" y="2844403"/>
            <a:ext cx="297160" cy="190500"/>
          </a:xfrm>
          <a:prstGeom prst="rect">
            <a:avLst/>
          </a:prstGeom>
          <a:solidFill>
            <a:srgbClr val="7FB894"/>
          </a:solidFill>
          <a:ln/>
        </p:spPr>
      </p:sp>
      <p:sp>
        <p:nvSpPr>
          <p:cNvPr id="42" name="Shape 40"/>
          <p:cNvSpPr/>
          <p:nvPr/>
        </p:nvSpPr>
        <p:spPr>
          <a:xfrm>
            <a:off x="6243340" y="2844403"/>
            <a:ext cx="759420" cy="190500"/>
          </a:xfrm>
          <a:prstGeom prst="rect">
            <a:avLst/>
          </a:prstGeom>
          <a:solidFill>
            <a:srgbClr val="9C8FC4"/>
          </a:solidFill>
          <a:ln/>
        </p:spPr>
      </p:sp>
      <p:sp>
        <p:nvSpPr>
          <p:cNvPr id="43" name="Shape 41"/>
          <p:cNvSpPr/>
          <p:nvPr/>
        </p:nvSpPr>
        <p:spPr>
          <a:xfrm>
            <a:off x="7002760" y="2844403"/>
            <a:ext cx="33040" cy="190500"/>
          </a:xfrm>
          <a:custGeom>
            <a:avLst/>
            <a:gdLst/>
            <a:ahLst/>
            <a:cxnLst/>
            <a:rect l="l" t="t" r="r" b="b"/>
            <a:pathLst>
              <a:path w="33040" h="190500">
                <a:moveTo>
                  <a:pt x="0" y="338"/>
                </a:moveTo>
                <a:arcTo hR="38100" wR="38100" stAng="16657929" swAng="4942071"/>
                <a:lnTo>
                  <a:pt x="33040" y="152400"/>
                </a:lnTo>
                <a:arcTo hR="38100" wR="38100" stAng="0" swAng="4942071"/>
                <a:close/>
              </a:path>
            </a:pathLst>
          </a:custGeom>
          <a:solidFill>
            <a:srgbClr val="B3261E"/>
          </a:solidFill>
          <a:ln/>
        </p:spPr>
      </p:sp>
      <p:sp>
        <p:nvSpPr>
          <p:cNvPr id="44" name="Text 42"/>
          <p:cNvSpPr/>
          <p:nvPr/>
        </p:nvSpPr>
        <p:spPr>
          <a:xfrm>
            <a:off x="6985000" y="2824163"/>
            <a:ext cx="11938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0B5638"/>
                </a:solidFill>
                <a:latin typeface="IBM Plex Sans" pitchFamily="34" charset="0"/>
                <a:ea typeface="IBM Plex Sans" pitchFamily="34" charset="-122"/>
                <a:cs typeface="IBM Plex Sans" pitchFamily="34" charset="-120"/>
              </a:rPr>
              <a:t>67 %</a:t>
            </a:r>
            <a:endParaRPr lang="en-US" sz="1300" dirty="0"/>
          </a:p>
        </p:txBody>
      </p:sp>
      <p:sp>
        <p:nvSpPr>
          <p:cNvPr id="45" name="Text 43"/>
          <p:cNvSpPr/>
          <p:nvPr/>
        </p:nvSpPr>
        <p:spPr>
          <a:xfrm>
            <a:off x="8128000" y="2824163"/>
            <a:ext cx="11303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2F6B47"/>
                </a:solidFill>
                <a:latin typeface="IBM Plex Sans" pitchFamily="34" charset="0"/>
                <a:ea typeface="IBM Plex Sans" pitchFamily="34" charset="-122"/>
                <a:cs typeface="IBM Plex Sans" pitchFamily="34" charset="-120"/>
              </a:rPr>
              <a:t>9 %</a:t>
            </a:r>
            <a:endParaRPr lang="en-US" sz="1300" dirty="0"/>
          </a:p>
        </p:txBody>
      </p:sp>
      <p:sp>
        <p:nvSpPr>
          <p:cNvPr id="46" name="Text 44"/>
          <p:cNvSpPr/>
          <p:nvPr/>
        </p:nvSpPr>
        <p:spPr>
          <a:xfrm>
            <a:off x="9207500" y="2824163"/>
            <a:ext cx="11303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4B3D7A"/>
                </a:solidFill>
                <a:latin typeface="IBM Plex Sans" pitchFamily="34" charset="0"/>
                <a:ea typeface="IBM Plex Sans" pitchFamily="34" charset="-122"/>
                <a:cs typeface="IBM Plex Sans" pitchFamily="34" charset="-120"/>
              </a:rPr>
              <a:t>23 %</a:t>
            </a:r>
            <a:endParaRPr lang="en-US" sz="1300" dirty="0"/>
          </a:p>
        </p:txBody>
      </p:sp>
      <p:sp>
        <p:nvSpPr>
          <p:cNvPr id="47" name="Text 45"/>
          <p:cNvSpPr/>
          <p:nvPr/>
        </p:nvSpPr>
        <p:spPr>
          <a:xfrm>
            <a:off x="10363200" y="2824163"/>
            <a:ext cx="9398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B3261E"/>
                </a:solidFill>
                <a:latin typeface="IBM Plex Sans" pitchFamily="34" charset="0"/>
                <a:ea typeface="IBM Plex Sans" pitchFamily="34" charset="-122"/>
                <a:cs typeface="IBM Plex Sans" pitchFamily="34" charset="-120"/>
              </a:rPr>
              <a:t>1 %</a:t>
            </a:r>
            <a:endParaRPr lang="en-US" sz="1300" dirty="0"/>
          </a:p>
        </p:txBody>
      </p:sp>
      <p:sp>
        <p:nvSpPr>
          <p:cNvPr id="48" name="Shape 46"/>
          <p:cNvSpPr/>
          <p:nvPr/>
        </p:nvSpPr>
        <p:spPr>
          <a:xfrm>
            <a:off x="812800" y="3099693"/>
            <a:ext cx="10566400" cy="313630"/>
          </a:xfrm>
          <a:prstGeom prst="rect">
            <a:avLst/>
          </a:prstGeom>
          <a:solidFill>
            <a:srgbClr val="FCFDFB"/>
          </a:solidFill>
          <a:ln/>
        </p:spPr>
      </p:sp>
      <p:sp>
        <p:nvSpPr>
          <p:cNvPr id="49" name="Shape 47"/>
          <p:cNvSpPr/>
          <p:nvPr/>
        </p:nvSpPr>
        <p:spPr>
          <a:xfrm>
            <a:off x="812800" y="3410148"/>
            <a:ext cx="10566400" cy="0"/>
          </a:xfrm>
          <a:prstGeom prst="line">
            <a:avLst/>
          </a:prstGeom>
          <a:noFill/>
          <a:ln w="6350">
            <a:solidFill>
              <a:srgbClr val="D3E2D7"/>
            </a:solidFill>
            <a:prstDash val="solid"/>
          </a:ln>
        </p:spPr>
      </p:sp>
      <p:sp>
        <p:nvSpPr>
          <p:cNvPr id="50" name="Text 48"/>
          <p:cNvSpPr/>
          <p:nvPr/>
        </p:nvSpPr>
        <p:spPr>
          <a:xfrm>
            <a:off x="889000" y="3137793"/>
            <a:ext cx="2001393"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Volcable 2</a:t>
            </a:r>
            <a:endParaRPr lang="en-US" sz="1300" dirty="0"/>
          </a:p>
        </p:txBody>
      </p:sp>
      <p:sp>
        <p:nvSpPr>
          <p:cNvPr id="51" name="Text 49"/>
          <p:cNvSpPr/>
          <p:nvPr/>
        </p:nvSpPr>
        <p:spPr>
          <a:xfrm>
            <a:off x="2959100" y="3137793"/>
            <a:ext cx="6731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4A5D52"/>
                </a:solidFill>
                <a:latin typeface="IBM Plex Sans" pitchFamily="34" charset="0"/>
                <a:ea typeface="IBM Plex Sans" pitchFamily="34" charset="-122"/>
                <a:cs typeface="IBM Plex Sans" pitchFamily="34" charset="-120"/>
              </a:rPr>
              <a:t>70</a:t>
            </a:r>
            <a:endParaRPr lang="en-US" sz="1300" dirty="0"/>
          </a:p>
        </p:txBody>
      </p:sp>
      <p:sp>
        <p:nvSpPr>
          <p:cNvPr id="52" name="Shape 50"/>
          <p:cNvSpPr/>
          <p:nvPr/>
        </p:nvSpPr>
        <p:spPr>
          <a:xfrm>
            <a:off x="3733800" y="3158034"/>
            <a:ext cx="1585020" cy="190500"/>
          </a:xfrm>
          <a:custGeom>
            <a:avLst/>
            <a:gdLst/>
            <a:ahLst/>
            <a:cxnLst/>
            <a:rect l="l" t="t" r="r" b="b"/>
            <a:pathLst>
              <a:path w="1585020" h="190500">
                <a:moveTo>
                  <a:pt x="0" y="38100"/>
                </a:moveTo>
                <a:arcTo hR="38100" wR="38100" stAng="10800000" swAng="5400000"/>
                <a:lnTo>
                  <a:pt x="1585020" y="0"/>
                </a:lnTo>
                <a:lnTo>
                  <a:pt x="1585020" y="190500"/>
                </a:lnTo>
                <a:lnTo>
                  <a:pt x="38100" y="190500"/>
                </a:lnTo>
                <a:arcTo hR="38100" wR="38100" stAng="5400000" swAng="5400000"/>
                <a:close/>
              </a:path>
            </a:pathLst>
          </a:custGeom>
          <a:solidFill>
            <a:srgbClr val="0B5638"/>
          </a:solidFill>
          <a:ln/>
        </p:spPr>
      </p:sp>
      <p:sp>
        <p:nvSpPr>
          <p:cNvPr id="53" name="Shape 51"/>
          <p:cNvSpPr/>
          <p:nvPr/>
        </p:nvSpPr>
        <p:spPr>
          <a:xfrm>
            <a:off x="5318820" y="3158034"/>
            <a:ext cx="297160" cy="190500"/>
          </a:xfrm>
          <a:prstGeom prst="rect">
            <a:avLst/>
          </a:prstGeom>
          <a:solidFill>
            <a:srgbClr val="7FB894"/>
          </a:solidFill>
          <a:ln/>
        </p:spPr>
      </p:sp>
      <p:sp>
        <p:nvSpPr>
          <p:cNvPr id="54" name="Shape 52"/>
          <p:cNvSpPr/>
          <p:nvPr/>
        </p:nvSpPr>
        <p:spPr>
          <a:xfrm>
            <a:off x="5615980" y="3158034"/>
            <a:ext cx="1419820" cy="190500"/>
          </a:xfrm>
          <a:custGeom>
            <a:avLst/>
            <a:gdLst/>
            <a:ahLst/>
            <a:cxnLst/>
            <a:rect l="l" t="t" r="r" b="b"/>
            <a:pathLst>
              <a:path w="1419820" h="190500">
                <a:moveTo>
                  <a:pt x="1381720" y="0"/>
                </a:moveTo>
                <a:arcTo hR="38100" wR="38100" stAng="16200000" swAng="5400000"/>
                <a:lnTo>
                  <a:pt x="1419820" y="152400"/>
                </a:lnTo>
                <a:arcTo hR="38100" wR="38100" stAng="0" swAng="5400000"/>
                <a:lnTo>
                  <a:pt x="0" y="190500"/>
                </a:lnTo>
                <a:lnTo>
                  <a:pt x="0" y="0"/>
                </a:lnTo>
                <a:close/>
              </a:path>
            </a:pathLst>
          </a:custGeom>
          <a:solidFill>
            <a:srgbClr val="9C8FC4"/>
          </a:solidFill>
          <a:ln/>
        </p:spPr>
      </p:sp>
      <p:sp>
        <p:nvSpPr>
          <p:cNvPr id="55" name="Text 53"/>
          <p:cNvSpPr/>
          <p:nvPr/>
        </p:nvSpPr>
        <p:spPr>
          <a:xfrm>
            <a:off x="6985000" y="3137793"/>
            <a:ext cx="11938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0B5638"/>
                </a:solidFill>
                <a:latin typeface="IBM Plex Sans" pitchFamily="34" charset="0"/>
                <a:ea typeface="IBM Plex Sans" pitchFamily="34" charset="-122"/>
                <a:cs typeface="IBM Plex Sans" pitchFamily="34" charset="-120"/>
              </a:rPr>
              <a:t>48 %</a:t>
            </a:r>
            <a:endParaRPr lang="en-US" sz="1300" dirty="0"/>
          </a:p>
        </p:txBody>
      </p:sp>
      <p:sp>
        <p:nvSpPr>
          <p:cNvPr id="56" name="Text 54"/>
          <p:cNvSpPr/>
          <p:nvPr/>
        </p:nvSpPr>
        <p:spPr>
          <a:xfrm>
            <a:off x="8128000" y="3137793"/>
            <a:ext cx="11303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2F6B47"/>
                </a:solidFill>
                <a:latin typeface="IBM Plex Sans" pitchFamily="34" charset="0"/>
                <a:ea typeface="IBM Plex Sans" pitchFamily="34" charset="-122"/>
                <a:cs typeface="IBM Plex Sans" pitchFamily="34" charset="-120"/>
              </a:rPr>
              <a:t>9 %</a:t>
            </a:r>
            <a:endParaRPr lang="en-US" sz="1300" dirty="0"/>
          </a:p>
        </p:txBody>
      </p:sp>
      <p:sp>
        <p:nvSpPr>
          <p:cNvPr id="57" name="Text 55"/>
          <p:cNvSpPr/>
          <p:nvPr/>
        </p:nvSpPr>
        <p:spPr>
          <a:xfrm>
            <a:off x="9207500" y="3137793"/>
            <a:ext cx="11303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4B3D7A"/>
                </a:solidFill>
                <a:latin typeface="IBM Plex Sans" pitchFamily="34" charset="0"/>
                <a:ea typeface="IBM Plex Sans" pitchFamily="34" charset="-122"/>
                <a:cs typeface="IBM Plex Sans" pitchFamily="34" charset="-120"/>
              </a:rPr>
              <a:t>43 %</a:t>
            </a:r>
            <a:endParaRPr lang="en-US" sz="1300" dirty="0"/>
          </a:p>
        </p:txBody>
      </p:sp>
      <p:sp>
        <p:nvSpPr>
          <p:cNvPr id="58" name="Text 56"/>
          <p:cNvSpPr/>
          <p:nvPr/>
        </p:nvSpPr>
        <p:spPr>
          <a:xfrm>
            <a:off x="10363200" y="3137793"/>
            <a:ext cx="9398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B3261E"/>
                </a:solidFill>
                <a:latin typeface="IBM Plex Sans" pitchFamily="34" charset="0"/>
                <a:ea typeface="IBM Plex Sans" pitchFamily="34" charset="-122"/>
                <a:cs typeface="IBM Plex Sans" pitchFamily="34" charset="-120"/>
              </a:rPr>
              <a:t>0 %</a:t>
            </a:r>
            <a:endParaRPr lang="en-US" sz="1300" dirty="0"/>
          </a:p>
        </p:txBody>
      </p:sp>
      <p:sp>
        <p:nvSpPr>
          <p:cNvPr id="59" name="Shape 57"/>
          <p:cNvSpPr/>
          <p:nvPr/>
        </p:nvSpPr>
        <p:spPr>
          <a:xfrm>
            <a:off x="812800" y="3413323"/>
            <a:ext cx="10566400" cy="313630"/>
          </a:xfrm>
          <a:prstGeom prst="rect">
            <a:avLst/>
          </a:prstGeom>
          <a:solidFill>
            <a:srgbClr val="FCFDFB"/>
          </a:solidFill>
          <a:ln/>
        </p:spPr>
      </p:sp>
      <p:sp>
        <p:nvSpPr>
          <p:cNvPr id="60" name="Shape 58"/>
          <p:cNvSpPr/>
          <p:nvPr/>
        </p:nvSpPr>
        <p:spPr>
          <a:xfrm>
            <a:off x="812800" y="3723779"/>
            <a:ext cx="10566400" cy="0"/>
          </a:xfrm>
          <a:prstGeom prst="line">
            <a:avLst/>
          </a:prstGeom>
          <a:noFill/>
          <a:ln w="6350">
            <a:solidFill>
              <a:srgbClr val="D3E2D7"/>
            </a:solidFill>
            <a:prstDash val="solid"/>
          </a:ln>
        </p:spPr>
      </p:sp>
      <p:sp>
        <p:nvSpPr>
          <p:cNvPr id="61" name="Text 59"/>
          <p:cNvSpPr/>
          <p:nvPr/>
        </p:nvSpPr>
        <p:spPr>
          <a:xfrm>
            <a:off x="889000" y="3451423"/>
            <a:ext cx="2001393"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Balanza egreso (B2)</a:t>
            </a:r>
            <a:endParaRPr lang="en-US" sz="1300" dirty="0"/>
          </a:p>
        </p:txBody>
      </p:sp>
      <p:sp>
        <p:nvSpPr>
          <p:cNvPr id="62" name="Text 60"/>
          <p:cNvSpPr/>
          <p:nvPr/>
        </p:nvSpPr>
        <p:spPr>
          <a:xfrm>
            <a:off x="2959100" y="3451423"/>
            <a:ext cx="6731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4A5D52"/>
                </a:solidFill>
                <a:latin typeface="IBM Plex Sans" pitchFamily="34" charset="0"/>
                <a:ea typeface="IBM Plex Sans" pitchFamily="34" charset="-122"/>
                <a:cs typeface="IBM Plex Sans" pitchFamily="34" charset="-120"/>
              </a:rPr>
              <a:t>139</a:t>
            </a:r>
            <a:endParaRPr lang="en-US" sz="1300" dirty="0"/>
          </a:p>
        </p:txBody>
      </p:sp>
      <p:sp>
        <p:nvSpPr>
          <p:cNvPr id="63" name="Shape 61"/>
          <p:cNvSpPr/>
          <p:nvPr/>
        </p:nvSpPr>
        <p:spPr>
          <a:xfrm>
            <a:off x="3733800" y="3471664"/>
            <a:ext cx="1915220" cy="190500"/>
          </a:xfrm>
          <a:custGeom>
            <a:avLst/>
            <a:gdLst/>
            <a:ahLst/>
            <a:cxnLst/>
            <a:rect l="l" t="t" r="r" b="b"/>
            <a:pathLst>
              <a:path w="1915220" h="190500">
                <a:moveTo>
                  <a:pt x="0" y="38100"/>
                </a:moveTo>
                <a:arcTo hR="38100" wR="38100" stAng="10800000" swAng="5400000"/>
                <a:lnTo>
                  <a:pt x="1915220" y="0"/>
                </a:lnTo>
                <a:lnTo>
                  <a:pt x="1915220" y="190500"/>
                </a:lnTo>
                <a:lnTo>
                  <a:pt x="38100" y="190500"/>
                </a:lnTo>
                <a:arcTo hR="38100" wR="38100" stAng="5400000" swAng="5400000"/>
                <a:close/>
              </a:path>
            </a:pathLst>
          </a:custGeom>
          <a:solidFill>
            <a:srgbClr val="0B5638"/>
          </a:solidFill>
          <a:ln/>
        </p:spPr>
      </p:sp>
      <p:sp>
        <p:nvSpPr>
          <p:cNvPr id="64" name="Shape 62"/>
          <p:cNvSpPr/>
          <p:nvPr/>
        </p:nvSpPr>
        <p:spPr>
          <a:xfrm>
            <a:off x="5649020" y="3471664"/>
            <a:ext cx="99020" cy="190500"/>
          </a:xfrm>
          <a:prstGeom prst="rect">
            <a:avLst/>
          </a:prstGeom>
          <a:solidFill>
            <a:srgbClr val="7FB894"/>
          </a:solidFill>
          <a:ln/>
        </p:spPr>
      </p:sp>
      <p:sp>
        <p:nvSpPr>
          <p:cNvPr id="65" name="Shape 63"/>
          <p:cNvSpPr/>
          <p:nvPr/>
        </p:nvSpPr>
        <p:spPr>
          <a:xfrm>
            <a:off x="5748040" y="3471664"/>
            <a:ext cx="1254720" cy="190500"/>
          </a:xfrm>
          <a:prstGeom prst="rect">
            <a:avLst/>
          </a:prstGeom>
          <a:solidFill>
            <a:srgbClr val="9C8FC4"/>
          </a:solidFill>
          <a:ln/>
        </p:spPr>
      </p:sp>
      <p:sp>
        <p:nvSpPr>
          <p:cNvPr id="66" name="Shape 64"/>
          <p:cNvSpPr/>
          <p:nvPr/>
        </p:nvSpPr>
        <p:spPr>
          <a:xfrm>
            <a:off x="7002760" y="3471664"/>
            <a:ext cx="33040" cy="190500"/>
          </a:xfrm>
          <a:custGeom>
            <a:avLst/>
            <a:gdLst/>
            <a:ahLst/>
            <a:cxnLst/>
            <a:rect l="l" t="t" r="r" b="b"/>
            <a:pathLst>
              <a:path w="33040" h="190500">
                <a:moveTo>
                  <a:pt x="0" y="338"/>
                </a:moveTo>
                <a:arcTo hR="38100" wR="38100" stAng="16657929" swAng="4942071"/>
                <a:lnTo>
                  <a:pt x="33040" y="152400"/>
                </a:lnTo>
                <a:arcTo hR="38100" wR="38100" stAng="0" swAng="4942071"/>
                <a:close/>
              </a:path>
            </a:pathLst>
          </a:custGeom>
          <a:solidFill>
            <a:srgbClr val="B3261E"/>
          </a:solidFill>
          <a:ln/>
        </p:spPr>
      </p:sp>
      <p:sp>
        <p:nvSpPr>
          <p:cNvPr id="67" name="Text 65"/>
          <p:cNvSpPr/>
          <p:nvPr/>
        </p:nvSpPr>
        <p:spPr>
          <a:xfrm>
            <a:off x="6985000" y="3451423"/>
            <a:ext cx="11938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0B5638"/>
                </a:solidFill>
                <a:latin typeface="IBM Plex Sans" pitchFamily="34" charset="0"/>
                <a:ea typeface="IBM Plex Sans" pitchFamily="34" charset="-122"/>
                <a:cs typeface="IBM Plex Sans" pitchFamily="34" charset="-120"/>
              </a:rPr>
              <a:t>58 %</a:t>
            </a:r>
            <a:endParaRPr lang="en-US" sz="1300" dirty="0"/>
          </a:p>
        </p:txBody>
      </p:sp>
      <p:sp>
        <p:nvSpPr>
          <p:cNvPr id="68" name="Text 66"/>
          <p:cNvSpPr/>
          <p:nvPr/>
        </p:nvSpPr>
        <p:spPr>
          <a:xfrm>
            <a:off x="8128000" y="3451423"/>
            <a:ext cx="11303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2F6B47"/>
                </a:solidFill>
                <a:latin typeface="IBM Plex Sans" pitchFamily="34" charset="0"/>
                <a:ea typeface="IBM Plex Sans" pitchFamily="34" charset="-122"/>
                <a:cs typeface="IBM Plex Sans" pitchFamily="34" charset="-120"/>
              </a:rPr>
              <a:t>3 %</a:t>
            </a:r>
            <a:endParaRPr lang="en-US" sz="1300" dirty="0"/>
          </a:p>
        </p:txBody>
      </p:sp>
      <p:sp>
        <p:nvSpPr>
          <p:cNvPr id="69" name="Text 67"/>
          <p:cNvSpPr/>
          <p:nvPr/>
        </p:nvSpPr>
        <p:spPr>
          <a:xfrm>
            <a:off x="9207500" y="3451423"/>
            <a:ext cx="11303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4B3D7A"/>
                </a:solidFill>
                <a:latin typeface="IBM Plex Sans" pitchFamily="34" charset="0"/>
                <a:ea typeface="IBM Plex Sans" pitchFamily="34" charset="-122"/>
                <a:cs typeface="IBM Plex Sans" pitchFamily="34" charset="-120"/>
              </a:rPr>
              <a:t>38 %</a:t>
            </a:r>
            <a:endParaRPr lang="en-US" sz="1300" dirty="0"/>
          </a:p>
        </p:txBody>
      </p:sp>
      <p:sp>
        <p:nvSpPr>
          <p:cNvPr id="70" name="Text 68"/>
          <p:cNvSpPr/>
          <p:nvPr/>
        </p:nvSpPr>
        <p:spPr>
          <a:xfrm>
            <a:off x="10363200" y="3451423"/>
            <a:ext cx="9398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B3261E"/>
                </a:solidFill>
                <a:latin typeface="IBM Plex Sans" pitchFamily="34" charset="0"/>
                <a:ea typeface="IBM Plex Sans" pitchFamily="34" charset="-122"/>
                <a:cs typeface="IBM Plex Sans" pitchFamily="34" charset="-120"/>
              </a:rPr>
              <a:t>1 %</a:t>
            </a:r>
            <a:endParaRPr lang="en-US" sz="1300" dirty="0"/>
          </a:p>
        </p:txBody>
      </p:sp>
      <p:sp>
        <p:nvSpPr>
          <p:cNvPr id="71" name="Shape 69"/>
          <p:cNvSpPr/>
          <p:nvPr/>
        </p:nvSpPr>
        <p:spPr>
          <a:xfrm>
            <a:off x="812800" y="3726954"/>
            <a:ext cx="10566400" cy="313630"/>
          </a:xfrm>
          <a:prstGeom prst="rect">
            <a:avLst/>
          </a:prstGeom>
          <a:solidFill>
            <a:srgbClr val="FCFDFB"/>
          </a:solidFill>
          <a:ln/>
        </p:spPr>
      </p:sp>
      <p:sp>
        <p:nvSpPr>
          <p:cNvPr id="72" name="Shape 70"/>
          <p:cNvSpPr/>
          <p:nvPr/>
        </p:nvSpPr>
        <p:spPr>
          <a:xfrm>
            <a:off x="812800" y="4037409"/>
            <a:ext cx="10566400" cy="0"/>
          </a:xfrm>
          <a:prstGeom prst="line">
            <a:avLst/>
          </a:prstGeom>
          <a:noFill/>
          <a:ln w="6350">
            <a:solidFill>
              <a:srgbClr val="D3E2D7"/>
            </a:solidFill>
            <a:prstDash val="solid"/>
          </a:ln>
        </p:spPr>
      </p:sp>
      <p:sp>
        <p:nvSpPr>
          <p:cNvPr id="73" name="Text 71"/>
          <p:cNvSpPr/>
          <p:nvPr/>
        </p:nvSpPr>
        <p:spPr>
          <a:xfrm>
            <a:off x="889000" y="3765054"/>
            <a:ext cx="2001393"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Salida</a:t>
            </a:r>
            <a:endParaRPr lang="en-US" sz="1300" dirty="0"/>
          </a:p>
        </p:txBody>
      </p:sp>
      <p:sp>
        <p:nvSpPr>
          <p:cNvPr id="74" name="Text 72"/>
          <p:cNvSpPr/>
          <p:nvPr/>
        </p:nvSpPr>
        <p:spPr>
          <a:xfrm>
            <a:off x="2959100" y="3765054"/>
            <a:ext cx="6731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4A5D52"/>
                </a:solidFill>
                <a:latin typeface="IBM Plex Sans" pitchFamily="34" charset="0"/>
                <a:ea typeface="IBM Plex Sans" pitchFamily="34" charset="-122"/>
                <a:cs typeface="IBM Plex Sans" pitchFamily="34" charset="-120"/>
              </a:rPr>
              <a:t>280</a:t>
            </a:r>
            <a:endParaRPr lang="en-US" sz="1300" dirty="0"/>
          </a:p>
        </p:txBody>
      </p:sp>
      <p:sp>
        <p:nvSpPr>
          <p:cNvPr id="75" name="Shape 73"/>
          <p:cNvSpPr/>
          <p:nvPr/>
        </p:nvSpPr>
        <p:spPr>
          <a:xfrm>
            <a:off x="3733800" y="3785295"/>
            <a:ext cx="2377480" cy="190500"/>
          </a:xfrm>
          <a:custGeom>
            <a:avLst/>
            <a:gdLst/>
            <a:ahLst/>
            <a:cxnLst/>
            <a:rect l="l" t="t" r="r" b="b"/>
            <a:pathLst>
              <a:path w="2377480" h="190500">
                <a:moveTo>
                  <a:pt x="0" y="38100"/>
                </a:moveTo>
                <a:arcTo hR="38100" wR="38100" stAng="10800000" swAng="5400000"/>
                <a:lnTo>
                  <a:pt x="2377480" y="0"/>
                </a:lnTo>
                <a:lnTo>
                  <a:pt x="2377480" y="190500"/>
                </a:lnTo>
                <a:lnTo>
                  <a:pt x="38100" y="190500"/>
                </a:lnTo>
                <a:arcTo hR="38100" wR="38100" stAng="5400000" swAng="5400000"/>
                <a:close/>
              </a:path>
            </a:pathLst>
          </a:custGeom>
          <a:solidFill>
            <a:srgbClr val="0B5638"/>
          </a:solidFill>
          <a:ln/>
        </p:spPr>
      </p:sp>
      <p:sp>
        <p:nvSpPr>
          <p:cNvPr id="76" name="Shape 74"/>
          <p:cNvSpPr/>
          <p:nvPr/>
        </p:nvSpPr>
        <p:spPr>
          <a:xfrm>
            <a:off x="6111280" y="3785295"/>
            <a:ext cx="462260" cy="190500"/>
          </a:xfrm>
          <a:prstGeom prst="rect">
            <a:avLst/>
          </a:prstGeom>
          <a:solidFill>
            <a:srgbClr val="7FB894"/>
          </a:solidFill>
          <a:ln/>
        </p:spPr>
      </p:sp>
      <p:sp>
        <p:nvSpPr>
          <p:cNvPr id="77" name="Shape 75"/>
          <p:cNvSpPr/>
          <p:nvPr/>
        </p:nvSpPr>
        <p:spPr>
          <a:xfrm>
            <a:off x="6573540" y="3785295"/>
            <a:ext cx="429220" cy="190500"/>
          </a:xfrm>
          <a:prstGeom prst="rect">
            <a:avLst/>
          </a:prstGeom>
          <a:solidFill>
            <a:srgbClr val="9C8FC4"/>
          </a:solidFill>
          <a:ln/>
        </p:spPr>
      </p:sp>
      <p:sp>
        <p:nvSpPr>
          <p:cNvPr id="78" name="Shape 76"/>
          <p:cNvSpPr/>
          <p:nvPr/>
        </p:nvSpPr>
        <p:spPr>
          <a:xfrm>
            <a:off x="7002760" y="3785295"/>
            <a:ext cx="33040" cy="190500"/>
          </a:xfrm>
          <a:custGeom>
            <a:avLst/>
            <a:gdLst/>
            <a:ahLst/>
            <a:cxnLst/>
            <a:rect l="l" t="t" r="r" b="b"/>
            <a:pathLst>
              <a:path w="33040" h="190500">
                <a:moveTo>
                  <a:pt x="0" y="338"/>
                </a:moveTo>
                <a:arcTo hR="38100" wR="38100" stAng="16657929" swAng="4942071"/>
                <a:lnTo>
                  <a:pt x="33040" y="152400"/>
                </a:lnTo>
                <a:arcTo hR="38100" wR="38100" stAng="0" swAng="4942071"/>
                <a:close/>
              </a:path>
            </a:pathLst>
          </a:custGeom>
          <a:solidFill>
            <a:srgbClr val="B3261E"/>
          </a:solidFill>
          <a:ln/>
        </p:spPr>
      </p:sp>
      <p:sp>
        <p:nvSpPr>
          <p:cNvPr id="79" name="Text 77"/>
          <p:cNvSpPr/>
          <p:nvPr/>
        </p:nvSpPr>
        <p:spPr>
          <a:xfrm>
            <a:off x="6985000" y="3765054"/>
            <a:ext cx="11938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0B5638"/>
                </a:solidFill>
                <a:latin typeface="IBM Plex Sans" pitchFamily="34" charset="0"/>
                <a:ea typeface="IBM Plex Sans" pitchFamily="34" charset="-122"/>
                <a:cs typeface="IBM Plex Sans" pitchFamily="34" charset="-120"/>
              </a:rPr>
              <a:t>72 %</a:t>
            </a:r>
            <a:endParaRPr lang="en-US" sz="1300" dirty="0"/>
          </a:p>
        </p:txBody>
      </p:sp>
      <p:sp>
        <p:nvSpPr>
          <p:cNvPr id="80" name="Text 78"/>
          <p:cNvSpPr/>
          <p:nvPr/>
        </p:nvSpPr>
        <p:spPr>
          <a:xfrm>
            <a:off x="8128000" y="3765054"/>
            <a:ext cx="11303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2F6B47"/>
                </a:solidFill>
                <a:latin typeface="IBM Plex Sans" pitchFamily="34" charset="0"/>
                <a:ea typeface="IBM Plex Sans" pitchFamily="34" charset="-122"/>
                <a:cs typeface="IBM Plex Sans" pitchFamily="34" charset="-120"/>
              </a:rPr>
              <a:t>14 %</a:t>
            </a:r>
            <a:endParaRPr lang="en-US" sz="1300" dirty="0"/>
          </a:p>
        </p:txBody>
      </p:sp>
      <p:sp>
        <p:nvSpPr>
          <p:cNvPr id="81" name="Text 79"/>
          <p:cNvSpPr/>
          <p:nvPr/>
        </p:nvSpPr>
        <p:spPr>
          <a:xfrm>
            <a:off x="9207500" y="3765054"/>
            <a:ext cx="11303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4B3D7A"/>
                </a:solidFill>
                <a:latin typeface="IBM Plex Sans" pitchFamily="34" charset="0"/>
                <a:ea typeface="IBM Plex Sans" pitchFamily="34" charset="-122"/>
                <a:cs typeface="IBM Plex Sans" pitchFamily="34" charset="-120"/>
              </a:rPr>
              <a:t>13 %</a:t>
            </a:r>
            <a:endParaRPr lang="en-US" sz="1300" dirty="0"/>
          </a:p>
        </p:txBody>
      </p:sp>
      <p:sp>
        <p:nvSpPr>
          <p:cNvPr id="82" name="Text 80"/>
          <p:cNvSpPr/>
          <p:nvPr/>
        </p:nvSpPr>
        <p:spPr>
          <a:xfrm>
            <a:off x="10363200" y="3765054"/>
            <a:ext cx="9398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B3261E"/>
                </a:solidFill>
                <a:latin typeface="IBM Plex Sans" pitchFamily="34" charset="0"/>
                <a:ea typeface="IBM Plex Sans" pitchFamily="34" charset="-122"/>
                <a:cs typeface="IBM Plex Sans" pitchFamily="34" charset="-120"/>
              </a:rPr>
              <a:t>1 %</a:t>
            </a:r>
            <a:endParaRPr lang="en-US" sz="1300" dirty="0"/>
          </a:p>
        </p:txBody>
      </p:sp>
      <p:sp>
        <p:nvSpPr>
          <p:cNvPr id="83" name="Shape 81"/>
          <p:cNvSpPr/>
          <p:nvPr/>
        </p:nvSpPr>
        <p:spPr>
          <a:xfrm>
            <a:off x="812800" y="4040584"/>
            <a:ext cx="10566400" cy="313630"/>
          </a:xfrm>
          <a:prstGeom prst="rect">
            <a:avLst/>
          </a:prstGeom>
          <a:solidFill>
            <a:srgbClr val="E3ECE5"/>
          </a:solidFill>
          <a:ln/>
        </p:spPr>
      </p:sp>
      <p:sp>
        <p:nvSpPr>
          <p:cNvPr id="84" name="Shape 82"/>
          <p:cNvSpPr/>
          <p:nvPr/>
        </p:nvSpPr>
        <p:spPr>
          <a:xfrm>
            <a:off x="812800" y="4351040"/>
            <a:ext cx="10566400" cy="0"/>
          </a:xfrm>
          <a:prstGeom prst="line">
            <a:avLst/>
          </a:prstGeom>
          <a:noFill/>
          <a:ln w="6350">
            <a:solidFill>
              <a:srgbClr val="D3E2D7"/>
            </a:solidFill>
            <a:prstDash val="solid"/>
          </a:ln>
        </p:spPr>
      </p:sp>
      <p:sp>
        <p:nvSpPr>
          <p:cNvPr id="85" name="Text 83"/>
          <p:cNvSpPr/>
          <p:nvPr/>
        </p:nvSpPr>
        <p:spPr>
          <a:xfrm>
            <a:off x="889000" y="4078684"/>
            <a:ext cx="2001393"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Total Ricardone</a:t>
            </a:r>
            <a:endParaRPr lang="en-US" sz="1300" dirty="0"/>
          </a:p>
        </p:txBody>
      </p:sp>
      <p:sp>
        <p:nvSpPr>
          <p:cNvPr id="86" name="Text 84"/>
          <p:cNvSpPr/>
          <p:nvPr/>
        </p:nvSpPr>
        <p:spPr>
          <a:xfrm>
            <a:off x="2959100" y="4078684"/>
            <a:ext cx="6731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4A5D52"/>
                </a:solidFill>
                <a:latin typeface="IBM Plex Sans" pitchFamily="34" charset="0"/>
                <a:ea typeface="IBM Plex Sans" pitchFamily="34" charset="-122"/>
                <a:cs typeface="IBM Plex Sans" pitchFamily="34" charset="-120"/>
              </a:rPr>
              <a:t>1377</a:t>
            </a:r>
            <a:endParaRPr lang="en-US" sz="1300" dirty="0"/>
          </a:p>
        </p:txBody>
      </p:sp>
      <p:sp>
        <p:nvSpPr>
          <p:cNvPr id="87" name="Shape 85"/>
          <p:cNvSpPr/>
          <p:nvPr/>
        </p:nvSpPr>
        <p:spPr>
          <a:xfrm>
            <a:off x="3733800" y="4098925"/>
            <a:ext cx="2245320" cy="190500"/>
          </a:xfrm>
          <a:custGeom>
            <a:avLst/>
            <a:gdLst/>
            <a:ahLst/>
            <a:cxnLst/>
            <a:rect l="l" t="t" r="r" b="b"/>
            <a:pathLst>
              <a:path w="2245320" h="190500">
                <a:moveTo>
                  <a:pt x="0" y="38100"/>
                </a:moveTo>
                <a:arcTo hR="38100" wR="38100" stAng="10800000" swAng="5400000"/>
                <a:lnTo>
                  <a:pt x="2245320" y="0"/>
                </a:lnTo>
                <a:lnTo>
                  <a:pt x="2245320" y="190500"/>
                </a:lnTo>
                <a:lnTo>
                  <a:pt x="38100" y="190500"/>
                </a:lnTo>
                <a:arcTo hR="38100" wR="38100" stAng="5400000" swAng="5400000"/>
                <a:close/>
              </a:path>
            </a:pathLst>
          </a:custGeom>
          <a:solidFill>
            <a:srgbClr val="0B5638"/>
          </a:solidFill>
          <a:ln/>
        </p:spPr>
      </p:sp>
      <p:sp>
        <p:nvSpPr>
          <p:cNvPr id="88" name="Shape 86"/>
          <p:cNvSpPr/>
          <p:nvPr/>
        </p:nvSpPr>
        <p:spPr>
          <a:xfrm>
            <a:off x="5979120" y="4098925"/>
            <a:ext cx="462260" cy="190500"/>
          </a:xfrm>
          <a:prstGeom prst="rect">
            <a:avLst/>
          </a:prstGeom>
          <a:solidFill>
            <a:srgbClr val="7FB894"/>
          </a:solidFill>
          <a:ln/>
        </p:spPr>
      </p:sp>
      <p:sp>
        <p:nvSpPr>
          <p:cNvPr id="89" name="Shape 87"/>
          <p:cNvSpPr/>
          <p:nvPr/>
        </p:nvSpPr>
        <p:spPr>
          <a:xfrm>
            <a:off x="6441380" y="4098925"/>
            <a:ext cx="561380" cy="190500"/>
          </a:xfrm>
          <a:prstGeom prst="rect">
            <a:avLst/>
          </a:prstGeom>
          <a:solidFill>
            <a:srgbClr val="9C8FC4"/>
          </a:solidFill>
          <a:ln/>
        </p:spPr>
      </p:sp>
      <p:sp>
        <p:nvSpPr>
          <p:cNvPr id="90" name="Shape 88"/>
          <p:cNvSpPr/>
          <p:nvPr/>
        </p:nvSpPr>
        <p:spPr>
          <a:xfrm>
            <a:off x="7002760" y="4098925"/>
            <a:ext cx="33040" cy="190500"/>
          </a:xfrm>
          <a:custGeom>
            <a:avLst/>
            <a:gdLst/>
            <a:ahLst/>
            <a:cxnLst/>
            <a:rect l="l" t="t" r="r" b="b"/>
            <a:pathLst>
              <a:path w="33040" h="190500">
                <a:moveTo>
                  <a:pt x="0" y="338"/>
                </a:moveTo>
                <a:arcTo hR="38100" wR="38100" stAng="16657929" swAng="4942071"/>
                <a:lnTo>
                  <a:pt x="33040" y="152400"/>
                </a:lnTo>
                <a:arcTo hR="38100" wR="38100" stAng="0" swAng="4942071"/>
                <a:close/>
              </a:path>
            </a:pathLst>
          </a:custGeom>
          <a:solidFill>
            <a:srgbClr val="B3261E"/>
          </a:solidFill>
          <a:ln/>
        </p:spPr>
      </p:sp>
      <p:sp>
        <p:nvSpPr>
          <p:cNvPr id="91" name="Text 89"/>
          <p:cNvSpPr/>
          <p:nvPr/>
        </p:nvSpPr>
        <p:spPr>
          <a:xfrm>
            <a:off x="6985000" y="4078684"/>
            <a:ext cx="11938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0B5638"/>
                </a:solidFill>
                <a:latin typeface="IBM Plex Sans" pitchFamily="34" charset="0"/>
                <a:ea typeface="IBM Plex Sans" pitchFamily="34" charset="-122"/>
                <a:cs typeface="IBM Plex Sans" pitchFamily="34" charset="-120"/>
              </a:rPr>
              <a:t>68 %</a:t>
            </a:r>
            <a:endParaRPr lang="en-US" sz="1300" dirty="0"/>
          </a:p>
        </p:txBody>
      </p:sp>
      <p:sp>
        <p:nvSpPr>
          <p:cNvPr id="92" name="Text 90"/>
          <p:cNvSpPr/>
          <p:nvPr/>
        </p:nvSpPr>
        <p:spPr>
          <a:xfrm>
            <a:off x="8128000" y="4078684"/>
            <a:ext cx="11303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2F6B47"/>
                </a:solidFill>
                <a:latin typeface="IBM Plex Sans" pitchFamily="34" charset="0"/>
                <a:ea typeface="IBM Plex Sans" pitchFamily="34" charset="-122"/>
                <a:cs typeface="IBM Plex Sans" pitchFamily="34" charset="-120"/>
              </a:rPr>
              <a:t>14 %</a:t>
            </a:r>
            <a:endParaRPr lang="en-US" sz="1300" dirty="0"/>
          </a:p>
        </p:txBody>
      </p:sp>
      <p:sp>
        <p:nvSpPr>
          <p:cNvPr id="93" name="Text 91"/>
          <p:cNvSpPr/>
          <p:nvPr/>
        </p:nvSpPr>
        <p:spPr>
          <a:xfrm>
            <a:off x="9207500" y="4078684"/>
            <a:ext cx="11303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4B3D7A"/>
                </a:solidFill>
                <a:latin typeface="IBM Plex Sans" pitchFamily="34" charset="0"/>
                <a:ea typeface="IBM Plex Sans" pitchFamily="34" charset="-122"/>
                <a:cs typeface="IBM Plex Sans" pitchFamily="34" charset="-120"/>
              </a:rPr>
              <a:t>17 %</a:t>
            </a:r>
            <a:endParaRPr lang="en-US" sz="1300" dirty="0"/>
          </a:p>
        </p:txBody>
      </p:sp>
      <p:sp>
        <p:nvSpPr>
          <p:cNvPr id="94" name="Text 92"/>
          <p:cNvSpPr/>
          <p:nvPr/>
        </p:nvSpPr>
        <p:spPr>
          <a:xfrm>
            <a:off x="10363200" y="4078684"/>
            <a:ext cx="9398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B3261E"/>
                </a:solidFill>
                <a:latin typeface="IBM Plex Sans" pitchFamily="34" charset="0"/>
                <a:ea typeface="IBM Plex Sans" pitchFamily="34" charset="-122"/>
                <a:cs typeface="IBM Plex Sans" pitchFamily="34" charset="-120"/>
              </a:rPr>
              <a:t>1 %</a:t>
            </a:r>
            <a:endParaRPr lang="en-US" sz="1300" dirty="0"/>
          </a:p>
        </p:txBody>
      </p:sp>
      <p:sp>
        <p:nvSpPr>
          <p:cNvPr id="95" name="Shape 93"/>
          <p:cNvSpPr/>
          <p:nvPr/>
        </p:nvSpPr>
        <p:spPr>
          <a:xfrm>
            <a:off x="812800" y="4524375"/>
            <a:ext cx="177800" cy="177800"/>
          </a:xfrm>
          <a:prstGeom prst="roundRect">
            <a:avLst>
              <a:gd name="adj" fmla="val 21429"/>
            </a:avLst>
          </a:prstGeom>
          <a:solidFill>
            <a:srgbClr val="0B5638"/>
          </a:solidFill>
          <a:ln/>
        </p:spPr>
      </p:sp>
      <p:sp>
        <p:nvSpPr>
          <p:cNvPr id="96" name="Text 94"/>
          <p:cNvSpPr/>
          <p:nvPr/>
        </p:nvSpPr>
        <p:spPr>
          <a:xfrm>
            <a:off x="1054100" y="4506615"/>
            <a:ext cx="1225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Leyó la cámara</a:t>
            </a:r>
            <a:endParaRPr lang="en-US" sz="1200" dirty="0"/>
          </a:p>
        </p:txBody>
      </p:sp>
      <p:sp>
        <p:nvSpPr>
          <p:cNvPr id="97" name="Shape 95"/>
          <p:cNvSpPr/>
          <p:nvPr/>
        </p:nvSpPr>
        <p:spPr>
          <a:xfrm>
            <a:off x="2279650" y="4524375"/>
            <a:ext cx="177800" cy="177800"/>
          </a:xfrm>
          <a:prstGeom prst="roundRect">
            <a:avLst>
              <a:gd name="adj" fmla="val 21429"/>
            </a:avLst>
          </a:prstGeom>
          <a:solidFill>
            <a:srgbClr val="7FB894"/>
          </a:solidFill>
          <a:ln/>
        </p:spPr>
      </p:sp>
      <p:sp>
        <p:nvSpPr>
          <p:cNvPr id="98" name="Text 96"/>
          <p:cNvSpPr/>
          <p:nvPr/>
        </p:nvSpPr>
        <p:spPr>
          <a:xfrm>
            <a:off x="2520950" y="4506615"/>
            <a:ext cx="108906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Reconstruido</a:t>
            </a:r>
            <a:endParaRPr lang="en-US" sz="1200" dirty="0"/>
          </a:p>
        </p:txBody>
      </p:sp>
      <p:sp>
        <p:nvSpPr>
          <p:cNvPr id="99" name="Shape 97"/>
          <p:cNvSpPr/>
          <p:nvPr/>
        </p:nvSpPr>
        <p:spPr>
          <a:xfrm>
            <a:off x="3631704" y="4524375"/>
            <a:ext cx="177800" cy="177800"/>
          </a:xfrm>
          <a:prstGeom prst="roundRect">
            <a:avLst>
              <a:gd name="adj" fmla="val 21429"/>
            </a:avLst>
          </a:prstGeom>
          <a:solidFill>
            <a:srgbClr val="9C8FC4"/>
          </a:solidFill>
          <a:ln/>
        </p:spPr>
      </p:sp>
      <p:sp>
        <p:nvSpPr>
          <p:cNvPr id="100" name="Text 98"/>
          <p:cNvSpPr/>
          <p:nvPr/>
        </p:nvSpPr>
        <p:spPr>
          <a:xfrm>
            <a:off x="3873004" y="4506615"/>
            <a:ext cx="77926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Deducido</a:t>
            </a:r>
            <a:endParaRPr lang="en-US" sz="1200" dirty="0"/>
          </a:p>
        </p:txBody>
      </p:sp>
      <p:sp>
        <p:nvSpPr>
          <p:cNvPr id="101" name="Shape 99"/>
          <p:cNvSpPr/>
          <p:nvPr/>
        </p:nvSpPr>
        <p:spPr>
          <a:xfrm>
            <a:off x="4725591" y="4524375"/>
            <a:ext cx="177800" cy="177800"/>
          </a:xfrm>
          <a:prstGeom prst="roundRect">
            <a:avLst>
              <a:gd name="adj" fmla="val 21429"/>
            </a:avLst>
          </a:prstGeom>
          <a:solidFill>
            <a:srgbClr val="B3261E"/>
          </a:solidFill>
          <a:ln/>
        </p:spPr>
      </p:sp>
      <p:sp>
        <p:nvSpPr>
          <p:cNvPr id="102" name="Text 100"/>
          <p:cNvSpPr/>
          <p:nvPr/>
        </p:nvSpPr>
        <p:spPr>
          <a:xfrm>
            <a:off x="4966891" y="4506615"/>
            <a:ext cx="40326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Falta</a:t>
            </a:r>
            <a:endParaRPr lang="en-US" sz="1200" dirty="0"/>
          </a:p>
        </p:txBody>
      </p:sp>
      <p:pic>
        <p:nvPicPr>
          <p:cNvPr id="103" name="Image 0" descr="Nueva Vicentin Argentina">    </p:cNvPr>
          <p:cNvPicPr>
            <a:picLocks noChangeAspect="1"/>
          </p:cNvPicPr>
          <p:nvPr/>
        </p:nvPicPr>
        <p:blipFill>
          <a:blip r:embed="rId1"/>
          <a:srcRect l="-167" r="-167" t="0" b="0"/>
          <a:stretch/>
        </p:blipFill>
        <p:spPr>
          <a:xfrm>
            <a:off x="812800" y="6197600"/>
            <a:ext cx="571500" cy="304800"/>
          </a:xfrm>
          <a:prstGeom prst="rect">
            <a:avLst/>
          </a:prstGeom>
        </p:spPr>
      </p:pic>
      <p:pic>
        <p:nvPicPr>
          <p:cNvPr id="104" name="Image 1" descr="Bimtrazer">    </p:cNvPr>
          <p:cNvPicPr>
            <a:picLocks noChangeAspect="1"/>
          </p:cNvPicPr>
          <p:nvPr/>
        </p:nvPicPr>
        <p:blipFill>
          <a:blip r:embed="rId2"/>
          <a:srcRect l="0" r="0" t="-63" b="-63"/>
          <a:stretch/>
        </p:blipFill>
        <p:spPr>
          <a:xfrm>
            <a:off x="10731500" y="6197600"/>
            <a:ext cx="647700" cy="304800"/>
          </a:xfrm>
          <a:prstGeom prst="rect">
            <a:avLst/>
          </a:prstGeom>
        </p:spPr>
      </p:pic>
      <p:sp>
        <p:nvSpPr>
          <p:cNvPr id="105" name="Text 101"/>
          <p:cNvSpPr/>
          <p:nvPr/>
        </p:nvSpPr>
        <p:spPr>
          <a:xfrm>
            <a:off x="1517650" y="6235700"/>
            <a:ext cx="91567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Algoritmo por lote · pasos = camiones del lote que debían pasar por el nodo según su circuito · 5</a:t>
            </a:r>
            <a:endParaRPr lang="en-US" sz="1200" dirty="0"/>
          </a:p>
        </p:txBody>
      </p:sp>
    </p:spTree>
  </p:cSld>
  <p:clrMapOvr>
    <a:masterClrMapping/>
  </p:clrMapOvr>
</p:sld>
</file>

<file path=ppt/theme/theme1.xml><?xml version="1.0" encoding="utf-8"?>
<a:theme xmlns:a="http://schemas.openxmlformats.org/drawingml/2006/main" name="Reconocimiento de cámaras · 12 al 18 de octubre">
  <a:themeElements>
    <a:clrScheme name="Reconocimiento de cámaras · 12 al 18 de octubre">
      <a:dk1>
        <a:srgbClr val="14281E"/>
      </a:dk1>
      <a:lt1>
        <a:srgbClr val="F5F8F4"/>
      </a:lt1>
      <a:dk2>
        <a:srgbClr val="4C5C54"/>
      </a:dk2>
      <a:lt2>
        <a:srgbClr val="DFE3DF"/>
      </a:lt2>
      <a:accent1>
        <a:srgbClr val="0B5638"/>
      </a:accent1>
      <a:accent2>
        <a:srgbClr val="B3261E"/>
      </a:accent2>
      <a:accent3>
        <a:srgbClr val="8A5A00"/>
      </a:accent3>
      <a:accent4>
        <a:srgbClr val="7FB894"/>
      </a:accent4>
      <a:accent5>
        <a:srgbClr val="9C8FC4"/>
      </a:accent5>
      <a:accent6>
        <a:srgbClr val="4B3D7A"/>
      </a:accent6>
      <a:hlink>
        <a:srgbClr val="0563C1"/>
      </a:hlink>
      <a:folHlink>
        <a:srgbClr val="954F72"/>
      </a:folHlink>
    </a:clrScheme>
    <a:fontScheme name="Reconocimiento de cámaras · 12 al 18 de octubre">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Reconocimiento de cámaras · 12 al 18 de octubre</dc:title>
  <dc:subject/>
  <dc:creator/>
  <cp:lastModifiedBy/>
  <cp:revision>1</cp:revision>
  <dcterms:created xsi:type="dcterms:W3CDTF">2026-10-19T18:56:58Z</dcterms:created>
  <dcterms:modified xsi:type="dcterms:W3CDTF">2026-10-19T18:56:58Z</dcterms:modified>
</cp:coreProperties>
</file>