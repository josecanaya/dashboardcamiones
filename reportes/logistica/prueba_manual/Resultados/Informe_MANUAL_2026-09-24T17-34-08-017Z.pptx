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1002.xml" ContentType="application/vnd.openxmlformats-officedocument.drawingml.chart+xml"/>
  <Override PartName="/ppt/charts/chart1003.xml" ContentType="application/vnd.openxmlformats-officedocument.drawingml.chart+xml"/>
  <Override PartName="/ppt/charts/chart1004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0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  <Override PartName="/ppt/charts/chart1034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00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1002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1003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_rels/chart1004.xml.rels><Relationships xmlns="http://schemas.openxmlformats.org/package/2006/relationships"><Relationship Id="rIdChartSnapshot1" Type="http://schemas.openxmlformats.org/officeDocument/2006/relationships/package" Target="../embeddings/chart-data-snapshot-004.xlsx"/></Relationships>
</file>

<file path=ppt/charts/_rels/chart1005.xml.rels><Relationships xmlns="http://schemas.openxmlformats.org/package/2006/relationships"><Relationship Id="rIdChartSnapshot1" Type="http://schemas.openxmlformats.org/officeDocument/2006/relationships/package" Target="../embeddings/chart-data-snapshot-005.xlsx"/></Relationships>
</file>

<file path=ppt/charts/_rels/chart1006.xml.rels><Relationships xmlns="http://schemas.openxmlformats.org/package/2006/relationships"><Relationship Id="rIdChartSnapshot1" Type="http://schemas.openxmlformats.org/officeDocument/2006/relationships/package" Target="../embeddings/chart-data-snapshot-006.xlsx"/></Relationships>
</file>

<file path=ppt/charts/_rels/chart1007.xml.rels><Relationships xmlns="http://schemas.openxmlformats.org/package/2006/relationships"><Relationship Id="rIdChartSnapshot1" Type="http://schemas.openxmlformats.org/officeDocument/2006/relationships/package" Target="../embeddings/chart-data-snapshot-007.xlsx"/></Relationships>
</file>

<file path=ppt/charts/_rels/chart1010.xml.rels><Relationships xmlns="http://schemas.openxmlformats.org/package/2006/relationships"><Relationship Id="rIdChartSnapshot1" Type="http://schemas.openxmlformats.org/officeDocument/2006/relationships/package" Target="../embeddings/chart-data-snapshot-008.xlsx"/></Relationships>
</file>

<file path=ppt/charts/_rels/chart1011.xml.rels><Relationships xmlns="http://schemas.openxmlformats.org/package/2006/relationships"><Relationship Id="rIdChartSnapshot1" Type="http://schemas.openxmlformats.org/officeDocument/2006/relationships/package" Target="../embeddings/chart-data-snapshot-009.xlsx"/></Relationships>
</file>

<file path=ppt/charts/_rels/chart1012.xml.rels><Relationships xmlns="http://schemas.openxmlformats.org/package/2006/relationships"><Relationship Id="rIdChartSnapshot1" Type="http://schemas.openxmlformats.org/officeDocument/2006/relationships/package" Target="../embeddings/chart-data-snapshot-010.xlsx"/></Relationships>
</file>

<file path=ppt/charts/_rels/chart1013.xml.rels><Relationships xmlns="http://schemas.openxmlformats.org/package/2006/relationships"><Relationship Id="rIdChartSnapshot1" Type="http://schemas.openxmlformats.org/officeDocument/2006/relationships/package" Target="../embeddings/chart-data-snapshot-011.xlsx"/></Relationships>
</file>

<file path=ppt/charts/_rels/chart1014.xml.rels><Relationships xmlns="http://schemas.openxmlformats.org/package/2006/relationships"><Relationship Id="rIdChartSnapshot1" Type="http://schemas.openxmlformats.org/officeDocument/2006/relationships/package" Target="../embeddings/chart-data-snapshot-012.xlsx"/></Relationships>
</file>

<file path=ppt/charts/_rels/chart1015.xml.rels><Relationships xmlns="http://schemas.openxmlformats.org/package/2006/relationships"><Relationship Id="rIdChartSnapshot1" Type="http://schemas.openxmlformats.org/officeDocument/2006/relationships/package" Target="../embeddings/chart-data-snapshot-013.xlsx"/></Relationships>
</file>

<file path=ppt/charts/_rels/chart1016.xml.rels><Relationships xmlns="http://schemas.openxmlformats.org/package/2006/relationships"><Relationship Id="rIdChartSnapshot1" Type="http://schemas.openxmlformats.org/officeDocument/2006/relationships/package" Target="../embeddings/chart-data-snapshot-014.xlsx"/></Relationships>
</file>

<file path=ppt/charts/_rels/chart1017.xml.rels><Relationships xmlns="http://schemas.openxmlformats.org/package/2006/relationships"><Relationship Id="rIdChartSnapshot1" Type="http://schemas.openxmlformats.org/officeDocument/2006/relationships/package" Target="../embeddings/chart-data-snapshot-015.xlsx"/></Relationships>
</file>

<file path=ppt/charts/_rels/chart1018.xml.rels><Relationships xmlns="http://schemas.openxmlformats.org/package/2006/relationships"><Relationship Id="rIdChartSnapshot1" Type="http://schemas.openxmlformats.org/officeDocument/2006/relationships/package" Target="../embeddings/chart-data-snapshot-016.xlsx"/></Relationships>
</file>

<file path=ppt/charts/_rels/chart1019.xml.rels><Relationships xmlns="http://schemas.openxmlformats.org/package/2006/relationships"><Relationship Id="rIdChartSnapshot1" Type="http://schemas.openxmlformats.org/officeDocument/2006/relationships/package" Target="../embeddings/chart-data-snapshot-017.xlsx"/></Relationships>
</file>

<file path=ppt/charts/_rels/chart1020.xml.rels><Relationships xmlns="http://schemas.openxmlformats.org/package/2006/relationships"><Relationship Id="rIdChartSnapshot1" Type="http://schemas.openxmlformats.org/officeDocument/2006/relationships/package" Target="../embeddings/chart-data-snapshot-018.xlsx"/></Relationships>
</file>

<file path=ppt/charts/_rels/chart1021.xml.rels><Relationships xmlns="http://schemas.openxmlformats.org/package/2006/relationships"><Relationship Id="rIdChartSnapshot1" Type="http://schemas.openxmlformats.org/officeDocument/2006/relationships/package" Target="../embeddings/chart-data-snapshot-019.xlsx"/></Relationships>
</file>

<file path=ppt/charts/_rels/chart1022.xml.rels><Relationships xmlns="http://schemas.openxmlformats.org/package/2006/relationships"><Relationship Id="rIdChartSnapshot1" Type="http://schemas.openxmlformats.org/officeDocument/2006/relationships/package" Target="../embeddings/chart-data-snapshot-020.xlsx"/></Relationships>
</file>

<file path=ppt/charts/_rels/chart1023.xml.rels><Relationships xmlns="http://schemas.openxmlformats.org/package/2006/relationships"><Relationship Id="rIdChartSnapshot1" Type="http://schemas.openxmlformats.org/officeDocument/2006/relationships/package" Target="../embeddings/chart-data-snapshot-021.xlsx"/></Relationships>
</file>

<file path=ppt/charts/_rels/chart1024.xml.rels><Relationships xmlns="http://schemas.openxmlformats.org/package/2006/relationships"><Relationship Id="rIdChartSnapshot1" Type="http://schemas.openxmlformats.org/officeDocument/2006/relationships/package" Target="../embeddings/chart-data-snapshot-022.xlsx"/></Relationships>
</file>

<file path=ppt/charts/_rels/chart1025.xml.rels><Relationships xmlns="http://schemas.openxmlformats.org/package/2006/relationships"><Relationship Id="rIdChartSnapshot1" Type="http://schemas.openxmlformats.org/officeDocument/2006/relationships/package" Target="../embeddings/chart-data-snapshot-023.xlsx"/></Relationships>
</file>

<file path=ppt/charts/_rels/chart1026.xml.rels><Relationships xmlns="http://schemas.openxmlformats.org/package/2006/relationships"><Relationship Id="rIdChartSnapshot1" Type="http://schemas.openxmlformats.org/officeDocument/2006/relationships/package" Target="../embeddings/chart-data-snapshot-024.xlsx"/></Relationships>
</file>

<file path=ppt/charts/_rels/chart1027.xml.rels><Relationships xmlns="http://schemas.openxmlformats.org/package/2006/relationships"><Relationship Id="rIdChartSnapshot1" Type="http://schemas.openxmlformats.org/officeDocument/2006/relationships/package" Target="../embeddings/chart-data-snapshot-025.xlsx"/></Relationships>
</file>

<file path=ppt/charts/_rels/chart1028.xml.rels><Relationships xmlns="http://schemas.openxmlformats.org/package/2006/relationships"><Relationship Id="rIdChartSnapshot1" Type="http://schemas.openxmlformats.org/officeDocument/2006/relationships/package" Target="../embeddings/chart-data-snapshot-026.xlsx"/></Relationships>
</file>

<file path=ppt/charts/_rels/chart1029.xml.rels><Relationships xmlns="http://schemas.openxmlformats.org/package/2006/relationships"><Relationship Id="rIdChartSnapshot1" Type="http://schemas.openxmlformats.org/officeDocument/2006/relationships/package" Target="../embeddings/chart-data-snapshot-027.xlsx"/></Relationships>
</file>

<file path=ppt/charts/_rels/chart1030.xml.rels><Relationships xmlns="http://schemas.openxmlformats.org/package/2006/relationships"><Relationship Id="rIdChartSnapshot1" Type="http://schemas.openxmlformats.org/officeDocument/2006/relationships/package" Target="../embeddings/chart-data-snapshot-028.xlsx"/></Relationships>
</file>

<file path=ppt/charts/_rels/chart1031.xml.rels><Relationships xmlns="http://schemas.openxmlformats.org/package/2006/relationships"><Relationship Id="rIdChartSnapshot1" Type="http://schemas.openxmlformats.org/officeDocument/2006/relationships/package" Target="../embeddings/chart-data-snapshot-029.xlsx"/></Relationships>
</file>

<file path=ppt/charts/_rels/chart1032.xml.rels><Relationships xmlns="http://schemas.openxmlformats.org/package/2006/relationships"><Relationship Id="rIdChartSnapshot1" Type="http://schemas.openxmlformats.org/officeDocument/2006/relationships/package" Target="../embeddings/chart-data-snapshot-030.xlsx"/></Relationships>
</file>

<file path=ppt/charts/_rels/chart1033.xml.rels><Relationships xmlns="http://schemas.openxmlformats.org/package/2006/relationships"><Relationship Id="rIdChartSnapshot1" Type="http://schemas.openxmlformats.org/officeDocument/2006/relationships/package" Target="../embeddings/chart-data-snapshot-031.xlsx"/></Relationships>
</file>

<file path=ppt/charts/_rels/chart1034.xml.rels><Relationships xmlns="http://schemas.openxmlformats.org/package/2006/relationships"><Relationship Id="rIdChartSnapshot1" Type="http://schemas.openxmlformats.org/officeDocument/2006/relationships/package" Target="../embeddings/chart-data-snapshot-03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Data'!$A$2:$A$2</c:f>
              <c:strCache>
                <c:ptCount val="1"/>
                <c:pt idx="0">
                  <c:v>R7 Terminal de embarque</c:v>
                </c:pt>
              </c:strCache>
            </c:strRef>
          </c:cat>
          <c:val>
            <c:numRef>
              <c:f>'Chart Data'!$B$2:$B$2</c:f>
              <c:numCache>
                <c:formatCode>0</c:formatCode>
                <c:ptCount val="1"/>
                <c:pt idx="0">
                  <c:v>1122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138.8</c:v>
                </c:pt>
                <c:pt idx="1">
                  <c:v>92.7</c:v>
                </c:pt>
                <c:pt idx="2">
                  <c:v>87.4</c:v>
                </c:pt>
                <c:pt idx="3">
                  <c:v>70</c:v>
                </c:pt>
                <c:pt idx="4">
                  <c:v>84.3</c:v>
                </c:pt>
                <c:pt idx="5">
                  <c:v>75.5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192</c:v>
                </c:pt>
                <c:pt idx="1">
                  <c:v>66.2</c:v>
                </c:pt>
                <c:pt idx="2">
                  <c:v>94.5</c:v>
                </c:pt>
                <c:pt idx="3">
                  <c:v>79.5</c:v>
                </c:pt>
                <c:pt idx="4">
                  <c:v>44.7</c:v>
                </c:pt>
                <c:pt idx="5">
                  <c:v>53.8</c:v>
                </c:pt>
                <c:pt idx="6">
                  <c:v>0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Volumen por cuarto de turno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Q1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131</c:v>
                </c:pt>
                <c:pt idx="1">
                  <c:v>129</c:v>
                </c:pt>
                <c:pt idx="2">
                  <c:v>83</c:v>
                </c:pt>
                <c:pt idx="3">
                  <c:v>28</c:v>
                </c:pt>
                <c:pt idx="4">
                  <c:v>31</c:v>
                </c:pt>
                <c:pt idx="5">
                  <c:v>38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v>Q2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91</c:v>
                </c:pt>
                <c:pt idx="1">
                  <c:v>65</c:v>
                </c:pt>
                <c:pt idx="2">
                  <c:v>27</c:v>
                </c:pt>
                <c:pt idx="3">
                  <c:v>17</c:v>
                </c:pt>
                <c:pt idx="4">
                  <c:v>39</c:v>
                </c:pt>
                <c:pt idx="5">
                  <c:v>20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v>Q3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cat>
            <c:strRef>
              <c:f>'Chart Data'!$E$2:$E$8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Data'!$F$2:$F$8</c:f>
              <c:numCache>
                <c:formatCode>0</c:formatCode>
                <c:ptCount val="7"/>
                <c:pt idx="0">
                  <c:v>92</c:v>
                </c:pt>
                <c:pt idx="1">
                  <c:v>86</c:v>
                </c:pt>
                <c:pt idx="2">
                  <c:v>32</c:v>
                </c:pt>
                <c:pt idx="3">
                  <c:v>23</c:v>
                </c:pt>
                <c:pt idx="4">
                  <c:v>26</c:v>
                </c:pt>
                <c:pt idx="5">
                  <c:v>14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v>Q4</c:v>
          </c:tx>
          <c:spPr>
            <a:solidFill>
              <a:srgbClr val="A95C3F"/>
            </a:solidFill>
            <a:ln w="19050">
              <a:solidFill>
                <a:srgbClr val="A95C3F"/>
              </a:solidFill>
            </a:ln>
          </c:spPr>
          <c:cat>
            <c:strRef>
              <c:f>'Chart Data'!$G$2:$G$8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Data'!$H$2:$H$8</c:f>
              <c:numCache>
                <c:formatCode>0</c:formatCode>
                <c:ptCount val="7"/>
                <c:pt idx="0">
                  <c:v>62</c:v>
                </c:pt>
                <c:pt idx="1">
                  <c:v>63</c:v>
                </c:pt>
                <c:pt idx="2">
                  <c:v>32</c:v>
                </c:pt>
                <c:pt idx="3">
                  <c:v>35</c:v>
                </c:pt>
                <c:pt idx="4">
                  <c:v>34</c:v>
                </c:pt>
                <c:pt idx="5">
                  <c:v>20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 medio diario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372.3</c:v>
                </c:pt>
                <c:pt idx="1">
                  <c:v>359.8</c:v>
                </c:pt>
                <c:pt idx="2">
                  <c:v>226.5</c:v>
                </c:pt>
                <c:pt idx="3">
                  <c:v>232.2</c:v>
                </c:pt>
                <c:pt idx="4">
                  <c:v>225.8</c:v>
                </c:pt>
                <c:pt idx="5">
                  <c:v>261</c:v>
                </c:pt>
                <c:pt idx="6">
                  <c:v>0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Ref>
              <c:f>'Chart Data'!$E$2:$E$15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Data'!$F$2:$F$15</c:f>
              <c:numCache>
                <c:formatCode>0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Lunes</c:v>
                </c:pt>
                <c:pt idx="1">
                  <c:v>Martes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16</c:v>
                </c:pt>
                <c:pt idx="1">
                  <c:v>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R5 Volcable 1</c:v>
                </c:pt>
                <c:pt idx="1">
                  <c:v>R6 Volcable 2</c:v>
                </c:pt>
                <c:pt idx="2">
                  <c:v>R4 Silos Kepler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217</c:v>
                </c:pt>
                <c:pt idx="1">
                  <c:v>16</c:v>
                </c:pt>
                <c:pt idx="2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255</c:v>
                </c:pt>
                <c:pt idx="1">
                  <c:v>242</c:v>
                </c:pt>
                <c:pt idx="2">
                  <c:v>537</c:v>
                </c:pt>
                <c:pt idx="3">
                  <c:v>544</c:v>
                </c:pt>
                <c:pt idx="4">
                  <c:v>23</c:v>
                </c:pt>
                <c:pt idx="5">
                  <c:v>29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138</c:v>
                </c:pt>
                <c:pt idx="1">
                  <c:v>146</c:v>
                </c:pt>
                <c:pt idx="2">
                  <c:v>91</c:v>
                </c:pt>
                <c:pt idx="3">
                  <c:v>91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32</c:v>
                </c:pt>
                <c:pt idx="1">
                  <c:v>33</c:v>
                </c:pt>
                <c:pt idx="2">
                  <c:v>161</c:v>
                </c:pt>
                <c:pt idx="3">
                  <c:v>168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39</c:v>
                </c:pt>
                <c:pt idx="1">
                  <c:v>36</c:v>
                </c:pt>
                <c:pt idx="2">
                  <c:v>52</c:v>
                </c:pt>
                <c:pt idx="3">
                  <c:v>51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46</c:v>
                </c:pt>
                <c:pt idx="3">
                  <c:v>53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46</c:v>
                </c:pt>
                <c:pt idx="1">
                  <c:v>26</c:v>
                </c:pt>
                <c:pt idx="2">
                  <c:v>77</c:v>
                </c:pt>
                <c:pt idx="3">
                  <c:v>68</c:v>
                </c:pt>
                <c:pt idx="4">
                  <c:v>22</c:v>
                </c:pt>
                <c:pt idx="5">
                  <c:v>19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1</c:v>
                </c:pt>
                <c:pt idx="2">
                  <c:v>110</c:v>
                </c:pt>
                <c:pt idx="3">
                  <c:v>115</c:v>
                </c:pt>
                <c:pt idx="4">
                  <c:v>0</c:v>
                </c:pt>
                <c:pt idx="5">
                  <c:v>10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36</c:v>
                </c:pt>
                <c:pt idx="1">
                  <c:v>12</c:v>
                </c:pt>
                <c:pt idx="2">
                  <c:v>0</c:v>
                </c:pt>
                <c:pt idx="3">
                  <c:v>0</c:v>
                </c:pt>
                <c:pt idx="4">
                  <c:v>112</c:v>
                </c:pt>
                <c:pt idx="5">
                  <c:v>104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49</c:v>
                </c:pt>
                <c:pt idx="1">
                  <c:v>39</c:v>
                </c:pt>
                <c:pt idx="2">
                  <c:v>16</c:v>
                </c:pt>
                <c:pt idx="3">
                  <c:v>4</c:v>
                </c:pt>
                <c:pt idx="4">
                  <c:v>62</c:v>
                </c:pt>
                <c:pt idx="5">
                  <c:v>35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Volcable 1</c:v>
                </c:pt>
                <c:pt idx="1">
                  <c:v>Volcable 2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254</c:v>
                </c:pt>
                <c:pt idx="1">
                  <c:v>53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68</c:v>
                </c:pt>
                <c:pt idx="1">
                  <c:v>60</c:v>
                </c:pt>
                <c:pt idx="2">
                  <c:v>41</c:v>
                </c:pt>
                <c:pt idx="3">
                  <c:v>14</c:v>
                </c:pt>
                <c:pt idx="4">
                  <c:v>56</c:v>
                </c:pt>
                <c:pt idx="5">
                  <c:v>25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12</c:v>
                </c:pt>
                <c:pt idx="1">
                  <c:v>7</c:v>
                </c:pt>
                <c:pt idx="2">
                  <c:v>17</c:v>
                </c:pt>
                <c:pt idx="3">
                  <c:v>8</c:v>
                </c:pt>
                <c:pt idx="4">
                  <c:v>8</c:v>
                </c:pt>
                <c:pt idx="5">
                  <c:v>14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3</c:v>
                </c:pt>
                <c:pt idx="1">
                  <c:v>4</c:v>
                </c:pt>
                <c:pt idx="2">
                  <c:v>7</c:v>
                </c:pt>
                <c:pt idx="3">
                  <c:v>13</c:v>
                </c:pt>
                <c:pt idx="4">
                  <c:v>99</c:v>
                </c:pt>
                <c:pt idx="5">
                  <c:v>103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400</c:v>
                </c:pt>
                <c:pt idx="1">
                  <c:v>325</c:v>
                </c:pt>
                <c:pt idx="2">
                  <c:v>185</c:v>
                </c:pt>
                <c:pt idx="3">
                  <c:v>97</c:v>
                </c:pt>
                <c:pt idx="4">
                  <c:v>126</c:v>
                </c:pt>
                <c:pt idx="5">
                  <c:v>109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31</c:v>
                </c:pt>
                <c:pt idx="1">
                  <c:v>175</c:v>
                </c:pt>
                <c:pt idx="2">
                  <c:v>233</c:v>
                </c:pt>
                <c:pt idx="3">
                  <c:v>235</c:v>
                </c:pt>
                <c:pt idx="4">
                  <c:v>568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138</c:v>
                </c:pt>
                <c:pt idx="3">
                  <c:v>129</c:v>
                </c:pt>
                <c:pt idx="4">
                  <c:v>133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30</c:v>
                </c:pt>
                <c:pt idx="1">
                  <c:v>39</c:v>
                </c:pt>
                <c:pt idx="2">
                  <c:v>78</c:v>
                </c:pt>
                <c:pt idx="3">
                  <c:v>80</c:v>
                </c:pt>
                <c:pt idx="4">
                  <c:v>98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</c:v>
                </c:pt>
                <c:pt idx="1">
                  <c:v>43</c:v>
                </c:pt>
                <c:pt idx="2">
                  <c:v>0</c:v>
                </c:pt>
                <c:pt idx="3">
                  <c:v>26</c:v>
                </c:pt>
                <c:pt idx="4">
                  <c:v>115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15</c:v>
                </c:pt>
                <c:pt idx="3">
                  <c:v>0</c:v>
                </c:pt>
                <c:pt idx="4">
                  <c:v>82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44</c:v>
                </c:pt>
                <c:pt idx="2">
                  <c:v>0</c:v>
                </c:pt>
                <c:pt idx="3">
                  <c:v>0</c:v>
                </c:pt>
                <c:pt idx="4">
                  <c:v>82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49</c:v>
                </c:pt>
                <c:pt idx="2">
                  <c:v>2</c:v>
                </c:pt>
                <c:pt idx="3">
                  <c:v>0</c:v>
                </c:pt>
                <c:pt idx="4">
                  <c:v>58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Manual1002" Type="http://schemas.openxmlformats.org/officeDocument/2006/relationships/chart" Target="../charts/chart100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Manual1003" Type="http://schemas.openxmlformats.org/officeDocument/2006/relationships/chart" Target="../charts/chart1003.xml"/><Relationship Id="rIdManual1004" Type="http://schemas.openxmlformats.org/officeDocument/2006/relationships/chart" Target="../charts/chart100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Relationship Id="rIdManual1020" Type="http://schemas.openxmlformats.org/officeDocument/2006/relationships/chart" Target="../charts/chart10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34" Type="http://schemas.openxmlformats.org/officeDocument/2006/relationships/chart" Target="../charts/chart103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17/09 al 22/09/2026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17/09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22/09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6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1.721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recorridos de cámara clasificados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1.304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234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159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24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123</a:t>
            </a: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131</a:t>
            </a: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</a:t>
            </a: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372 Min</a:t>
            </a: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131 camiones</a:t>
            </a: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91 camiones</a:t>
            </a: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camiones</a:t>
            </a: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62 camiones</a:t>
            </a: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376</a:t>
            </a: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17/09</a:t>
            </a: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12 m)</a:t>
            </a: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min</a:t>
            </a: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192 min</a:t>
            </a: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12 m)</a:t>
            </a: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17/09</a:t>
            </a: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77</a:t>
            </a: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360 Min</a:t>
            </a: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18/09</a:t>
            </a: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129 camiones</a:t>
            </a: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65 camiones</a:t>
            </a: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86 camiones</a:t>
            </a: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63 camiones</a:t>
            </a: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343</a:t>
            </a: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hs)</a:t>
            </a: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93 min</a:t>
            </a: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66 min</a:t>
            </a: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33 m)</a:t>
            </a: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6 m)</a:t>
            </a: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18/09</a:t>
            </a: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77</a:t>
            </a: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226 Min</a:t>
            </a: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19/09</a:t>
            </a: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camiones</a:t>
            </a: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camiones</a:t>
            </a: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32 camiones</a:t>
            </a: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32 camiones</a:t>
            </a: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174</a:t>
            </a: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87 min</a:t>
            </a: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94 min</a:t>
            </a: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27 m)</a:t>
            </a: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34 m)</a:t>
            </a: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46 m)</a:t>
            </a: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19/09</a:t>
            </a: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55</a:t>
            </a: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232 Min</a:t>
            </a: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20/09</a:t>
            </a: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28 camiones</a:t>
            </a: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 camiones</a:t>
            </a: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camiones</a:t>
            </a: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35 camiones</a:t>
            </a: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70 min</a:t>
            </a: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80 min</a:t>
            </a: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10 m)</a:t>
            </a: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20 m)</a:t>
            </a: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52 m)</a:t>
            </a: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20/09</a:t>
            </a: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226 Min</a:t>
            </a: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31 camiones</a:t>
            </a: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camiones</a:t>
            </a: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26 camiones</a:t>
            </a: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34 camiones</a:t>
            </a: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21/09</a:t>
            </a: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 min</a:t>
            </a: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 min</a:t>
            </a: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24 m)</a:t>
            </a: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(0 hs 45 m)</a:t>
            </a: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46 m)</a:t>
            </a: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21/09</a:t>
            </a: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61</a:t>
            </a: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261 Min</a:t>
            </a: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22/09</a:t>
            </a: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38 camiones</a:t>
            </a: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 camiones</a:t>
            </a: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14 camiones</a:t>
            </a: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 camiones</a:t>
            </a: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92</a:t>
            </a: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75 min</a:t>
            </a: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 min</a:t>
            </a: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15 m)</a:t>
            </a: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(0 hs 54 m)</a:t>
            </a: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21 m)</a:t>
            </a: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22/09</a:t>
            </a: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graphicFrame>
        <p:nvGraphicFramePr>
          <p:cNvPr id="701" name="D15_G1"/>
          <p:cNvGraphicFramePr/>
          <p:nvPr/>
        </p:nvGraphicFramePr>
        <p:xfrm>
          <a:off x="1281763" y="741174"/>
          <a:ext cx="6801876" cy="4205827"/>
        </p:xfrm>
        <a:graphic>
          <a:graphicData uri="http://schemas.openxmlformats.org/drawingml/2006/chart">
            <c:chart r:id="rIdManual100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  <p:graphicFrame>
        <p:nvGraphicFramePr>
          <p:cNvPr id="707" name="D16_G1"/>
          <p:cNvGraphicFramePr/>
          <p:nvPr/>
        </p:nvGraphicFramePr>
        <p:xfrm>
          <a:off x="1881750" y="2955400"/>
          <a:ext cx="5448501" cy="2110300"/>
        </p:xfrm>
        <a:graphic>
          <a:graphicData uri="http://schemas.openxmlformats.org/drawingml/2006/chart">
            <c:chart r:id="rIdManual1003"/>
          </a:graphicData>
        </a:graphic>
      </p:graphicFrame>
      <p:graphicFrame>
        <p:nvGraphicFramePr>
          <p:cNvPr id="708" name="D16_G2"/>
          <p:cNvGraphicFramePr/>
          <p:nvPr/>
        </p:nvGraphicFramePr>
        <p:xfrm>
          <a:off x="2025814" y="597150"/>
          <a:ext cx="5152173" cy="2322835"/>
        </p:xfrm>
        <a:graphic>
          <a:graphicData uri="http://schemas.openxmlformats.org/drawingml/2006/chart">
            <c:chart r:id="rIdManual100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17/09 14h</a:t>
            </a: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1615</a:t>
            </a: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14.1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116 horas con actividad</a:t>
            </a: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graphicFrame>
        <p:nvGraphicFramePr>
          <p:cNvPr id="1495" name="D48_G1"/>
          <p:cNvGraphicFramePr/>
          <p:nvPr/>
        </p:nvGraphicFramePr>
        <p:xfrm>
          <a:off x="1171063" y="829924"/>
          <a:ext cx="6801876" cy="4205827"/>
        </p:xfrm>
        <a:graphic>
          <a:graphicData uri="http://schemas.openxmlformats.org/drawingml/2006/chart">
            <c:chart r:id="rIdManual1020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21/09 08h</a:t>
            </a: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</a:t>
            </a: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5.1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56 horas con actividad</a:t>
            </a: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21/09 10h</a:t>
            </a: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204</a:t>
            </a: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2.9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86 horas con actividad</a:t>
            </a: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138 horas con actividad</a:t>
            </a: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298</a:t>
            </a: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3.8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131 horas con actividad</a:t>
            </a: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215</a:t>
            </a: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207</a:t>
            </a: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9.8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127 horas con actividad</a:t>
            </a: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1242</a:t>
            </a: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graphicFrame>
        <p:nvGraphicFramePr>
          <p:cNvPr id="1880" name="D71_G1"/>
          <p:cNvGraphicFramePr/>
          <p:nvPr/>
        </p:nvGraphicFramePr>
        <p:xfrm>
          <a:off x="1547273" y="728925"/>
          <a:ext cx="6296400" cy="3893276"/>
        </p:xfrm>
        <a:graphic>
          <a:graphicData uri="http://schemas.openxmlformats.org/drawingml/2006/chart">
            <c:chart r:id="rIdManual103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