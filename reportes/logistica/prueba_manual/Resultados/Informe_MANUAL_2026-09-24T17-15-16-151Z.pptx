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1.xml" ContentType="application/vnd.openxmlformats-officedocument.drawingml.chart+xml"/>
  <Override PartName="/ppt/charts/chart1002.xml" ContentType="application/vnd.openxmlformats-officedocument.drawingml.chart+xml"/>
  <Override PartName="/ppt/charts/chart1003.xml" ContentType="application/vnd.openxmlformats-officedocument.drawingml.chart+xml"/>
  <Override PartName="/ppt/charts/chart1004.xml" ContentType="application/vnd.openxmlformats-officedocument.drawingml.chart+xml"/>
  <Override PartName="/ppt/charts/chart1005.xml" ContentType="application/vnd.openxmlformats-officedocument.drawingml.chart+xml"/>
  <Override PartName="/ppt/charts/chart1006.xml" ContentType="application/vnd.openxmlformats-officedocument.drawingml.chart+xml"/>
  <Override PartName="/ppt/charts/chart1007.xml" ContentType="application/vnd.openxmlformats-officedocument.drawingml.chart+xml"/>
  <Override PartName="/ppt/charts/chart1010.xml" ContentType="application/vnd.openxmlformats-officedocument.drawingml.chart+xml"/>
  <Override PartName="/ppt/charts/chart1011.xml" ContentType="application/vnd.openxmlformats-officedocument.drawingml.chart+xml"/>
  <Override PartName="/ppt/charts/chart1012.xml" ContentType="application/vnd.openxmlformats-officedocument.drawingml.chart+xml"/>
  <Override PartName="/ppt/charts/chart1013.xml" ContentType="application/vnd.openxmlformats-officedocument.drawingml.chart+xml"/>
  <Override PartName="/ppt/charts/chart1014.xml" ContentType="application/vnd.openxmlformats-officedocument.drawingml.chart+xml"/>
  <Override PartName="/ppt/charts/chart1015.xml" ContentType="application/vnd.openxmlformats-officedocument.drawingml.chart+xml"/>
  <Override PartName="/ppt/charts/chart1016.xml" ContentType="application/vnd.openxmlformats-officedocument.drawingml.chart+xml"/>
  <Override PartName="/ppt/charts/chart1017.xml" ContentType="application/vnd.openxmlformats-officedocument.drawingml.chart+xml"/>
  <Override PartName="/ppt/charts/chart1018.xml" ContentType="application/vnd.openxmlformats-officedocument.drawingml.chart+xml"/>
  <Override PartName="/ppt/charts/chart1019.xml" ContentType="application/vnd.openxmlformats-officedocument.drawingml.chart+xml"/>
  <Override PartName="/ppt/charts/chart1020.xml" ContentType="application/vnd.openxmlformats-officedocument.drawingml.chart+xml"/>
  <Override PartName="/ppt/charts/chart1021.xml" ContentType="application/vnd.openxmlformats-officedocument.drawingml.chart+xml"/>
  <Override PartName="/ppt/charts/chart1022.xml" ContentType="application/vnd.openxmlformats-officedocument.drawingml.chart+xml"/>
  <Override PartName="/ppt/charts/chart1023.xml" ContentType="application/vnd.openxmlformats-officedocument.drawingml.chart+xml"/>
  <Override PartName="/ppt/charts/chart1024.xml" ContentType="application/vnd.openxmlformats-officedocument.drawingml.chart+xml"/>
  <Override PartName="/ppt/charts/chart1025.xml" ContentType="application/vnd.openxmlformats-officedocument.drawingml.chart+xml"/>
  <Override PartName="/ppt/charts/chart1026.xml" ContentType="application/vnd.openxmlformats-officedocument.drawingml.chart+xml"/>
  <Override PartName="/ppt/charts/chart1027.xml" ContentType="application/vnd.openxmlformats-officedocument.drawingml.chart+xml"/>
  <Override PartName="/ppt/charts/chart1028.xml" ContentType="application/vnd.openxmlformats-officedocument.drawingml.chart+xml"/>
  <Override PartName="/ppt/charts/chart1029.xml" ContentType="application/vnd.openxmlformats-officedocument.drawingml.chart+xml"/>
  <Override PartName="/ppt/charts/chart1030.xml" ContentType="application/vnd.openxmlformats-officedocument.drawingml.chart+xml"/>
  <Override PartName="/ppt/charts/chart1031.xml" ContentType="application/vnd.openxmlformats-officedocument.drawingml.chart+xml"/>
  <Override PartName="/ppt/charts/chart1032.xml" ContentType="application/vnd.openxmlformats-officedocument.drawingml.chart+xml"/>
  <Override PartName="/ppt/charts/chart1033.xml" ContentType="application/vnd.openxmlformats-officedocument.drawingml.chart+xml"/>
  <Override PartName="/ppt/charts/chart1034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00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_rels/chart1002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1003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_rels/chart1004.xml.rels><Relationships xmlns="http://schemas.openxmlformats.org/package/2006/relationships"><Relationship Id="rIdChartSnapshot1" Type="http://schemas.openxmlformats.org/officeDocument/2006/relationships/package" Target="../embeddings/chart-data-snapshot-004.xlsx"/></Relationships>
</file>

<file path=ppt/charts/_rels/chart1005.xml.rels><Relationships xmlns="http://schemas.openxmlformats.org/package/2006/relationships"><Relationship Id="rIdChartSnapshot1" Type="http://schemas.openxmlformats.org/officeDocument/2006/relationships/package" Target="../embeddings/chart-data-snapshot-005.xlsx"/></Relationships>
</file>

<file path=ppt/charts/_rels/chart1006.xml.rels><Relationships xmlns="http://schemas.openxmlformats.org/package/2006/relationships"><Relationship Id="rIdChartSnapshot1" Type="http://schemas.openxmlformats.org/officeDocument/2006/relationships/package" Target="../embeddings/chart-data-snapshot-006.xlsx"/></Relationships>
</file>

<file path=ppt/charts/_rels/chart1007.xml.rels><Relationships xmlns="http://schemas.openxmlformats.org/package/2006/relationships"><Relationship Id="rIdChartSnapshot1" Type="http://schemas.openxmlformats.org/officeDocument/2006/relationships/package" Target="../embeddings/chart-data-snapshot-007.xlsx"/></Relationships>
</file>

<file path=ppt/charts/_rels/chart1010.xml.rels><Relationships xmlns="http://schemas.openxmlformats.org/package/2006/relationships"><Relationship Id="rIdChartSnapshot1" Type="http://schemas.openxmlformats.org/officeDocument/2006/relationships/package" Target="../embeddings/chart-data-snapshot-008.xlsx"/></Relationships>
</file>

<file path=ppt/charts/_rels/chart1011.xml.rels><Relationships xmlns="http://schemas.openxmlformats.org/package/2006/relationships"><Relationship Id="rIdChartSnapshot1" Type="http://schemas.openxmlformats.org/officeDocument/2006/relationships/package" Target="../embeddings/chart-data-snapshot-009.xlsx"/></Relationships>
</file>

<file path=ppt/charts/_rels/chart1012.xml.rels><Relationships xmlns="http://schemas.openxmlformats.org/package/2006/relationships"><Relationship Id="rIdChartSnapshot1" Type="http://schemas.openxmlformats.org/officeDocument/2006/relationships/package" Target="../embeddings/chart-data-snapshot-010.xlsx"/></Relationships>
</file>

<file path=ppt/charts/_rels/chart1013.xml.rels><Relationships xmlns="http://schemas.openxmlformats.org/package/2006/relationships"><Relationship Id="rIdChartSnapshot1" Type="http://schemas.openxmlformats.org/officeDocument/2006/relationships/package" Target="../embeddings/chart-data-snapshot-011.xlsx"/></Relationships>
</file>

<file path=ppt/charts/_rels/chart1014.xml.rels><Relationships xmlns="http://schemas.openxmlformats.org/package/2006/relationships"><Relationship Id="rIdChartSnapshot1" Type="http://schemas.openxmlformats.org/officeDocument/2006/relationships/package" Target="../embeddings/chart-data-snapshot-012.xlsx"/></Relationships>
</file>

<file path=ppt/charts/_rels/chart1015.xml.rels><Relationships xmlns="http://schemas.openxmlformats.org/package/2006/relationships"><Relationship Id="rIdChartSnapshot1" Type="http://schemas.openxmlformats.org/officeDocument/2006/relationships/package" Target="../embeddings/chart-data-snapshot-013.xlsx"/></Relationships>
</file>

<file path=ppt/charts/_rels/chart1016.xml.rels><Relationships xmlns="http://schemas.openxmlformats.org/package/2006/relationships"><Relationship Id="rIdChartSnapshot1" Type="http://schemas.openxmlformats.org/officeDocument/2006/relationships/package" Target="../embeddings/chart-data-snapshot-014.xlsx"/></Relationships>
</file>

<file path=ppt/charts/_rels/chart1017.xml.rels><Relationships xmlns="http://schemas.openxmlformats.org/package/2006/relationships"><Relationship Id="rIdChartSnapshot1" Type="http://schemas.openxmlformats.org/officeDocument/2006/relationships/package" Target="../embeddings/chart-data-snapshot-015.xlsx"/></Relationships>
</file>

<file path=ppt/charts/_rels/chart1018.xml.rels><Relationships xmlns="http://schemas.openxmlformats.org/package/2006/relationships"><Relationship Id="rIdChartSnapshot1" Type="http://schemas.openxmlformats.org/officeDocument/2006/relationships/package" Target="../embeddings/chart-data-snapshot-016.xlsx"/></Relationships>
</file>

<file path=ppt/charts/_rels/chart1019.xml.rels><Relationships xmlns="http://schemas.openxmlformats.org/package/2006/relationships"><Relationship Id="rIdChartSnapshot1" Type="http://schemas.openxmlformats.org/officeDocument/2006/relationships/package" Target="../embeddings/chart-data-snapshot-017.xlsx"/></Relationships>
</file>

<file path=ppt/charts/_rels/chart1020.xml.rels><Relationships xmlns="http://schemas.openxmlformats.org/package/2006/relationships"><Relationship Id="rIdChartSnapshot1" Type="http://schemas.openxmlformats.org/officeDocument/2006/relationships/package" Target="../embeddings/chart-data-snapshot-018.xlsx"/></Relationships>
</file>

<file path=ppt/charts/_rels/chart1021.xml.rels><Relationships xmlns="http://schemas.openxmlformats.org/package/2006/relationships"><Relationship Id="rIdChartSnapshot1" Type="http://schemas.openxmlformats.org/officeDocument/2006/relationships/package" Target="../embeddings/chart-data-snapshot-019.xlsx"/></Relationships>
</file>

<file path=ppt/charts/_rels/chart1022.xml.rels><Relationships xmlns="http://schemas.openxmlformats.org/package/2006/relationships"><Relationship Id="rIdChartSnapshot1" Type="http://schemas.openxmlformats.org/officeDocument/2006/relationships/package" Target="../embeddings/chart-data-snapshot-020.xlsx"/></Relationships>
</file>

<file path=ppt/charts/_rels/chart1023.xml.rels><Relationships xmlns="http://schemas.openxmlformats.org/package/2006/relationships"><Relationship Id="rIdChartSnapshot1" Type="http://schemas.openxmlformats.org/officeDocument/2006/relationships/package" Target="../embeddings/chart-data-snapshot-021.xlsx"/></Relationships>
</file>

<file path=ppt/charts/_rels/chart1024.xml.rels><Relationships xmlns="http://schemas.openxmlformats.org/package/2006/relationships"><Relationship Id="rIdChartSnapshot1" Type="http://schemas.openxmlformats.org/officeDocument/2006/relationships/package" Target="../embeddings/chart-data-snapshot-022.xlsx"/></Relationships>
</file>

<file path=ppt/charts/_rels/chart1025.xml.rels><Relationships xmlns="http://schemas.openxmlformats.org/package/2006/relationships"><Relationship Id="rIdChartSnapshot1" Type="http://schemas.openxmlformats.org/officeDocument/2006/relationships/package" Target="../embeddings/chart-data-snapshot-023.xlsx"/></Relationships>
</file>

<file path=ppt/charts/_rels/chart1026.xml.rels><Relationships xmlns="http://schemas.openxmlformats.org/package/2006/relationships"><Relationship Id="rIdChartSnapshot1" Type="http://schemas.openxmlformats.org/officeDocument/2006/relationships/package" Target="../embeddings/chart-data-snapshot-024.xlsx"/></Relationships>
</file>

<file path=ppt/charts/_rels/chart1027.xml.rels><Relationships xmlns="http://schemas.openxmlformats.org/package/2006/relationships"><Relationship Id="rIdChartSnapshot1" Type="http://schemas.openxmlformats.org/officeDocument/2006/relationships/package" Target="../embeddings/chart-data-snapshot-025.xlsx"/></Relationships>
</file>

<file path=ppt/charts/_rels/chart1028.xml.rels><Relationships xmlns="http://schemas.openxmlformats.org/package/2006/relationships"><Relationship Id="rIdChartSnapshot1" Type="http://schemas.openxmlformats.org/officeDocument/2006/relationships/package" Target="../embeddings/chart-data-snapshot-026.xlsx"/></Relationships>
</file>

<file path=ppt/charts/_rels/chart1029.xml.rels><Relationships xmlns="http://schemas.openxmlformats.org/package/2006/relationships"><Relationship Id="rIdChartSnapshot1" Type="http://schemas.openxmlformats.org/officeDocument/2006/relationships/package" Target="../embeddings/chart-data-snapshot-027.xlsx"/></Relationships>
</file>

<file path=ppt/charts/_rels/chart1030.xml.rels><Relationships xmlns="http://schemas.openxmlformats.org/package/2006/relationships"><Relationship Id="rIdChartSnapshot1" Type="http://schemas.openxmlformats.org/officeDocument/2006/relationships/package" Target="../embeddings/chart-data-snapshot-028.xlsx"/></Relationships>
</file>

<file path=ppt/charts/_rels/chart1031.xml.rels><Relationships xmlns="http://schemas.openxmlformats.org/package/2006/relationships"><Relationship Id="rIdChartSnapshot1" Type="http://schemas.openxmlformats.org/officeDocument/2006/relationships/package" Target="../embeddings/chart-data-snapshot-029.xlsx"/></Relationships>
</file>

<file path=ppt/charts/_rels/chart1032.xml.rels><Relationships xmlns="http://schemas.openxmlformats.org/package/2006/relationships"><Relationship Id="rIdChartSnapshot1" Type="http://schemas.openxmlformats.org/officeDocument/2006/relationships/package" Target="../embeddings/chart-data-snapshot-030.xlsx"/></Relationships>
</file>

<file path=ppt/charts/_rels/chart1033.xml.rels><Relationships xmlns="http://schemas.openxmlformats.org/package/2006/relationships"><Relationship Id="rIdChartSnapshot1" Type="http://schemas.openxmlformats.org/officeDocument/2006/relationships/package" Target="../embeddings/chart-data-snapshot-031.xlsx"/></Relationships>
</file>

<file path=ppt/charts/_rels/chart1034.xml.rels><Relationships xmlns="http://schemas.openxmlformats.org/package/2006/relationships"><Relationship Id="rIdChartSnapshot1" Type="http://schemas.openxmlformats.org/officeDocument/2006/relationships/package" Target="../embeddings/chart-data-snapshot-03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Data'!$A$2:$A$2</c:f>
              <c:strCache>
                <c:ptCount val="1"/>
                <c:pt idx="0">
                  <c:v>R7 Terminal de embarque</c:v>
                </c:pt>
              </c:strCache>
            </c:strRef>
          </c:cat>
          <c:val>
            <c:numRef>
              <c:f>'Chart Data'!$B$2:$B$2</c:f>
              <c:numCache>
                <c:formatCode>0</c:formatCode>
                <c:ptCount val="1"/>
                <c:pt idx="0">
                  <c:v>1122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Tiempos por planta (min)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Ricardone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138.8</c:v>
                </c:pt>
                <c:pt idx="1">
                  <c:v>92.7</c:v>
                </c:pt>
                <c:pt idx="2">
                  <c:v>87.4</c:v>
                </c:pt>
                <c:pt idx="3">
                  <c:v>70</c:v>
                </c:pt>
                <c:pt idx="4">
                  <c:v>84.3</c:v>
                </c:pt>
                <c:pt idx="5">
                  <c:v>75.5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v>San Lorenzo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Data'!$D$2:$D$8</c:f>
              <c:numCache>
                <c:formatCode>0.0</c:formatCode>
                <c:ptCount val="7"/>
                <c:pt idx="0">
                  <c:v>192</c:v>
                </c:pt>
                <c:pt idx="1">
                  <c:v>66.2</c:v>
                </c:pt>
                <c:pt idx="2">
                  <c:v>94.5</c:v>
                </c:pt>
                <c:pt idx="3">
                  <c:v>79.5</c:v>
                </c:pt>
                <c:pt idx="4">
                  <c:v>44.7</c:v>
                </c:pt>
                <c:pt idx="5">
                  <c:v>53.8</c:v>
                </c:pt>
                <c:pt idx="6">
                  <c:v>0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Volumen por cuarto de turno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Q1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131</c:v>
                </c:pt>
                <c:pt idx="1">
                  <c:v>129</c:v>
                </c:pt>
                <c:pt idx="2">
                  <c:v>83</c:v>
                </c:pt>
                <c:pt idx="3">
                  <c:v>28</c:v>
                </c:pt>
                <c:pt idx="4">
                  <c:v>31</c:v>
                </c:pt>
                <c:pt idx="5">
                  <c:v>38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v>Q2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Data'!$D$2:$D$8</c:f>
              <c:numCache>
                <c:formatCode>0</c:formatCode>
                <c:ptCount val="7"/>
                <c:pt idx="0">
                  <c:v>91</c:v>
                </c:pt>
                <c:pt idx="1">
                  <c:v>65</c:v>
                </c:pt>
                <c:pt idx="2">
                  <c:v>27</c:v>
                </c:pt>
                <c:pt idx="3">
                  <c:v>17</c:v>
                </c:pt>
                <c:pt idx="4">
                  <c:v>39</c:v>
                </c:pt>
                <c:pt idx="5">
                  <c:v>20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v>Q3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cat>
            <c:strRef>
              <c:f>'Chart Data'!$E$2:$E$8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Data'!$F$2:$F$8</c:f>
              <c:numCache>
                <c:formatCode>0</c:formatCode>
                <c:ptCount val="7"/>
                <c:pt idx="0">
                  <c:v>92</c:v>
                </c:pt>
                <c:pt idx="1">
                  <c:v>86</c:v>
                </c:pt>
                <c:pt idx="2">
                  <c:v>32</c:v>
                </c:pt>
                <c:pt idx="3">
                  <c:v>23</c:v>
                </c:pt>
                <c:pt idx="4">
                  <c:v>26</c:v>
                </c:pt>
                <c:pt idx="5">
                  <c:v>14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v>Q4</c:v>
          </c:tx>
          <c:spPr>
            <a:solidFill>
              <a:srgbClr val="A95C3F"/>
            </a:solidFill>
            <a:ln w="19050">
              <a:solidFill>
                <a:srgbClr val="A95C3F"/>
              </a:solidFill>
            </a:ln>
          </c:spPr>
          <c:cat>
            <c:strRef>
              <c:f>'Chart Data'!$G$2:$G$8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Data'!$H$2:$H$8</c:f>
              <c:numCache>
                <c:formatCode>0</c:formatCode>
                <c:ptCount val="7"/>
                <c:pt idx="0">
                  <c:v>62</c:v>
                </c:pt>
                <c:pt idx="1">
                  <c:v>63</c:v>
                </c:pt>
                <c:pt idx="2">
                  <c:v>32</c:v>
                </c:pt>
                <c:pt idx="3">
                  <c:v>35</c:v>
                </c:pt>
                <c:pt idx="4">
                  <c:v>34</c:v>
                </c:pt>
                <c:pt idx="5">
                  <c:v>20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 medio diario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372.3</c:v>
                </c:pt>
                <c:pt idx="1">
                  <c:v>359.8</c:v>
                </c:pt>
                <c:pt idx="2">
                  <c:v>226.5</c:v>
                </c:pt>
                <c:pt idx="3">
                  <c:v>232.2</c:v>
                </c:pt>
                <c:pt idx="4">
                  <c:v>225.8</c:v>
                </c:pt>
                <c:pt idx="5">
                  <c:v>261</c:v>
                </c:pt>
                <c:pt idx="6">
                  <c:v>0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v>Playa OSL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Ref>
              <c:f>'Chart Data'!$C$2:$C$15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Data'!$D$2:$D$15</c:f>
              <c:numCache>
                <c:formatCode>0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v>Descarga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marker>
            <c:symbol val="circle"/>
            <c:size val="4"/>
          </c:marker>
          <c:cat>
            <c:strRef>
              <c:f>'Chart Data'!$E$2:$E$15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Data'!$F$2:$F$15</c:f>
              <c:numCache>
                <c:formatCode>0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Camiones por día del operativo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Lunes</c:v>
                </c:pt>
                <c:pt idx="1">
                  <c:v>Martes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16</c:v>
                </c:pt>
                <c:pt idx="1">
                  <c:v>3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R5 Volcable 1</c:v>
                </c:pt>
                <c:pt idx="1">
                  <c:v>R6 Volcable 2</c:v>
                </c:pt>
                <c:pt idx="2">
                  <c:v>R4 Silos Kepler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217</c:v>
                </c:pt>
                <c:pt idx="1">
                  <c:v>16</c:v>
                </c:pt>
                <c:pt idx="2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v>Descarga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Ref>
              <c:f>'Chart Data'!$C$2:$C$15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Data'!$D$2:$D$15</c:f>
              <c:numCache>
                <c:formatCode>0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Girasol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semanal por calle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255</c:v>
                </c:pt>
                <c:pt idx="1">
                  <c:v>242</c:v>
                </c:pt>
                <c:pt idx="2">
                  <c:v>537</c:v>
                </c:pt>
                <c:pt idx="3">
                  <c:v>544</c:v>
                </c:pt>
                <c:pt idx="4">
                  <c:v>23</c:v>
                </c:pt>
                <c:pt idx="5">
                  <c:v>29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138</c:v>
                </c:pt>
                <c:pt idx="1">
                  <c:v>146</c:v>
                </c:pt>
                <c:pt idx="2">
                  <c:v>91</c:v>
                </c:pt>
                <c:pt idx="3">
                  <c:v>91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32</c:v>
                </c:pt>
                <c:pt idx="1">
                  <c:v>33</c:v>
                </c:pt>
                <c:pt idx="2">
                  <c:v>161</c:v>
                </c:pt>
                <c:pt idx="3">
                  <c:v>168</c:v>
                </c:pt>
                <c:pt idx="4">
                  <c:v>1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39</c:v>
                </c:pt>
                <c:pt idx="1">
                  <c:v>36</c:v>
                </c:pt>
                <c:pt idx="2">
                  <c:v>52</c:v>
                </c:pt>
                <c:pt idx="3">
                  <c:v>51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46</c:v>
                </c:pt>
                <c:pt idx="3">
                  <c:v>53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46</c:v>
                </c:pt>
                <c:pt idx="1">
                  <c:v>26</c:v>
                </c:pt>
                <c:pt idx="2">
                  <c:v>77</c:v>
                </c:pt>
                <c:pt idx="3">
                  <c:v>68</c:v>
                </c:pt>
                <c:pt idx="4">
                  <c:v>22</c:v>
                </c:pt>
                <c:pt idx="5">
                  <c:v>19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0</c:v>
                </c:pt>
                <c:pt idx="1">
                  <c:v>1</c:v>
                </c:pt>
                <c:pt idx="2">
                  <c:v>110</c:v>
                </c:pt>
                <c:pt idx="3">
                  <c:v>115</c:v>
                </c:pt>
                <c:pt idx="4">
                  <c:v>0</c:v>
                </c:pt>
                <c:pt idx="5">
                  <c:v>10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líquidos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36</c:v>
                </c:pt>
                <c:pt idx="1">
                  <c:v>12</c:v>
                </c:pt>
                <c:pt idx="2">
                  <c:v>0</c:v>
                </c:pt>
                <c:pt idx="3">
                  <c:v>0</c:v>
                </c:pt>
                <c:pt idx="4">
                  <c:v>112</c:v>
                </c:pt>
                <c:pt idx="5">
                  <c:v>104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San Lorenzo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49</c:v>
                </c:pt>
                <c:pt idx="1">
                  <c:v>39</c:v>
                </c:pt>
                <c:pt idx="2">
                  <c:v>16</c:v>
                </c:pt>
                <c:pt idx="3">
                  <c:v>4</c:v>
                </c:pt>
                <c:pt idx="4">
                  <c:v>62</c:v>
                </c:pt>
                <c:pt idx="5">
                  <c:v>35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semanales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Volcable 1</c:v>
                </c:pt>
                <c:pt idx="1">
                  <c:v>Volcable 2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254</c:v>
                </c:pt>
                <c:pt idx="1">
                  <c:v>53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diarias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Volcable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68</c:v>
                </c:pt>
                <c:pt idx="1">
                  <c:v>60</c:v>
                </c:pt>
                <c:pt idx="2">
                  <c:v>41</c:v>
                </c:pt>
                <c:pt idx="3">
                  <c:v>14</c:v>
                </c:pt>
                <c:pt idx="4">
                  <c:v>56</c:v>
                </c:pt>
                <c:pt idx="5">
                  <c:v>25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v>Volcable 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Data'!$D$2:$D$8</c:f>
              <c:numCache>
                <c:formatCode>0</c:formatCode>
                <c:ptCount val="7"/>
                <c:pt idx="0">
                  <c:v>12</c:v>
                </c:pt>
                <c:pt idx="1">
                  <c:v>7</c:v>
                </c:pt>
                <c:pt idx="2">
                  <c:v>17</c:v>
                </c:pt>
                <c:pt idx="3">
                  <c:v>8</c:v>
                </c:pt>
                <c:pt idx="4">
                  <c:v>8</c:v>
                </c:pt>
                <c:pt idx="5">
                  <c:v>14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Silos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3</c:v>
                </c:pt>
                <c:pt idx="1">
                  <c:v>4</c:v>
                </c:pt>
                <c:pt idx="2">
                  <c:v>7</c:v>
                </c:pt>
                <c:pt idx="3">
                  <c:v>13</c:v>
                </c:pt>
                <c:pt idx="4">
                  <c:v>99</c:v>
                </c:pt>
                <c:pt idx="5">
                  <c:v>103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400</c:v>
                </c:pt>
                <c:pt idx="1">
                  <c:v>325</c:v>
                </c:pt>
                <c:pt idx="2">
                  <c:v>185</c:v>
                </c:pt>
                <c:pt idx="3">
                  <c:v>97</c:v>
                </c:pt>
                <c:pt idx="4">
                  <c:v>126</c:v>
                </c:pt>
                <c:pt idx="5">
                  <c:v>109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semanal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31</c:v>
                </c:pt>
                <c:pt idx="1">
                  <c:v>175</c:v>
                </c:pt>
                <c:pt idx="2">
                  <c:v>233</c:v>
                </c:pt>
                <c:pt idx="3">
                  <c:v>235</c:v>
                </c:pt>
                <c:pt idx="4">
                  <c:v>568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138</c:v>
                </c:pt>
                <c:pt idx="3">
                  <c:v>129</c:v>
                </c:pt>
                <c:pt idx="4">
                  <c:v>133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30</c:v>
                </c:pt>
                <c:pt idx="1">
                  <c:v>39</c:v>
                </c:pt>
                <c:pt idx="2">
                  <c:v>78</c:v>
                </c:pt>
                <c:pt idx="3">
                  <c:v>80</c:v>
                </c:pt>
                <c:pt idx="4">
                  <c:v>98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</c:v>
                </c:pt>
                <c:pt idx="1">
                  <c:v>43</c:v>
                </c:pt>
                <c:pt idx="2">
                  <c:v>0</c:v>
                </c:pt>
                <c:pt idx="3">
                  <c:v>26</c:v>
                </c:pt>
                <c:pt idx="4">
                  <c:v>115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15</c:v>
                </c:pt>
                <c:pt idx="3">
                  <c:v>0</c:v>
                </c:pt>
                <c:pt idx="4">
                  <c:v>82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44</c:v>
                </c:pt>
                <c:pt idx="2">
                  <c:v>0</c:v>
                </c:pt>
                <c:pt idx="3">
                  <c:v>0</c:v>
                </c:pt>
                <c:pt idx="4">
                  <c:v>82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49</c:v>
                </c:pt>
                <c:pt idx="2">
                  <c:v>2</c:v>
                </c:pt>
                <c:pt idx="3">
                  <c:v>0</c:v>
                </c:pt>
                <c:pt idx="4">
                  <c:v>58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Manual1001" Type="http://schemas.openxmlformats.org/officeDocument/2006/relationships/chart" Target="../charts/chart100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Manual1002" Type="http://schemas.openxmlformats.org/officeDocument/2006/relationships/chart" Target="../charts/chart100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Manual1003" Type="http://schemas.openxmlformats.org/officeDocument/2006/relationships/chart" Target="../charts/chart1003.xml"/><Relationship Id="rIdManual1004" Type="http://schemas.openxmlformats.org/officeDocument/2006/relationships/chart" Target="../charts/chart100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Manual1005" Type="http://schemas.openxmlformats.org/officeDocument/2006/relationships/chart" Target="../charts/chart1005.xml"/><Relationship Id="rIdManual1006" Type="http://schemas.openxmlformats.org/officeDocument/2006/relationships/chart" Target="../charts/chart100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Relationship Id="rIdManual1007" Type="http://schemas.openxmlformats.org/officeDocument/2006/relationships/chart" Target="../charts/chart100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Relationship Id="rIdManual1010" Type="http://schemas.openxmlformats.org/officeDocument/2006/relationships/chart" Target="../charts/chart10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Manual1011" Type="http://schemas.openxmlformats.org/officeDocument/2006/relationships/chart" Target="../charts/chart1011.xml"/><Relationship Id="rIdManual1012" Type="http://schemas.openxmlformats.org/officeDocument/2006/relationships/chart" Target="../charts/chart10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3" Type="http://schemas.openxmlformats.org/officeDocument/2006/relationships/chart" Target="../charts/chart10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4" Type="http://schemas.openxmlformats.org/officeDocument/2006/relationships/chart" Target="../charts/chart10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Relationship Id="rIdManual1015" Type="http://schemas.openxmlformats.org/officeDocument/2006/relationships/chart" Target="../charts/chart10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Relationship Id="rIdManual1016" Type="http://schemas.openxmlformats.org/officeDocument/2006/relationships/chart" Target="../charts/chart10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Relationship Id="rIdManual1017" Type="http://schemas.openxmlformats.org/officeDocument/2006/relationships/chart" Target="../charts/chart101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Relationship Id="rIdManual1018" Type="http://schemas.openxmlformats.org/officeDocument/2006/relationships/chart" Target="../charts/chart101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Relationship Id="rIdManual1019" Type="http://schemas.openxmlformats.org/officeDocument/2006/relationships/chart" Target="../charts/chart101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Relationship Id="rIdManual1020" Type="http://schemas.openxmlformats.org/officeDocument/2006/relationships/chart" Target="../charts/chart102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Relationship Id="rIdManual1021" Type="http://schemas.openxmlformats.org/officeDocument/2006/relationships/chart" Target="../charts/chart10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Relationship Id="rIdManual1022" Type="http://schemas.openxmlformats.org/officeDocument/2006/relationships/chart" Target="../charts/chart10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Manual1023" Type="http://schemas.openxmlformats.org/officeDocument/2006/relationships/chart" Target="../charts/chart1023.xml"/><Relationship Id="rIdManual1024" Type="http://schemas.openxmlformats.org/officeDocument/2006/relationships/chart" Target="../charts/chart102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Relationship Id="rIdManual1025" Type="http://schemas.openxmlformats.org/officeDocument/2006/relationships/chart" Target="../charts/chart102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26" Type="http://schemas.openxmlformats.org/officeDocument/2006/relationships/chart" Target="../charts/chart102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Relationship Id="rIdManual1027" Type="http://schemas.openxmlformats.org/officeDocument/2006/relationships/chart" Target="../charts/chart10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Relationship Id="rIdManual1028" Type="http://schemas.openxmlformats.org/officeDocument/2006/relationships/chart" Target="../charts/chart10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Relationship Id="rIdManual1029" Type="http://schemas.openxmlformats.org/officeDocument/2006/relationships/chart" Target="../charts/chart10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Relationship Id="rIdManual1030" Type="http://schemas.openxmlformats.org/officeDocument/2006/relationships/chart" Target="../charts/chart103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Relationship Id="rIdManual1031" Type="http://schemas.openxmlformats.org/officeDocument/2006/relationships/chart" Target="../charts/chart103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Relationship Id="rIdManual1032" Type="http://schemas.openxmlformats.org/officeDocument/2006/relationships/chart" Target="../charts/chart103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Relationship Id="rIdManual1033" Type="http://schemas.openxmlformats.org/officeDocument/2006/relationships/chart" Target="../charts/chart103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34" Type="http://schemas.openxmlformats.org/officeDocument/2006/relationships/chart" Target="../charts/chart103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1/72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Período analizado: 17/09 al 22/09/2026</a:t>
            </a:r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Tamaño de la muestra y período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soja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4–18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Operativo de pellet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19–26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4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semilla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27–32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5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33–51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volcables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52–72</a:t>
            </a:r>
            <a:endParaRPr sz="12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PERÍODO DE ANÁLISIS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Inicio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17/09</a:t>
            </a:r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Fin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22/09</a:t>
            </a:r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Días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6</a:t>
            </a:r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VOLUMEN TOTAL REGISTRADO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1.721</a:t>
            </a:r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camiones · recorridos de cámara clasificados</a:t>
            </a:r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SOJA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1.304</a:t>
            </a:r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GIRASOL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234</a:t>
            </a:r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LÍQUIDOS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159</a:t>
            </a:r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PELLET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24</a:t>
            </a:r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Totales por producto del informe de referencia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4/72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Balanza Egreso</a:t>
            </a:r>
            <a:r>
              <a:rPr b="1" lang="es" sz="12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6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(1604  patentes no leídas)</a:t>
            </a:r>
            <a:endParaRPr b="0" i="0" sz="1034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849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306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5/72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91086" y="1370979"/>
            <a:ext cx="353226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691086" y="1700979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8 / Todas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750764" y="1767814"/>
            <a:ext cx="200925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510020" y="1767814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849  (33%)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91086" y="2019243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7 Cámaras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750764" y="2086078"/>
            <a:ext cx="1706329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207093" y="2086078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721  (28,2%)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691086" y="2337507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50764" y="2404342"/>
            <a:ext cx="109337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869140" y="2404342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462  (18,1%)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91086" y="2655771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750764" y="2722606"/>
            <a:ext cx="724184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499948" y="2722606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306  (12%)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691086" y="2974035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750764" y="3040870"/>
            <a:ext cx="518288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294052" y="3040870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219  (8,6%)</a:t>
            </a:r>
          </a:p>
        </p:txBody>
      </p:sp>
      <p:graphicFrame>
        <p:nvGraphicFramePr>
          <p:cNvPr id="137" name="D05_G2"/>
          <p:cNvGraphicFramePr/>
          <p:nvPr/>
        </p:nvGraphicFramePr>
        <p:xfrm>
          <a:off x="542025" y="1284563"/>
          <a:ext cx="3583200" cy="1693812"/>
        </p:xfrm>
        <a:graphic>
          <a:graphicData uri="http://schemas.openxmlformats.org/drawingml/2006/chart">
            <c:chart r:id="rIdManual100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6/72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7/72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164</a:t>
            </a:r>
            <a:endParaRPr b="1" sz="1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151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118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104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511</a:t>
            </a:r>
            <a:endParaRPr b="1" sz="15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8/72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168</a:t>
            </a:r>
            <a:endParaRPr b="1" sz="1166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91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347 </a:t>
            </a:r>
            <a:r>
              <a:rPr b="1" lang="es" sz="13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178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78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482</a:t>
            </a:r>
            <a:endParaRPr b="1" sz="24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47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183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9/72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195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81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40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419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175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203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55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10/72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169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272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5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74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14 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32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11/72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229 </a:t>
            </a:r>
            <a:r>
              <a:rPr b="1" lang="es" sz="13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66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292</a:t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14/09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18m)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12/72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endParaRPr b="1" sz="1166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217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396 </a:t>
            </a:r>
            <a:r>
              <a:rPr b="1" lang="es" sz="13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110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115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395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284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13/72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179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387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 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127 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352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135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27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Miércoles 16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14/72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15/72</a:t>
            </a:r>
          </a:p>
        </p:txBody>
      </p:sp>
      <p:graphicFrame>
        <p:nvGraphicFramePr>
          <p:cNvPr id="701" name="D15_G1"/>
          <p:cNvGraphicFramePr/>
          <p:nvPr/>
        </p:nvGraphicFramePr>
        <p:xfrm>
          <a:off x="1281763" y="741174"/>
          <a:ext cx="6801876" cy="4205827"/>
        </p:xfrm>
        <a:graphic>
          <a:graphicData uri="http://schemas.openxmlformats.org/drawingml/2006/chart">
            <c:chart r:id="rIdManual100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16/72</a:t>
            </a:r>
          </a:p>
        </p:txBody>
      </p:sp>
      <p:graphicFrame>
        <p:nvGraphicFramePr>
          <p:cNvPr id="707" name="D16_G1"/>
          <p:cNvGraphicFramePr/>
          <p:nvPr/>
        </p:nvGraphicFramePr>
        <p:xfrm>
          <a:off x="1881750" y="2955400"/>
          <a:ext cx="5448501" cy="2110300"/>
        </p:xfrm>
        <a:graphic>
          <a:graphicData uri="http://schemas.openxmlformats.org/drawingml/2006/chart">
            <c:chart r:id="rIdManual1003"/>
          </a:graphicData>
        </a:graphic>
      </p:graphicFrame>
      <p:graphicFrame>
        <p:nvGraphicFramePr>
          <p:cNvPr id="708" name="D16_G2"/>
          <p:cNvGraphicFramePr/>
          <p:nvPr/>
        </p:nvGraphicFramePr>
        <p:xfrm>
          <a:off x="2025814" y="597150"/>
          <a:ext cx="5152173" cy="2322835"/>
        </p:xfrm>
        <a:graphic>
          <a:graphicData uri="http://schemas.openxmlformats.org/drawingml/2006/chart">
            <c:chart r:id="rIdManual100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17/72</a:t>
            </a:r>
          </a:p>
        </p:txBody>
      </p:sp>
      <p:graphicFrame>
        <p:nvGraphicFramePr>
          <p:cNvPr id="717" name="D17_G1"/>
          <p:cNvGraphicFramePr/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Manual1005"/>
          </a:graphicData>
        </a:graphic>
      </p:graphicFrame>
      <p:graphicFrame>
        <p:nvGraphicFramePr>
          <p:cNvPr id="722" name="D17_G2"/>
          <p:cNvGraphicFramePr/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Manual100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18/72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19/72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20/72</a:t>
            </a:r>
          </a:p>
        </p:txBody>
      </p:sp>
      <p:graphicFrame>
        <p:nvGraphicFramePr>
          <p:cNvPr id="760" name="D20_G1"/>
          <p:cNvGraphicFramePr/>
          <p:nvPr/>
        </p:nvGraphicFramePr>
        <p:xfrm>
          <a:off x="3591150" y="1341900"/>
          <a:ext cx="5428950" cy="2967401"/>
        </p:xfrm>
        <a:graphic>
          <a:graphicData uri="http://schemas.openxmlformats.org/drawingml/2006/chart">
            <c:chart r:id="rIdManual1007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21/72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22/72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23/72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24/72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25/72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1625150" y="7431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1067" name="Rectangle 1066"/>
          <p:cNvSpPr/>
          <p:nvPr/>
        </p:nvSpPr>
        <p:spPr>
          <a:xfrm>
            <a:off x="3257600" y="107312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TextBox 1067"/>
          <p:cNvSpPr txBox="1"/>
          <p:nvPr/>
        </p:nvSpPr>
        <p:spPr>
          <a:xfrm>
            <a:off x="3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5257600" y="107312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5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1625150" y="1313124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1072" name="Rectangle 1071"/>
          <p:cNvSpPr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103</a:t>
            </a:r>
          </a:p>
        </p:txBody>
      </p:sp>
      <p:sp>
        <p:nvSpPr>
          <p:cNvPr id="1074" name="Rectangle 1073"/>
          <p:cNvSpPr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71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1625150" y="3131037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1077" name="Rectangle 1076"/>
          <p:cNvSpPr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1079" name="Rectangle 1078"/>
          <p:cNvSpPr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TextBox 1079"/>
          <p:cNvSpPr txBox="1"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26/72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27/72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Ingreso a Planta</a:t>
            </a:r>
            <a:endParaRPr b="0" i="0" sz="1758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99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28/72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3805154" y="1172153"/>
            <a:ext cx="411803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111" name="TextBox 1110"/>
          <p:cNvSpPr txBox="1"/>
          <p:nvPr/>
        </p:nvSpPr>
        <p:spPr>
          <a:xfrm>
            <a:off x="3805154" y="1502153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Todas</a:t>
            </a:r>
          </a:p>
        </p:txBody>
      </p:sp>
      <p:sp>
        <p:nvSpPr>
          <p:cNvPr id="1112" name="Rectangle 1111"/>
          <p:cNvSpPr/>
          <p:nvPr/>
        </p:nvSpPr>
        <p:spPr>
          <a:xfrm>
            <a:off x="5040564" y="1603421"/>
            <a:ext cx="2722295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TextBox 1112"/>
          <p:cNvSpPr txBox="1"/>
          <p:nvPr/>
        </p:nvSpPr>
        <p:spPr>
          <a:xfrm>
            <a:off x="6512859" y="1603421"/>
            <a:ext cx="121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296  (60%)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3805154" y="1984380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115" name="Rectangle 1114"/>
          <p:cNvSpPr/>
          <p:nvPr/>
        </p:nvSpPr>
        <p:spPr>
          <a:xfrm>
            <a:off x="5040564" y="2085648"/>
            <a:ext cx="910497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Box 1115"/>
          <p:cNvSpPr txBox="1"/>
          <p:nvPr/>
        </p:nvSpPr>
        <p:spPr>
          <a:xfrm>
            <a:off x="5976061" y="2085648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99  (20%)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3805154" y="2466607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118" name="Rectangle 1117"/>
          <p:cNvSpPr/>
          <p:nvPr/>
        </p:nvSpPr>
        <p:spPr>
          <a:xfrm>
            <a:off x="5040564" y="2567875"/>
            <a:ext cx="432256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TextBox 1118"/>
          <p:cNvSpPr txBox="1"/>
          <p:nvPr/>
        </p:nvSpPr>
        <p:spPr>
          <a:xfrm>
            <a:off x="5497820" y="2567875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47  (9,1%)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3805154" y="2948834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121" name="Rectangle 1120"/>
          <p:cNvSpPr/>
          <p:nvPr/>
        </p:nvSpPr>
        <p:spPr>
          <a:xfrm>
            <a:off x="5040564" y="3050102"/>
            <a:ext cx="469044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Box 1121"/>
          <p:cNvSpPr txBox="1"/>
          <p:nvPr/>
        </p:nvSpPr>
        <p:spPr>
          <a:xfrm>
            <a:off x="5534608" y="3050102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51  (10,9%)</a:t>
            </a:r>
          </a:p>
        </p:txBody>
      </p:sp>
      <p:graphicFrame>
        <p:nvGraphicFramePr>
          <p:cNvPr id="1092" name="D28_G2"/>
          <p:cNvGraphicFramePr/>
          <p:nvPr/>
        </p:nvGraphicFramePr>
        <p:xfrm>
          <a:off x="416400" y="1572352"/>
          <a:ext cx="3310476" cy="1796187"/>
        </p:xfrm>
        <a:graphic>
          <a:graphicData uri="http://schemas.openxmlformats.org/drawingml/2006/chart">
            <c:chart r:id="rIdManual1010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29/72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30/72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31/72</a:t>
            </a:r>
          </a:p>
        </p:txBody>
      </p:sp>
      <p:graphicFrame>
        <p:nvGraphicFramePr>
          <p:cNvPr id="1231" name="D31_G1"/>
          <p:cNvGraphicFramePr/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Manual1011"/>
          </a:graphicData>
        </a:graphic>
      </p:graphicFrame>
      <p:graphicFrame>
        <p:nvGraphicFramePr>
          <p:cNvPr id="1232" name="D31_G2"/>
          <p:cNvGraphicFramePr/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Manual101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32/72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33/72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34/72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Actividad semanal por sede y tipo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Sede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Tipo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Horas activas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Camiones/h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Sólida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148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2.908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Líquida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49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152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San Lorenzo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Calada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90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237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Cada calada responde a una operación y una demanda diferentes.</a:t>
            </a:r>
            <a:endParaRPr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17/09 14h</a:t>
            </a: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1615</a:t>
            </a: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14.1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116 horas con actividad</a:t>
            </a: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35/72</a:t>
            </a:r>
          </a:p>
        </p:txBody>
      </p:sp>
      <p:graphicFrame>
        <p:nvGraphicFramePr>
          <p:cNvPr id="1262" name="D35_G1"/>
          <p:cNvGraphicFramePr/>
          <p:nvPr/>
        </p:nvGraphicFramePr>
        <p:xfrm>
          <a:off x="2145725" y="1388549"/>
          <a:ext cx="4625775" cy="2562529"/>
        </p:xfrm>
        <a:graphic>
          <a:graphicData uri="http://schemas.openxmlformats.org/drawingml/2006/chart">
            <c:chart r:id="rIdManual101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36/72</a:t>
            </a:r>
          </a:p>
        </p:txBody>
      </p:sp>
      <p:graphicFrame>
        <p:nvGraphicFramePr>
          <p:cNvPr id="1287" name="D36_G1"/>
          <p:cNvGraphicFramePr/>
          <p:nvPr/>
        </p:nvGraphicFramePr>
        <p:xfrm>
          <a:off x="1063050" y="960625"/>
          <a:ext cx="7309251" cy="3541425"/>
        </p:xfrm>
        <a:graphic>
          <a:graphicData uri="http://schemas.openxmlformats.org/drawingml/2006/chart">
            <c:chart r:id="rIdManual1014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37/72</a:t>
            </a:r>
          </a:p>
        </p:txBody>
      </p:sp>
      <p:sp>
        <p:nvSpPr>
          <p:cNvPr id="1316" name="Captura de actividad pendiente"/>
          <p:cNvSpPr/>
          <p:nvPr>
            <p:ph type="pic"/>
          </p:nvPr>
        </p:nvSpPr>
        <p:spPr>
          <a:xfrm>
            <a:off x="1752188" y="785274"/>
            <a:ext cx="58610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38/72</a:t>
            </a:r>
          </a:p>
        </p:txBody>
      </p:sp>
      <p:graphicFrame>
        <p:nvGraphicFramePr>
          <p:cNvPr id="1325" name="D38_G1"/>
          <p:cNvGraphicFramePr/>
          <p:nvPr/>
        </p:nvGraphicFramePr>
        <p:xfrm>
          <a:off x="1171063" y="785274"/>
          <a:ext cx="6801876" cy="4205827"/>
        </p:xfrm>
        <a:graphic>
          <a:graphicData uri="http://schemas.openxmlformats.org/drawingml/2006/chart">
            <c:chart r:id="rIdManual101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39/72</a:t>
            </a:r>
          </a:p>
        </p:txBody>
      </p:sp>
      <p:sp>
        <p:nvSpPr>
          <p:cNvPr id="1350" name="Captura de actividad pendiente"/>
          <p:cNvSpPr/>
          <p:nvPr>
            <p:ph type="pic"/>
          </p:nvPr>
        </p:nvSpPr>
        <p:spPr>
          <a:xfrm>
            <a:off x="2191075" y="785274"/>
            <a:ext cx="543508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40/72</a:t>
            </a:r>
          </a:p>
        </p:txBody>
      </p:sp>
      <p:graphicFrame>
        <p:nvGraphicFramePr>
          <p:cNvPr id="1359" name="D40_G1"/>
          <p:cNvGraphicFramePr/>
          <p:nvPr/>
        </p:nvGraphicFramePr>
        <p:xfrm>
          <a:off x="1171050" y="755499"/>
          <a:ext cx="6801876" cy="4205827"/>
        </p:xfrm>
        <a:graphic>
          <a:graphicData uri="http://schemas.openxmlformats.org/drawingml/2006/chart">
            <c:chart r:id="rIdManual101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41/72</a:t>
            </a:r>
          </a:p>
        </p:txBody>
      </p:sp>
      <p:sp>
        <p:nvSpPr>
          <p:cNvPr id="1384" name="Captura de actividad pendiente"/>
          <p:cNvSpPr/>
          <p:nvPr>
            <p:ph type="pic"/>
          </p:nvPr>
        </p:nvSpPr>
        <p:spPr>
          <a:xfrm>
            <a:off x="1848500" y="749699"/>
            <a:ext cx="583089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42/72</a:t>
            </a:r>
          </a:p>
        </p:txBody>
      </p:sp>
      <p:graphicFrame>
        <p:nvGraphicFramePr>
          <p:cNvPr id="1393" name="D42_G1"/>
          <p:cNvGraphicFramePr/>
          <p:nvPr/>
        </p:nvGraphicFramePr>
        <p:xfrm>
          <a:off x="1171063" y="844799"/>
          <a:ext cx="6801876" cy="4205827"/>
        </p:xfrm>
        <a:graphic>
          <a:graphicData uri="http://schemas.openxmlformats.org/drawingml/2006/chart">
            <c:chart r:id="rIdManual1017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43/72</a:t>
            </a:r>
          </a:p>
        </p:txBody>
      </p:sp>
      <p:sp>
        <p:nvSpPr>
          <p:cNvPr id="1418" name="Captura de actividad pendiente"/>
          <p:cNvSpPr/>
          <p:nvPr>
            <p:ph type="pic"/>
          </p:nvPr>
        </p:nvSpPr>
        <p:spPr>
          <a:xfrm>
            <a:off x="2115875" y="785274"/>
            <a:ext cx="56639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44/72</a:t>
            </a:r>
          </a:p>
        </p:txBody>
      </p:sp>
      <p:graphicFrame>
        <p:nvGraphicFramePr>
          <p:cNvPr id="1427" name="D44_G1"/>
          <p:cNvGraphicFramePr/>
          <p:nvPr/>
        </p:nvGraphicFramePr>
        <p:xfrm>
          <a:off x="1171063" y="800174"/>
          <a:ext cx="6801876" cy="4205827"/>
        </p:xfrm>
        <a:graphic>
          <a:graphicData uri="http://schemas.openxmlformats.org/drawingml/2006/chart">
            <c:chart r:id="rIdManual1018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45/72</a:t>
            </a:r>
          </a:p>
        </p:txBody>
      </p:sp>
      <p:sp>
        <p:nvSpPr>
          <p:cNvPr id="1452" name="Captura de actividad pendiente"/>
          <p:cNvSpPr/>
          <p:nvPr>
            <p:ph type="pic"/>
          </p:nvPr>
        </p:nvSpPr>
        <p:spPr>
          <a:xfrm>
            <a:off x="1838475" y="749699"/>
            <a:ext cx="575840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46/72</a:t>
            </a:r>
          </a:p>
        </p:txBody>
      </p:sp>
      <p:graphicFrame>
        <p:nvGraphicFramePr>
          <p:cNvPr id="1461" name="D46_G1"/>
          <p:cNvGraphicFramePr/>
          <p:nvPr/>
        </p:nvGraphicFramePr>
        <p:xfrm>
          <a:off x="1171063" y="632874"/>
          <a:ext cx="6801876" cy="4205827"/>
        </p:xfrm>
        <a:graphic>
          <a:graphicData uri="http://schemas.openxmlformats.org/drawingml/2006/chart">
            <c:chart r:id="rIdManual1019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47/72</a:t>
            </a:r>
          </a:p>
        </p:txBody>
      </p:sp>
      <p:sp>
        <p:nvSpPr>
          <p:cNvPr id="1486" name="Captura de actividad pendiente"/>
          <p:cNvSpPr/>
          <p:nvPr>
            <p:ph type="pic"/>
          </p:nvPr>
        </p:nvSpPr>
        <p:spPr>
          <a:xfrm>
            <a:off x="1876350" y="749699"/>
            <a:ext cx="588494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48/72</a:t>
            </a:r>
          </a:p>
        </p:txBody>
      </p:sp>
      <p:graphicFrame>
        <p:nvGraphicFramePr>
          <p:cNvPr id="1495" name="D48_G1"/>
          <p:cNvGraphicFramePr/>
          <p:nvPr/>
        </p:nvGraphicFramePr>
        <p:xfrm>
          <a:off x="1171063" y="829924"/>
          <a:ext cx="6801876" cy="4205827"/>
        </p:xfrm>
        <a:graphic>
          <a:graphicData uri="http://schemas.openxmlformats.org/drawingml/2006/chart">
            <c:chart r:id="rIdManual1020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49/72</a:t>
            </a:r>
          </a:p>
        </p:txBody>
      </p:sp>
      <p:sp>
        <p:nvSpPr>
          <p:cNvPr id="1520" name="Captura de actividad pendiente"/>
          <p:cNvSpPr/>
          <p:nvPr>
            <p:ph type="pic"/>
          </p:nvPr>
        </p:nvSpPr>
        <p:spPr>
          <a:xfrm>
            <a:off x="-3063800" y="-2487492"/>
            <a:ext cx="17880076" cy="11714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  <p:sp>
        <p:nvSpPr>
          <p:cNvPr id="1521" name="Captura de actividad pendiente"/>
          <p:cNvSpPr/>
          <p:nvPr>
            <p:ph type="pic"/>
          </p:nvPr>
        </p:nvSpPr>
        <p:spPr>
          <a:xfrm>
            <a:off x="1733413" y="785274"/>
            <a:ext cx="596852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21/09 08h</a:t>
            </a: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</a:t>
            </a: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5.1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56 horas con actividad</a:t>
            </a: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50/72</a:t>
            </a:r>
          </a:p>
        </p:txBody>
      </p:sp>
      <p:graphicFrame>
        <p:nvGraphicFramePr>
          <p:cNvPr id="1526" name="D50_G1"/>
          <p:cNvGraphicFramePr/>
          <p:nvPr/>
        </p:nvGraphicFramePr>
        <p:xfrm>
          <a:off x="451325" y="1664024"/>
          <a:ext cx="3724275" cy="2057201"/>
        </p:xfrm>
        <a:graphic>
          <a:graphicData uri="http://schemas.openxmlformats.org/drawingml/2006/chart">
            <c:chart r:id="rIdManual1021"/>
          </a:graphicData>
        </a:graphic>
      </p:graphicFrame>
      <p:sp>
        <p:nvSpPr>
          <p:cNvPr id="1547" name="Captura de actividad pendiente"/>
          <p:cNvSpPr/>
          <p:nvPr>
            <p:ph type="pic"/>
          </p:nvPr>
        </p:nvSpPr>
        <p:spPr>
          <a:xfrm>
            <a:off x="4271300" y="1253536"/>
            <a:ext cx="4663600" cy="2394822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21/09 10h</a:t>
            </a: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204</a:t>
            </a: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2.9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86 horas con actividad</a:t>
            </a: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51/72</a:t>
            </a:r>
          </a:p>
        </p:txBody>
      </p:sp>
      <p:graphicFrame>
        <p:nvGraphicFramePr>
          <p:cNvPr id="1572" name="D51_G1"/>
          <p:cNvGraphicFramePr/>
          <p:nvPr/>
        </p:nvGraphicFramePr>
        <p:xfrm>
          <a:off x="304800" y="1714849"/>
          <a:ext cx="3583650" cy="1972783"/>
        </p:xfrm>
        <a:graphic>
          <a:graphicData uri="http://schemas.openxmlformats.org/drawingml/2006/chart">
            <c:chart r:id="rIdManual1022"/>
          </a:graphicData>
        </a:graphic>
      </p:graphicFrame>
      <p:sp>
        <p:nvSpPr>
          <p:cNvPr id="1573" name="Captura de actividad pendiente"/>
          <p:cNvSpPr/>
          <p:nvPr>
            <p:ph type="pic"/>
          </p:nvPr>
        </p:nvSpPr>
        <p:spPr>
          <a:xfrm>
            <a:off x="4028950" y="1091524"/>
            <a:ext cx="4950750" cy="2551388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52/72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53/72</a:t>
            </a:r>
          </a:p>
        </p:txBody>
      </p:sp>
      <p:graphicFrame>
        <p:nvGraphicFramePr>
          <p:cNvPr id="1587" name="D53_G1"/>
          <p:cNvGraphicFramePr/>
          <p:nvPr/>
        </p:nvGraphicFramePr>
        <p:xfrm>
          <a:off x="3084725" y="3342750"/>
          <a:ext cx="2537325" cy="1556200"/>
        </p:xfrm>
        <a:graphic>
          <a:graphicData uri="http://schemas.openxmlformats.org/drawingml/2006/chart">
            <c:chart r:id="rIdManual1023"/>
          </a:graphicData>
        </a:graphic>
      </p:graphicFrame>
      <p:graphicFrame>
        <p:nvGraphicFramePr>
          <p:cNvPr id="1588" name="D53_G2"/>
          <p:cNvGraphicFramePr/>
          <p:nvPr/>
        </p:nvGraphicFramePr>
        <p:xfrm>
          <a:off x="1544913" y="691450"/>
          <a:ext cx="6345525" cy="2434350"/>
        </p:xfrm>
        <a:graphic>
          <a:graphicData uri="http://schemas.openxmlformats.org/drawingml/2006/chart">
            <c:chart r:id="rIdManual1024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138 horas con actividad</a:t>
            </a: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298</a:t>
            </a: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54/72</a:t>
            </a:r>
          </a:p>
        </p:txBody>
      </p:sp>
      <p:sp>
        <p:nvSpPr>
          <p:cNvPr id="1609" name="Captura de actividad pendiente"/>
          <p:cNvSpPr/>
          <p:nvPr>
            <p:ph type="pic"/>
          </p:nvPr>
        </p:nvSpPr>
        <p:spPr>
          <a:xfrm>
            <a:off x="1791075" y="749699"/>
            <a:ext cx="5853199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55/72</a:t>
            </a:r>
          </a:p>
        </p:txBody>
      </p:sp>
      <p:graphicFrame>
        <p:nvGraphicFramePr>
          <p:cNvPr id="1618" name="D55_G1"/>
          <p:cNvGraphicFramePr/>
          <p:nvPr/>
        </p:nvGraphicFramePr>
        <p:xfrm>
          <a:off x="2314125" y="944525"/>
          <a:ext cx="5025024" cy="3107149"/>
        </p:xfrm>
        <a:graphic>
          <a:graphicData uri="http://schemas.openxmlformats.org/drawingml/2006/chart">
            <c:chart r:id="rIdManual102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3.8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131 horas con actividad</a:t>
            </a: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215</a:t>
            </a: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56/72</a:t>
            </a:r>
          </a:p>
        </p:txBody>
      </p:sp>
      <p:sp>
        <p:nvSpPr>
          <p:cNvPr id="1639" name="Captura de actividad pendiente"/>
          <p:cNvSpPr/>
          <p:nvPr>
            <p:ph type="pic"/>
          </p:nvPr>
        </p:nvSpPr>
        <p:spPr>
          <a:xfrm>
            <a:off x="1579513" y="1115325"/>
            <a:ext cx="6329875" cy="27242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207</a:t>
            </a: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9.8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127 horas con actividad</a:t>
            </a: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1242</a:t>
            </a: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57/72</a:t>
            </a:r>
          </a:p>
        </p:txBody>
      </p:sp>
      <p:graphicFrame>
        <p:nvGraphicFramePr>
          <p:cNvPr id="1644" name="D57_G1"/>
          <p:cNvGraphicFramePr/>
          <p:nvPr/>
        </p:nvGraphicFramePr>
        <p:xfrm>
          <a:off x="2198337" y="1754675"/>
          <a:ext cx="5038674" cy="3115575"/>
        </p:xfrm>
        <a:graphic>
          <a:graphicData uri="http://schemas.openxmlformats.org/drawingml/2006/chart">
            <c:chart r:id="rIdManual1026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58/72</a:t>
            </a:r>
          </a:p>
        </p:txBody>
      </p:sp>
      <p:graphicFrame>
        <p:nvGraphicFramePr>
          <p:cNvPr id="1669" name="D58_G1"/>
          <p:cNvGraphicFramePr/>
          <p:nvPr/>
        </p:nvGraphicFramePr>
        <p:xfrm>
          <a:off x="1808375" y="809650"/>
          <a:ext cx="6101025" cy="3341575"/>
        </p:xfrm>
        <a:graphic>
          <a:graphicData uri="http://schemas.openxmlformats.org/drawingml/2006/chart">
            <c:chart r:id="rIdManual1027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59/72</a:t>
            </a:r>
          </a:p>
        </p:txBody>
      </p:sp>
      <p:graphicFrame>
        <p:nvGraphicFramePr>
          <p:cNvPr id="1680" name="D59_G1"/>
          <p:cNvGraphicFramePr/>
          <p:nvPr/>
        </p:nvGraphicFramePr>
        <p:xfrm>
          <a:off x="1451275" y="685374"/>
          <a:ext cx="6801876" cy="4205827"/>
        </p:xfrm>
        <a:graphic>
          <a:graphicData uri="http://schemas.openxmlformats.org/drawingml/2006/chart">
            <c:chart r:id="rIdManual1028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60/72</a:t>
            </a:r>
          </a:p>
        </p:txBody>
      </p:sp>
      <p:sp>
        <p:nvSpPr>
          <p:cNvPr id="1705" name="Captura de actividad pendiente"/>
          <p:cNvSpPr/>
          <p:nvPr>
            <p:ph type="pic"/>
          </p:nvPr>
        </p:nvSpPr>
        <p:spPr>
          <a:xfrm>
            <a:off x="2023150" y="815836"/>
            <a:ext cx="575076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61/72</a:t>
            </a:r>
          </a:p>
        </p:txBody>
      </p:sp>
      <p:graphicFrame>
        <p:nvGraphicFramePr>
          <p:cNvPr id="1714" name="D61_G1"/>
          <p:cNvGraphicFramePr/>
          <p:nvPr/>
        </p:nvGraphicFramePr>
        <p:xfrm>
          <a:off x="1364675" y="805249"/>
          <a:ext cx="6801876" cy="4205827"/>
        </p:xfrm>
        <a:graphic>
          <a:graphicData uri="http://schemas.openxmlformats.org/drawingml/2006/chart">
            <c:chart r:id="rIdManual1029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62/72</a:t>
            </a:r>
          </a:p>
        </p:txBody>
      </p:sp>
      <p:sp>
        <p:nvSpPr>
          <p:cNvPr id="1739" name="Captura de actividad pendiente"/>
          <p:cNvSpPr/>
          <p:nvPr>
            <p:ph type="pic"/>
          </p:nvPr>
        </p:nvSpPr>
        <p:spPr>
          <a:xfrm>
            <a:off x="1988125" y="749699"/>
            <a:ext cx="600042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63/72</a:t>
            </a:r>
          </a:p>
        </p:txBody>
      </p:sp>
      <p:graphicFrame>
        <p:nvGraphicFramePr>
          <p:cNvPr id="1748" name="D63_G1"/>
          <p:cNvGraphicFramePr/>
          <p:nvPr/>
        </p:nvGraphicFramePr>
        <p:xfrm>
          <a:off x="1195950" y="775999"/>
          <a:ext cx="6801876" cy="4205827"/>
        </p:xfrm>
        <a:graphic>
          <a:graphicData uri="http://schemas.openxmlformats.org/drawingml/2006/chart">
            <c:chart r:id="rIdManual1030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64/72</a:t>
            </a:r>
          </a:p>
        </p:txBody>
      </p:sp>
      <p:sp>
        <p:nvSpPr>
          <p:cNvPr id="1773" name="Captura de actividad pendiente"/>
          <p:cNvSpPr/>
          <p:nvPr>
            <p:ph type="pic"/>
          </p:nvPr>
        </p:nvSpPr>
        <p:spPr>
          <a:xfrm>
            <a:off x="2045850" y="785274"/>
            <a:ext cx="571760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65/72</a:t>
            </a:r>
          </a:p>
        </p:txBody>
      </p:sp>
      <p:graphicFrame>
        <p:nvGraphicFramePr>
          <p:cNvPr id="1782" name="D65_G1"/>
          <p:cNvGraphicFramePr/>
          <p:nvPr/>
        </p:nvGraphicFramePr>
        <p:xfrm>
          <a:off x="1578275" y="773724"/>
          <a:ext cx="6801876" cy="4205827"/>
        </p:xfrm>
        <a:graphic>
          <a:graphicData uri="http://schemas.openxmlformats.org/drawingml/2006/chart">
            <c:chart r:id="rIdManual1031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66/72</a:t>
            </a:r>
          </a:p>
        </p:txBody>
      </p:sp>
      <p:sp>
        <p:nvSpPr>
          <p:cNvPr id="1807" name="Captura de actividad pendiente"/>
          <p:cNvSpPr/>
          <p:nvPr>
            <p:ph type="pic"/>
          </p:nvPr>
        </p:nvSpPr>
        <p:spPr>
          <a:xfrm>
            <a:off x="1993900" y="749699"/>
            <a:ext cx="58537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67/72</a:t>
            </a:r>
          </a:p>
        </p:txBody>
      </p:sp>
      <p:graphicFrame>
        <p:nvGraphicFramePr>
          <p:cNvPr id="1816" name="D67_G1"/>
          <p:cNvGraphicFramePr/>
          <p:nvPr/>
        </p:nvGraphicFramePr>
        <p:xfrm>
          <a:off x="1376825" y="701774"/>
          <a:ext cx="6801876" cy="4205827"/>
        </p:xfrm>
        <a:graphic>
          <a:graphicData uri="http://schemas.openxmlformats.org/drawingml/2006/chart">
            <c:chart r:id="rIdManual1032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68/72</a:t>
            </a:r>
          </a:p>
        </p:txBody>
      </p:sp>
      <p:sp>
        <p:nvSpPr>
          <p:cNvPr id="1841" name="Captura de actividad pendiente"/>
          <p:cNvSpPr/>
          <p:nvPr>
            <p:ph type="pic"/>
          </p:nvPr>
        </p:nvSpPr>
        <p:spPr>
          <a:xfrm>
            <a:off x="1228600" y="785274"/>
            <a:ext cx="65900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69/72</a:t>
            </a:r>
          </a:p>
        </p:txBody>
      </p:sp>
      <p:graphicFrame>
        <p:nvGraphicFramePr>
          <p:cNvPr id="1850" name="D69_G1"/>
          <p:cNvGraphicFramePr/>
          <p:nvPr/>
        </p:nvGraphicFramePr>
        <p:xfrm>
          <a:off x="1171063" y="715699"/>
          <a:ext cx="6801876" cy="4205827"/>
        </p:xfrm>
        <a:graphic>
          <a:graphicData uri="http://schemas.openxmlformats.org/drawingml/2006/chart">
            <c:chart r:id="rIdManual1033"/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70/72</a:t>
            </a:r>
          </a:p>
        </p:txBody>
      </p:sp>
      <p:sp>
        <p:nvSpPr>
          <p:cNvPr id="1875" name="Captura de actividad pendiente"/>
          <p:cNvSpPr/>
          <p:nvPr>
            <p:ph type="pic"/>
          </p:nvPr>
        </p:nvSpPr>
        <p:spPr>
          <a:xfrm>
            <a:off x="1529175" y="785274"/>
            <a:ext cx="663969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71/72</a:t>
            </a:r>
          </a:p>
        </p:txBody>
      </p:sp>
      <p:graphicFrame>
        <p:nvGraphicFramePr>
          <p:cNvPr id="1880" name="D71_G1"/>
          <p:cNvGraphicFramePr/>
          <p:nvPr/>
        </p:nvGraphicFramePr>
        <p:xfrm>
          <a:off x="1547273" y="728925"/>
          <a:ext cx="6296400" cy="3893276"/>
        </p:xfrm>
        <a:graphic>
          <a:graphicData uri="http://schemas.openxmlformats.org/drawingml/2006/chart">
            <c:chart r:id="rIdManual1034"/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72/72</a:t>
            </a:r>
          </a:p>
        </p:txBody>
      </p:sp>
      <p:sp>
        <p:nvSpPr>
          <p:cNvPr id="1909" name="Captura de actividad pendiente"/>
          <p:cNvSpPr/>
          <p:nvPr>
            <p:ph type="pic"/>
          </p:nvPr>
        </p:nvSpPr>
        <p:spPr>
          <a:xfrm>
            <a:off x="1389175" y="785274"/>
            <a:ext cx="658703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