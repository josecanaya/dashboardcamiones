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163</c:v>
              </c:pt>
              <c:pt idx="1">
                <c:v>168.6</c:v>
              </c:pt>
              <c:pt idx="2">
                <c:v>171.5</c:v>
              </c:pt>
              <c:pt idx="3">
                <c:v>134.9</c:v>
              </c:pt>
              <c:pt idx="4">
                <c:v>103.5</c:v>
              </c:pt>
              <c:pt idx="5">
                <c:v>95.2</c:v>
              </c:pt>
              <c:pt idx="6">
                <c:v>122.1</c:v>
              </c:pt>
            </c:numLit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86.2</c:v>
              </c:pt>
              <c:pt idx="1">
                <c:v>58.2</c:v>
              </c:pt>
              <c:pt idx="2">
                <c:v>114.1</c:v>
              </c:pt>
              <c:pt idx="3">
                <c:v>40.9</c:v>
              </c:pt>
              <c:pt idx="4">
                <c:v>92.2</c:v>
              </c:pt>
              <c:pt idx="5">
                <c:v>94.3</c:v>
              </c:pt>
              <c:pt idx="6">
                <c:v>135.8</c:v>
              </c:pt>
            </c:numLit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151</c:v>
              </c:pt>
              <c:pt idx="1">
                <c:v>178</c:v>
              </c:pt>
              <c:pt idx="2">
                <c:v>195</c:v>
              </c:pt>
              <c:pt idx="3">
                <c:v>6</c:v>
              </c:pt>
              <c:pt idx="4">
                <c:v>66</c:v>
              </c:pt>
              <c:pt idx="5">
                <c:v>108</c:v>
              </c:pt>
              <c:pt idx="6">
                <c:v>128</c:v>
              </c:pt>
            </c:numLit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118</c:v>
              </c:pt>
              <c:pt idx="1">
                <c:v>78</c:v>
              </c:pt>
              <c:pt idx="2">
                <c:v>103</c:v>
              </c:pt>
              <c:pt idx="3">
                <c:v>5</c:v>
              </c:pt>
              <c:pt idx="4">
                <c:v>36</c:v>
              </c:pt>
              <c:pt idx="5">
                <c:v>83</c:v>
              </c:pt>
              <c:pt idx="6">
                <c:v>88</c:v>
              </c:pt>
            </c:numLit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104</c:v>
              </c:pt>
              <c:pt idx="1">
                <c:v>139</c:v>
              </c:pt>
              <c:pt idx="2">
                <c:v>81</c:v>
              </c:pt>
              <c:pt idx="3">
                <c:v>9</c:v>
              </c:pt>
              <c:pt idx="4">
                <c:v>92</c:v>
              </c:pt>
              <c:pt idx="5">
                <c:v>115</c:v>
              </c:pt>
              <c:pt idx="6">
                <c:v>93</c:v>
              </c:pt>
            </c:numLit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138</c:v>
              </c:pt>
              <c:pt idx="1">
                <c:v>87</c:v>
              </c:pt>
              <c:pt idx="2">
                <c:v>40</c:v>
              </c:pt>
              <c:pt idx="3">
                <c:v>19</c:v>
              </c:pt>
              <c:pt idx="4">
                <c:v>98</c:v>
              </c:pt>
              <c:pt idx="5">
                <c:v>87</c:v>
              </c:pt>
              <c:pt idx="6">
                <c:v>38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416.1</c:v>
              </c:pt>
              <c:pt idx="1">
                <c:v>339.4</c:v>
              </c:pt>
              <c:pt idx="2">
                <c:v>400.3</c:v>
              </c:pt>
              <c:pt idx="3">
                <c:v>437.8</c:v>
              </c:pt>
              <c:pt idx="4">
                <c:v>286.4</c:v>
              </c:pt>
              <c:pt idx="5">
                <c:v>405.8</c:v>
              </c:pt>
              <c:pt idx="6">
                <c:v>449.6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121</c:v>
              </c:pt>
              <c:pt idx="1">
                <c:v>94</c:v>
              </c:pt>
              <c:pt idx="2">
                <c:v>113</c:v>
              </c:pt>
              <c:pt idx="3">
                <c:v>145</c:v>
              </c:pt>
              <c:pt idx="4">
                <c:v>114</c:v>
              </c:pt>
              <c:pt idx="5">
                <c:v>171</c:v>
              </c:pt>
              <c:pt idx="6">
                <c:v>181</c:v>
              </c:pt>
              <c:pt idx="7">
                <c:v>120</c:v>
              </c:pt>
              <c:pt idx="8">
                <c:v>101</c:v>
              </c:pt>
              <c:pt idx="9">
                <c:v>130</c:v>
              </c:pt>
              <c:pt idx="10">
                <c:v>112</c:v>
              </c:pt>
              <c:pt idx="11">
                <c:v>140</c:v>
              </c:pt>
              <c:pt idx="12">
                <c:v>97</c:v>
              </c:pt>
              <c:pt idx="13">
                <c:v>126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135</c:v>
              </c:pt>
              <c:pt idx="1">
                <c:v>104</c:v>
              </c:pt>
              <c:pt idx="2">
                <c:v>86</c:v>
              </c:pt>
              <c:pt idx="3">
                <c:v>105</c:v>
              </c:pt>
              <c:pt idx="4">
                <c:v>65</c:v>
              </c:pt>
              <c:pt idx="5">
                <c:v>140</c:v>
              </c:pt>
              <c:pt idx="6">
                <c:v>85</c:v>
              </c:pt>
              <c:pt idx="7">
                <c:v>145</c:v>
              </c:pt>
              <c:pt idx="8">
                <c:v>113</c:v>
              </c:pt>
              <c:pt idx="9">
                <c:v>127</c:v>
              </c:pt>
              <c:pt idx="10">
                <c:v>89</c:v>
              </c:pt>
              <c:pt idx="11">
                <c:v>137</c:v>
              </c:pt>
              <c:pt idx="12">
                <c:v>87</c:v>
              </c:pt>
              <c:pt idx="13">
                <c:v>119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79</c:v>
              </c:pt>
              <c:pt idx="1">
                <c:v>92</c:v>
              </c:pt>
              <c:pt idx="2">
                <c:v>64</c:v>
              </c:pt>
              <c:pt idx="3">
                <c:v>70</c:v>
              </c:pt>
              <c:pt idx="4">
                <c:v>60</c:v>
              </c:pt>
              <c:pt idx="5">
                <c:v>59</c:v>
              </c:pt>
              <c:pt idx="6">
                <c:v>58</c:v>
              </c:pt>
              <c:pt idx="7">
                <c:v>68</c:v>
              </c:pt>
              <c:pt idx="8">
                <c:v>63</c:v>
              </c:pt>
              <c:pt idx="9">
                <c:v>71</c:v>
              </c:pt>
              <c:pt idx="10">
                <c:v>64</c:v>
              </c:pt>
              <c:pt idx="11">
                <c:v>62</c:v>
              </c:pt>
              <c:pt idx="12">
                <c:v>63</c:v>
              </c:pt>
              <c:pt idx="13">
                <c:v>61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376</c:v>
              </c:pt>
              <c:pt idx="1">
                <c:v>338</c:v>
              </c:pt>
              <c:pt idx="2">
                <c:v>316</c:v>
              </c:pt>
              <c:pt idx="3">
                <c:v>383</c:v>
              </c:pt>
              <c:pt idx="4">
                <c:v>304</c:v>
              </c:pt>
              <c:pt idx="5">
                <c:v>445</c:v>
              </c:pt>
              <c:pt idx="6">
                <c:v>389</c:v>
              </c:pt>
              <c:pt idx="7">
                <c:v>421</c:v>
              </c:pt>
              <c:pt idx="8">
                <c:v>346</c:v>
              </c:pt>
              <c:pt idx="9">
                <c:v>368</c:v>
              </c:pt>
              <c:pt idx="10">
                <c:v>296</c:v>
              </c:pt>
              <c:pt idx="11">
                <c:v>379</c:v>
              </c:pt>
              <c:pt idx="12">
                <c:v>276</c:v>
              </c:pt>
              <c:pt idx="13">
                <c:v>334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145</c:v>
              </c:pt>
              <c:pt idx="1">
                <c:v>62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120</c:v>
              </c:pt>
              <c:pt idx="1">
                <c:v>107</c:v>
              </c:pt>
              <c:pt idx="2">
                <c:v>105</c:v>
              </c:pt>
              <c:pt idx="3">
                <c:v>122</c:v>
              </c:pt>
              <c:pt idx="4">
                <c:v>117</c:v>
              </c:pt>
              <c:pt idx="5">
                <c:v>140</c:v>
              </c:pt>
              <c:pt idx="6">
                <c:v>137</c:v>
              </c:pt>
              <c:pt idx="7">
                <c:v>138</c:v>
              </c:pt>
              <c:pt idx="8">
                <c:v>80</c:v>
              </c:pt>
              <c:pt idx="9">
                <c:v>99</c:v>
              </c:pt>
              <c:pt idx="10">
                <c:v>163</c:v>
              </c:pt>
              <c:pt idx="11">
                <c:v>190</c:v>
              </c:pt>
              <c:pt idx="12">
                <c:v>116</c:v>
              </c:pt>
              <c:pt idx="13">
                <c:v>133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184</c:v>
              </c:pt>
              <c:pt idx="1">
                <c:v>180</c:v>
              </c:pt>
              <c:pt idx="2">
                <c:v>159</c:v>
              </c:pt>
              <c:pt idx="3">
                <c:v>170</c:v>
              </c:pt>
              <c:pt idx="4">
                <c:v>166</c:v>
              </c:pt>
              <c:pt idx="5">
                <c:v>188</c:v>
              </c:pt>
              <c:pt idx="6">
                <c:v>208</c:v>
              </c:pt>
              <c:pt idx="7">
                <c:v>186</c:v>
              </c:pt>
              <c:pt idx="8">
                <c:v>110</c:v>
              </c:pt>
              <c:pt idx="9">
                <c:v>146</c:v>
              </c:pt>
              <c:pt idx="10">
                <c:v>152</c:v>
              </c:pt>
              <c:pt idx="11">
                <c:v>215</c:v>
              </c:pt>
              <c:pt idx="12">
                <c:v>155</c:v>
              </c:pt>
              <c:pt idx="13">
                <c:v>208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326</c:v>
              </c:pt>
              <c:pt idx="1">
                <c:v>315</c:v>
              </c:pt>
              <c:pt idx="2">
                <c:v>287</c:v>
              </c:pt>
              <c:pt idx="3">
                <c:v>317</c:v>
              </c:pt>
              <c:pt idx="4">
                <c:v>306</c:v>
              </c:pt>
              <c:pt idx="5">
                <c:v>351</c:v>
              </c:pt>
              <c:pt idx="6">
                <c:v>361</c:v>
              </c:pt>
              <c:pt idx="7">
                <c:v>347</c:v>
              </c:pt>
              <c:pt idx="8">
                <c:v>241</c:v>
              </c:pt>
              <c:pt idx="9">
                <c:v>289</c:v>
              </c:pt>
              <c:pt idx="10">
                <c:v>353</c:v>
              </c:pt>
              <c:pt idx="11">
                <c:v>430</c:v>
              </c:pt>
              <c:pt idx="12">
                <c:v>319</c:v>
              </c:pt>
              <c:pt idx="13">
                <c:v>382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832</c:v>
              </c:pt>
              <c:pt idx="1">
                <c:v>838</c:v>
              </c:pt>
              <c:pt idx="2">
                <c:v>620</c:v>
              </c:pt>
              <c:pt idx="3">
                <c:v>630</c:v>
              </c:pt>
              <c:pt idx="4">
                <c:v>3</c:v>
              </c:pt>
              <c:pt idx="5">
                <c:v>38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102</c:v>
              </c:pt>
              <c:pt idx="1">
                <c:v>105</c:v>
              </c:pt>
              <c:pt idx="2">
                <c:v>188</c:v>
              </c:pt>
              <c:pt idx="3">
                <c:v>184</c:v>
              </c:pt>
              <c:pt idx="4">
                <c:v>0</c:v>
              </c:pt>
              <c:pt idx="5">
                <c:v>10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102</c:v>
              </c:pt>
              <c:pt idx="1">
                <c:v>112</c:v>
              </c:pt>
              <c:pt idx="2">
                <c:v>182</c:v>
              </c:pt>
              <c:pt idx="3">
                <c:v>184</c:v>
              </c:pt>
              <c:pt idx="4">
                <c:v>1</c:v>
              </c:pt>
              <c:pt idx="5">
                <c:v>6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95</c:v>
              </c:pt>
              <c:pt idx="1">
                <c:v>92</c:v>
              </c:pt>
              <c:pt idx="2">
                <c:v>136</c:v>
              </c:pt>
              <c:pt idx="3">
                <c:v>139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2</c:v>
              </c:pt>
              <c:pt idx="1">
                <c:v>2</c:v>
              </c:pt>
              <c:pt idx="2">
                <c:v>23</c:v>
              </c:pt>
              <c:pt idx="3">
                <c:v>30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141</c:v>
              </c:pt>
              <c:pt idx="1">
                <c:v>139</c:v>
              </c:pt>
              <c:pt idx="2">
                <c:v>37</c:v>
              </c:pt>
              <c:pt idx="3">
                <c:v>39</c:v>
              </c:pt>
              <c:pt idx="4">
                <c:v>0</c:v>
              </c:pt>
              <c:pt idx="5">
                <c:v>10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215</c:v>
              </c:pt>
              <c:pt idx="1">
                <c:v>220</c:v>
              </c:pt>
              <c:pt idx="2">
                <c:v>0</c:v>
              </c:pt>
              <c:pt idx="3">
                <c:v>0</c:v>
              </c:pt>
              <c:pt idx="4">
                <c:v>1</c:v>
              </c:pt>
              <c:pt idx="5">
                <c:v>11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176</c:v>
              </c:pt>
              <c:pt idx="1">
                <c:v>169</c:v>
              </c:pt>
              <c:pt idx="2">
                <c:v>54</c:v>
              </c:pt>
              <c:pt idx="3">
                <c:v>54</c:v>
              </c:pt>
              <c:pt idx="4">
                <c:v>1</c:v>
              </c:pt>
              <c:pt idx="5">
                <c:v>1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</c:v>
              </c:pt>
              <c:pt idx="1">
                <c:v>4</c:v>
              </c:pt>
              <c:pt idx="2">
                <c:v>2</c:v>
              </c:pt>
              <c:pt idx="3">
                <c:v>0</c:v>
              </c:pt>
              <c:pt idx="4">
                <c:v>92</c:v>
              </c:pt>
              <c:pt idx="5">
                <c:v>27</c:v>
              </c:pt>
              <c:pt idx="6">
                <c:v>31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55</c:v>
              </c:pt>
              <c:pt idx="1">
                <c:v>47</c:v>
              </c:pt>
              <c:pt idx="2">
                <c:v>7</c:v>
              </c:pt>
              <c:pt idx="3">
                <c:v>2</c:v>
              </c:pt>
              <c:pt idx="4">
                <c:v>40</c:v>
              </c:pt>
              <c:pt idx="5">
                <c:v>51</c:v>
              </c:pt>
              <c:pt idx="6">
                <c:v>40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</c:formatCode>
              <c:ptCount val="2"/>
              <c:pt idx="0">
                <c:v>361</c:v>
              </c:pt>
              <c:pt idx="1">
                <c:v>92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55</c:v>
              </c:pt>
              <c:pt idx="1">
                <c:v>70</c:v>
              </c:pt>
              <c:pt idx="2">
                <c:v>70</c:v>
              </c:pt>
              <c:pt idx="3">
                <c:v>10</c:v>
              </c:pt>
              <c:pt idx="4">
                <c:v>36</c:v>
              </c:pt>
              <c:pt idx="5">
                <c:v>63</c:v>
              </c:pt>
              <c:pt idx="6">
                <c:v>74</c:v>
              </c:pt>
            </c:numLit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21</c:v>
              </c:pt>
              <c:pt idx="1">
                <c:v>16</c:v>
              </c:pt>
              <c:pt idx="2">
                <c:v>17</c:v>
              </c:pt>
              <c:pt idx="3">
                <c:v>6</c:v>
              </c:pt>
              <c:pt idx="4">
                <c:v>15</c:v>
              </c:pt>
              <c:pt idx="5">
                <c:v>12</c:v>
              </c:pt>
              <c:pt idx="6">
                <c:v>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</c:v>
              </c:pt>
              <c:pt idx="1">
                <c:v>31</c:v>
              </c:pt>
              <c:pt idx="2">
                <c:v>13</c:v>
              </c:pt>
              <c:pt idx="3">
                <c:v>4</c:v>
              </c:pt>
              <c:pt idx="4">
                <c:v>5</c:v>
              </c:pt>
              <c:pt idx="5">
                <c:v>1</c:v>
              </c:pt>
              <c:pt idx="6">
                <c:v>4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523</c:v>
              </c:pt>
              <c:pt idx="1">
                <c:v>488</c:v>
              </c:pt>
              <c:pt idx="2">
                <c:v>444</c:v>
              </c:pt>
              <c:pt idx="3">
                <c:v>54</c:v>
              </c:pt>
              <c:pt idx="4">
                <c:v>291</c:v>
              </c:pt>
              <c:pt idx="5">
                <c:v>479</c:v>
              </c:pt>
              <c:pt idx="6">
                <c:v>414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502</c:v>
              </c:pt>
              <c:pt idx="1">
                <c:v>627</c:v>
              </c:pt>
              <c:pt idx="2">
                <c:v>641</c:v>
              </c:pt>
              <c:pt idx="3">
                <c:v>227</c:v>
              </c:pt>
              <c:pt idx="4">
                <c:v>694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150</c:v>
              </c:pt>
              <c:pt idx="1">
                <c:v>167</c:v>
              </c:pt>
              <c:pt idx="2">
                <c:v>138</c:v>
              </c:pt>
              <c:pt idx="3">
                <c:v>28</c:v>
              </c:pt>
              <c:pt idx="4">
                <c:v>40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150</c:v>
              </c:pt>
              <c:pt idx="1">
                <c:v>112</c:v>
              </c:pt>
              <c:pt idx="2">
                <c:v>107</c:v>
              </c:pt>
              <c:pt idx="3">
                <c:v>0</c:v>
              </c:pt>
              <c:pt idx="4">
                <c:v>119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44</c:v>
              </c:pt>
              <c:pt idx="1">
                <c:v>128</c:v>
              </c:pt>
              <c:pt idx="2">
                <c:v>142</c:v>
              </c:pt>
              <c:pt idx="3">
                <c:v>0</c:v>
              </c:pt>
              <c:pt idx="4">
                <c:v>130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18</c:v>
              </c:pt>
              <c:pt idx="3">
                <c:v>0</c:v>
              </c:pt>
              <c:pt idx="4">
                <c:v>36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28</c:v>
              </c:pt>
              <c:pt idx="1">
                <c:v>99</c:v>
              </c:pt>
              <c:pt idx="2">
                <c:v>29</c:v>
              </c:pt>
              <c:pt idx="3">
                <c:v>26</c:v>
              </c:pt>
              <c:pt idx="4">
                <c:v>109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130</c:v>
              </c:pt>
              <c:pt idx="1">
                <c:v>121</c:v>
              </c:pt>
              <c:pt idx="2">
                <c:v>57</c:v>
              </c:pt>
              <c:pt idx="3">
                <c:v>47</c:v>
              </c:pt>
              <c:pt idx="4">
                <c:v>124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151</c:v>
              </c:pt>
              <c:pt idx="3">
                <c:v>127</c:v>
              </c:pt>
              <c:pt idx="4">
                <c:v>136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10/09 al 16/09/2026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16/09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7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3.423</a:t>
            </a:r>
            <a:endParaRPr sz="3150"/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valor reportado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2.557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523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155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188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42025" y="1284563"/>
            <a:ext cx="3583200" cy="1693812"/>
          </a:xfrm>
          <a:prstGeom prst="roundRect">
            <a:avLst/>
          </a:prstGeom>
          <a:solidFill>
            <a:srgbClr val="F3F6F5"/>
          </a:solidFill>
          <a:ln w="9525">
            <a:solidFill>
              <a:srgbClr val="C7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62025" y="1555572"/>
            <a:ext cx="3343200" cy="74527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0B5A43"/>
                </a:solidFill>
                <a:latin typeface="Inter"/>
              </a:rPr>
              <a:t>2.557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62025" y="2300850"/>
            <a:ext cx="3343200" cy="5081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34343"/>
                </a:solidFill>
                <a:latin typeface="Inter"/>
              </a:rPr>
              <a:t>R7 · Terminal de embarque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416400" y="1572352"/>
            <a:ext cx="33104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circuito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416400" y="1902352"/>
            <a:ext cx="820723" cy="4887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R5 · Volcable 1</a:t>
            </a:r>
          </a:p>
        </p:txBody>
      </p:sp>
      <p:sp>
        <p:nvSpPr>
          <p:cNvPr id="1125" name="Rectangle 1124"/>
          <p:cNvSpPr/>
          <p:nvPr/>
        </p:nvSpPr>
        <p:spPr>
          <a:xfrm>
            <a:off x="1277123" y="2000098"/>
            <a:ext cx="2121271" cy="293237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TextBox 1125"/>
          <p:cNvSpPr txBox="1"/>
          <p:nvPr/>
        </p:nvSpPr>
        <p:spPr>
          <a:xfrm>
            <a:off x="2618394" y="2000098"/>
            <a:ext cx="740000" cy="293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361</a:t>
            </a:r>
          </a:p>
        </p:txBody>
      </p:sp>
      <p:sp>
        <p:nvSpPr>
          <p:cNvPr id="1127" name="TextBox 1126"/>
          <p:cNvSpPr txBox="1"/>
          <p:nvPr/>
        </p:nvSpPr>
        <p:spPr>
          <a:xfrm>
            <a:off x="416400" y="2391081"/>
            <a:ext cx="820723" cy="4887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R6 · Volcable 2</a:t>
            </a:r>
          </a:p>
        </p:txBody>
      </p:sp>
      <p:sp>
        <p:nvSpPr>
          <p:cNvPr id="1128" name="Rectangle 1127"/>
          <p:cNvSpPr/>
          <p:nvPr/>
        </p:nvSpPr>
        <p:spPr>
          <a:xfrm>
            <a:off x="1277123" y="2488827"/>
            <a:ext cx="540600" cy="293237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TextBox 1128"/>
          <p:cNvSpPr txBox="1"/>
          <p:nvPr/>
        </p:nvSpPr>
        <p:spPr>
          <a:xfrm>
            <a:off x="1842723" y="2488827"/>
            <a:ext cx="780000" cy="293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92</a:t>
            </a:r>
          </a:p>
        </p:txBody>
      </p:sp>
      <p:sp>
        <p:nvSpPr>
          <p:cNvPr id="1130" name="TextBox 1129"/>
          <p:cNvSpPr txBox="1"/>
          <p:nvPr/>
        </p:nvSpPr>
        <p:spPr>
          <a:xfrm>
            <a:off x="416400" y="2879810"/>
            <a:ext cx="820723" cy="4887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R4 · Silos Kepler</a:t>
            </a:r>
          </a:p>
        </p:txBody>
      </p:sp>
      <p:sp>
        <p:nvSpPr>
          <p:cNvPr id="1131" name="Rectangle 1130"/>
          <p:cNvSpPr/>
          <p:nvPr/>
        </p:nvSpPr>
        <p:spPr>
          <a:xfrm>
            <a:off x="1277123" y="2977556"/>
            <a:ext cx="235043" cy="293237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TextBox 1131"/>
          <p:cNvSpPr txBox="1"/>
          <p:nvPr/>
        </p:nvSpPr>
        <p:spPr>
          <a:xfrm>
            <a:off x="1537166" y="2977556"/>
            <a:ext cx="780000" cy="293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