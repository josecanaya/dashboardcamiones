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1"/>
              <c:pt idx="0">
                <c:v>R7 Terminal de embarque</c:v>
              </c:pt>
            </c:strLit>
          </c:cat>
          <c:val>
            <c:numLit>
              <c:formatCode>0</c:formatCode>
              <c:ptCount val="1"/>
              <c:pt idx="0">
                <c:v>1122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138.8</c:v>
              </c:pt>
              <c:pt idx="1">
                <c:v>92.7</c:v>
              </c:pt>
              <c:pt idx="2">
                <c:v>87.4</c:v>
              </c:pt>
              <c:pt idx="3">
                <c:v>70</c:v>
              </c:pt>
              <c:pt idx="4">
                <c:v>84.3</c:v>
              </c:pt>
              <c:pt idx="5">
                <c:v>75.5</c:v>
              </c:pt>
              <c:pt idx="6">
                <c:v>0</c:v>
              </c:pt>
            </c:numLit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192</c:v>
              </c:pt>
              <c:pt idx="1">
                <c:v>66.2</c:v>
              </c:pt>
              <c:pt idx="2">
                <c:v>94.5</c:v>
              </c:pt>
              <c:pt idx="3">
                <c:v>79.5</c:v>
              </c:pt>
              <c:pt idx="4">
                <c:v>44.7</c:v>
              </c:pt>
              <c:pt idx="5">
                <c:v>53.8</c:v>
              </c:pt>
              <c:pt idx="6">
                <c:v>0</c:v>
              </c:pt>
            </c:numLit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131</c:v>
              </c:pt>
              <c:pt idx="1">
                <c:v>129</c:v>
              </c:pt>
              <c:pt idx="2">
                <c:v>83</c:v>
              </c:pt>
              <c:pt idx="3">
                <c:v>28</c:v>
              </c:pt>
              <c:pt idx="4">
                <c:v>31</c:v>
              </c:pt>
              <c:pt idx="5">
                <c:v>38</c:v>
              </c:pt>
              <c:pt idx="6">
                <c:v>0</c:v>
              </c:pt>
            </c:numLit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91</c:v>
              </c:pt>
              <c:pt idx="1">
                <c:v>65</c:v>
              </c:pt>
              <c:pt idx="2">
                <c:v>27</c:v>
              </c:pt>
              <c:pt idx="3">
                <c:v>17</c:v>
              </c:pt>
              <c:pt idx="4">
                <c:v>39</c:v>
              </c:pt>
              <c:pt idx="5">
                <c:v>20</c:v>
              </c:pt>
              <c:pt idx="6">
                <c:v>0</c:v>
              </c:pt>
            </c:numLit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92</c:v>
              </c:pt>
              <c:pt idx="1">
                <c:v>86</c:v>
              </c:pt>
              <c:pt idx="2">
                <c:v>32</c:v>
              </c:pt>
              <c:pt idx="3">
                <c:v>23</c:v>
              </c:pt>
              <c:pt idx="4">
                <c:v>26</c:v>
              </c:pt>
              <c:pt idx="5">
                <c:v>14</c:v>
              </c:pt>
              <c:pt idx="6">
                <c:v>0</c:v>
              </c:pt>
            </c:numLit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62</c:v>
              </c:pt>
              <c:pt idx="1">
                <c:v>63</c:v>
              </c:pt>
              <c:pt idx="2">
                <c:v>32</c:v>
              </c:pt>
              <c:pt idx="3">
                <c:v>35</c:v>
              </c:pt>
              <c:pt idx="4">
                <c:v>34</c:v>
              </c:pt>
              <c:pt idx="5">
                <c:v>20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0.0</c:formatCode>
              <c:ptCount val="7"/>
              <c:pt idx="0">
                <c:v>372.3</c:v>
              </c:pt>
              <c:pt idx="1">
                <c:v>359.8</c:v>
              </c:pt>
              <c:pt idx="2">
                <c:v>226.5</c:v>
              </c:pt>
              <c:pt idx="3">
                <c:v>232.2</c:v>
              </c:pt>
              <c:pt idx="4">
                <c:v>225.8</c:v>
              </c:pt>
              <c:pt idx="5">
                <c:v>261</c:v>
              </c:pt>
              <c:pt idx="6">
                <c:v>0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121</c:v>
              </c:pt>
              <c:pt idx="1">
                <c:v>94</c:v>
              </c:pt>
              <c:pt idx="2">
                <c:v>113</c:v>
              </c:pt>
              <c:pt idx="3">
                <c:v>145</c:v>
              </c:pt>
              <c:pt idx="4">
                <c:v>114</c:v>
              </c:pt>
              <c:pt idx="5">
                <c:v>171</c:v>
              </c:pt>
              <c:pt idx="6">
                <c:v>181</c:v>
              </c:pt>
              <c:pt idx="7">
                <c:v>120</c:v>
              </c:pt>
              <c:pt idx="8">
                <c:v>101</c:v>
              </c:pt>
              <c:pt idx="9">
                <c:v>130</c:v>
              </c:pt>
              <c:pt idx="10">
                <c:v>112</c:v>
              </c:pt>
              <c:pt idx="11">
                <c:v>140</c:v>
              </c:pt>
              <c:pt idx="12">
                <c:v>97</c:v>
              </c:pt>
              <c:pt idx="13">
                <c:v>126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135</c:v>
              </c:pt>
              <c:pt idx="1">
                <c:v>104</c:v>
              </c:pt>
              <c:pt idx="2">
                <c:v>86</c:v>
              </c:pt>
              <c:pt idx="3">
                <c:v>105</c:v>
              </c:pt>
              <c:pt idx="4">
                <c:v>65</c:v>
              </c:pt>
              <c:pt idx="5">
                <c:v>140</c:v>
              </c:pt>
              <c:pt idx="6">
                <c:v>85</c:v>
              </c:pt>
              <c:pt idx="7">
                <c:v>145</c:v>
              </c:pt>
              <c:pt idx="8">
                <c:v>113</c:v>
              </c:pt>
              <c:pt idx="9">
                <c:v>127</c:v>
              </c:pt>
              <c:pt idx="10">
                <c:v>89</c:v>
              </c:pt>
              <c:pt idx="11">
                <c:v>137</c:v>
              </c:pt>
              <c:pt idx="12">
                <c:v>87</c:v>
              </c:pt>
              <c:pt idx="13">
                <c:v>119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79</c:v>
              </c:pt>
              <c:pt idx="1">
                <c:v>92</c:v>
              </c:pt>
              <c:pt idx="2">
                <c:v>64</c:v>
              </c:pt>
              <c:pt idx="3">
                <c:v>70</c:v>
              </c:pt>
              <c:pt idx="4">
                <c:v>60</c:v>
              </c:pt>
              <c:pt idx="5">
                <c:v>59</c:v>
              </c:pt>
              <c:pt idx="6">
                <c:v>58</c:v>
              </c:pt>
              <c:pt idx="7">
                <c:v>68</c:v>
              </c:pt>
              <c:pt idx="8">
                <c:v>63</c:v>
              </c:pt>
              <c:pt idx="9">
                <c:v>71</c:v>
              </c:pt>
              <c:pt idx="10">
                <c:v>64</c:v>
              </c:pt>
              <c:pt idx="11">
                <c:v>62</c:v>
              </c:pt>
              <c:pt idx="12">
                <c:v>63</c:v>
              </c:pt>
              <c:pt idx="13">
                <c:v>61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376</c:v>
              </c:pt>
              <c:pt idx="1">
                <c:v>338</c:v>
              </c:pt>
              <c:pt idx="2">
                <c:v>316</c:v>
              </c:pt>
              <c:pt idx="3">
                <c:v>383</c:v>
              </c:pt>
              <c:pt idx="4">
                <c:v>304</c:v>
              </c:pt>
              <c:pt idx="5">
                <c:v>445</c:v>
              </c:pt>
              <c:pt idx="6">
                <c:v>389</c:v>
              </c:pt>
              <c:pt idx="7">
                <c:v>421</c:v>
              </c:pt>
              <c:pt idx="8">
                <c:v>346</c:v>
              </c:pt>
              <c:pt idx="9">
                <c:v>368</c:v>
              </c:pt>
              <c:pt idx="10">
                <c:v>296</c:v>
              </c:pt>
              <c:pt idx="11">
                <c:v>379</c:v>
              </c:pt>
              <c:pt idx="12">
                <c:v>276</c:v>
              </c:pt>
              <c:pt idx="13">
                <c:v>334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Lunes</c:v>
              </c:pt>
              <c:pt idx="1">
                <c:v>Martes</c:v>
              </c:pt>
            </c:strLit>
          </c:cat>
          <c:val>
            <c:numLit>
              <c:formatCode>0</c:formatCode>
              <c:ptCount val="2"/>
              <c:pt idx="0">
                <c:v>16</c:v>
              </c:pt>
              <c:pt idx="1">
                <c:v>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3"/>
              <c:pt idx="0">
                <c:v>R5 Volcable 1</c:v>
              </c:pt>
              <c:pt idx="1">
                <c:v>R6 Volcable 2</c:v>
              </c:pt>
              <c:pt idx="2">
                <c:v>R4 Silos Kepler</c:v>
              </c:pt>
            </c:strLit>
          </c:cat>
          <c:val>
            <c:numLit>
              <c:formatCode>0</c:formatCode>
              <c:ptCount val="3"/>
              <c:pt idx="0">
                <c:v>217</c:v>
              </c:pt>
              <c:pt idx="1">
                <c:v>16</c:v>
              </c:pt>
              <c:pt idx="2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120</c:v>
              </c:pt>
              <c:pt idx="1">
                <c:v>107</c:v>
              </c:pt>
              <c:pt idx="2">
                <c:v>105</c:v>
              </c:pt>
              <c:pt idx="3">
                <c:v>122</c:v>
              </c:pt>
              <c:pt idx="4">
                <c:v>117</c:v>
              </c:pt>
              <c:pt idx="5">
                <c:v>140</c:v>
              </c:pt>
              <c:pt idx="6">
                <c:v>137</c:v>
              </c:pt>
              <c:pt idx="7">
                <c:v>138</c:v>
              </c:pt>
              <c:pt idx="8">
                <c:v>80</c:v>
              </c:pt>
              <c:pt idx="9">
                <c:v>99</c:v>
              </c:pt>
              <c:pt idx="10">
                <c:v>163</c:v>
              </c:pt>
              <c:pt idx="11">
                <c:v>190</c:v>
              </c:pt>
              <c:pt idx="12">
                <c:v>116</c:v>
              </c:pt>
              <c:pt idx="13">
                <c:v>133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184</c:v>
              </c:pt>
              <c:pt idx="1">
                <c:v>180</c:v>
              </c:pt>
              <c:pt idx="2">
                <c:v>159</c:v>
              </c:pt>
              <c:pt idx="3">
                <c:v>170</c:v>
              </c:pt>
              <c:pt idx="4">
                <c:v>166</c:v>
              </c:pt>
              <c:pt idx="5">
                <c:v>188</c:v>
              </c:pt>
              <c:pt idx="6">
                <c:v>208</c:v>
              </c:pt>
              <c:pt idx="7">
                <c:v>186</c:v>
              </c:pt>
              <c:pt idx="8">
                <c:v>110</c:v>
              </c:pt>
              <c:pt idx="9">
                <c:v>146</c:v>
              </c:pt>
              <c:pt idx="10">
                <c:v>152</c:v>
              </c:pt>
              <c:pt idx="11">
                <c:v>215</c:v>
              </c:pt>
              <c:pt idx="12">
                <c:v>155</c:v>
              </c:pt>
              <c:pt idx="13">
                <c:v>208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</c:formatCode>
              <c:ptCount val="14"/>
              <c:pt idx="0">
                <c:v>326</c:v>
              </c:pt>
              <c:pt idx="1">
                <c:v>315</c:v>
              </c:pt>
              <c:pt idx="2">
                <c:v>287</c:v>
              </c:pt>
              <c:pt idx="3">
                <c:v>317</c:v>
              </c:pt>
              <c:pt idx="4">
                <c:v>306</c:v>
              </c:pt>
              <c:pt idx="5">
                <c:v>351</c:v>
              </c:pt>
              <c:pt idx="6">
                <c:v>361</c:v>
              </c:pt>
              <c:pt idx="7">
                <c:v>347</c:v>
              </c:pt>
              <c:pt idx="8">
                <c:v>241</c:v>
              </c:pt>
              <c:pt idx="9">
                <c:v>289</c:v>
              </c:pt>
              <c:pt idx="10">
                <c:v>353</c:v>
              </c:pt>
              <c:pt idx="11">
                <c:v>430</c:v>
              </c:pt>
              <c:pt idx="12">
                <c:v>319</c:v>
              </c:pt>
              <c:pt idx="13">
                <c:v>382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255</c:v>
              </c:pt>
              <c:pt idx="1">
                <c:v>242</c:v>
              </c:pt>
              <c:pt idx="2">
                <c:v>537</c:v>
              </c:pt>
              <c:pt idx="3">
                <c:v>544</c:v>
              </c:pt>
              <c:pt idx="4">
                <c:v>23</c:v>
              </c:pt>
              <c:pt idx="5">
                <c:v>29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138</c:v>
              </c:pt>
              <c:pt idx="1">
                <c:v>146</c:v>
              </c:pt>
              <c:pt idx="2">
                <c:v>91</c:v>
              </c:pt>
              <c:pt idx="3">
                <c:v>91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32</c:v>
              </c:pt>
              <c:pt idx="1">
                <c:v>33</c:v>
              </c:pt>
              <c:pt idx="2">
                <c:v>161</c:v>
              </c:pt>
              <c:pt idx="3">
                <c:v>168</c:v>
              </c:pt>
              <c:pt idx="4">
                <c:v>1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39</c:v>
              </c:pt>
              <c:pt idx="1">
                <c:v>36</c:v>
              </c:pt>
              <c:pt idx="2">
                <c:v>52</c:v>
              </c:pt>
              <c:pt idx="3">
                <c:v>51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0</c:v>
              </c:pt>
              <c:pt idx="2">
                <c:v>46</c:v>
              </c:pt>
              <c:pt idx="3">
                <c:v>53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46</c:v>
              </c:pt>
              <c:pt idx="1">
                <c:v>26</c:v>
              </c:pt>
              <c:pt idx="2">
                <c:v>77</c:v>
              </c:pt>
              <c:pt idx="3">
                <c:v>68</c:v>
              </c:pt>
              <c:pt idx="4">
                <c:v>22</c:v>
              </c:pt>
              <c:pt idx="5">
                <c:v>19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1</c:v>
              </c:pt>
              <c:pt idx="2">
                <c:v>110</c:v>
              </c:pt>
              <c:pt idx="3">
                <c:v>115</c:v>
              </c:pt>
              <c:pt idx="4">
                <c:v>0</c:v>
              </c:pt>
              <c:pt idx="5">
                <c:v>10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36</c:v>
              </c:pt>
              <c:pt idx="1">
                <c:v>12</c:v>
              </c:pt>
              <c:pt idx="2">
                <c:v>0</c:v>
              </c:pt>
              <c:pt idx="3">
                <c:v>0</c:v>
              </c:pt>
              <c:pt idx="4">
                <c:v>112</c:v>
              </c:pt>
              <c:pt idx="5">
                <c:v>104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49</c:v>
              </c:pt>
              <c:pt idx="1">
                <c:v>39</c:v>
              </c:pt>
              <c:pt idx="2">
                <c:v>16</c:v>
              </c:pt>
              <c:pt idx="3">
                <c:v>4</c:v>
              </c:pt>
              <c:pt idx="4">
                <c:v>62</c:v>
              </c:pt>
              <c:pt idx="5">
                <c:v>35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</c:formatCode>
              <c:ptCount val="2"/>
              <c:pt idx="0">
                <c:v>254</c:v>
              </c:pt>
              <c:pt idx="1">
                <c:v>53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68</c:v>
              </c:pt>
              <c:pt idx="1">
                <c:v>60</c:v>
              </c:pt>
              <c:pt idx="2">
                <c:v>41</c:v>
              </c:pt>
              <c:pt idx="3">
                <c:v>14</c:v>
              </c:pt>
              <c:pt idx="4">
                <c:v>56</c:v>
              </c:pt>
              <c:pt idx="5">
                <c:v>25</c:v>
              </c:pt>
              <c:pt idx="6">
                <c:v>0</c:v>
              </c:pt>
            </c:numLit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12</c:v>
              </c:pt>
              <c:pt idx="1">
                <c:v>7</c:v>
              </c:pt>
              <c:pt idx="2">
                <c:v>17</c:v>
              </c:pt>
              <c:pt idx="3">
                <c:v>8</c:v>
              </c:pt>
              <c:pt idx="4">
                <c:v>8</c:v>
              </c:pt>
              <c:pt idx="5">
                <c:v>14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3</c:v>
              </c:pt>
              <c:pt idx="1">
                <c:v>4</c:v>
              </c:pt>
              <c:pt idx="2">
                <c:v>7</c:v>
              </c:pt>
              <c:pt idx="3">
                <c:v>13</c:v>
              </c:pt>
              <c:pt idx="4">
                <c:v>99</c:v>
              </c:pt>
              <c:pt idx="5">
                <c:v>103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</c:formatCode>
              <c:ptCount val="7"/>
              <c:pt idx="0">
                <c:v>400</c:v>
              </c:pt>
              <c:pt idx="1">
                <c:v>325</c:v>
              </c:pt>
              <c:pt idx="2">
                <c:v>185</c:v>
              </c:pt>
              <c:pt idx="3">
                <c:v>97</c:v>
              </c:pt>
              <c:pt idx="4">
                <c:v>126</c:v>
              </c:pt>
              <c:pt idx="5">
                <c:v>109</c:v>
              </c:pt>
              <c:pt idx="6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31</c:v>
              </c:pt>
              <c:pt idx="1">
                <c:v>175</c:v>
              </c:pt>
              <c:pt idx="2">
                <c:v>233</c:v>
              </c:pt>
              <c:pt idx="3">
                <c:v>235</c:v>
              </c:pt>
              <c:pt idx="4">
                <c:v>568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138</c:v>
              </c:pt>
              <c:pt idx="3">
                <c:v>129</c:v>
              </c:pt>
              <c:pt idx="4">
                <c:v>133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30</c:v>
              </c:pt>
              <c:pt idx="1">
                <c:v>39</c:v>
              </c:pt>
              <c:pt idx="2">
                <c:v>78</c:v>
              </c:pt>
              <c:pt idx="3">
                <c:v>80</c:v>
              </c:pt>
              <c:pt idx="4">
                <c:v>98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1</c:v>
              </c:pt>
              <c:pt idx="1">
                <c:v>43</c:v>
              </c:pt>
              <c:pt idx="2">
                <c:v>0</c:v>
              </c:pt>
              <c:pt idx="3">
                <c:v>26</c:v>
              </c:pt>
              <c:pt idx="4">
                <c:v>115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15</c:v>
              </c:pt>
              <c:pt idx="3">
                <c:v>0</c:v>
              </c:pt>
              <c:pt idx="4">
                <c:v>82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44</c:v>
              </c:pt>
              <c:pt idx="2">
                <c:v>0</c:v>
              </c:pt>
              <c:pt idx="3">
                <c:v>0</c:v>
              </c:pt>
              <c:pt idx="4">
                <c:v>82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49</c:v>
              </c:pt>
              <c:pt idx="2">
                <c:v>2</c:v>
              </c:pt>
              <c:pt idx="3">
                <c:v>0</c:v>
              </c:pt>
              <c:pt idx="4">
                <c:v>58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17/09 al 22/09/2026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17/09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22/09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1.721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1.304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234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159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24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17/09 14h</a:t>
            </a: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1615</a:t>
            </a: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14.1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116 horas con actividad</a:t>
            </a: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21/09 08h</a:t>
            </a: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</a:t>
            </a: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5.1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56 horas con actividad</a:t>
            </a: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21/09 10h</a:t>
            </a: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204</a:t>
            </a: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2.9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86 horas con actividad</a:t>
            </a: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138 horas con actividad</a:t>
            </a: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298</a:t>
            </a: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3.8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131 horas con actividad</a:t>
            </a: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215</a:t>
            </a: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207</a:t>
            </a: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9.8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127 horas con actividad</a:t>
            </a: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1242</a:t>
            </a: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