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1122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138.8</c:v>
              </c:pt>
              <c:pt idx="1">
                <c:v>92.7</c:v>
              </c:pt>
              <c:pt idx="2">
                <c:v>87.4</c:v>
              </c:pt>
              <c:pt idx="3">
                <c:v>70</c:v>
              </c:pt>
              <c:pt idx="4">
                <c:v>84.3</c:v>
              </c:pt>
              <c:pt idx="5">
                <c:v>75.5</c:v>
              </c:pt>
              <c:pt idx="6">
                <c:v>0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192</c:v>
              </c:pt>
              <c:pt idx="1">
                <c:v>66.2</c:v>
              </c:pt>
              <c:pt idx="2">
                <c:v>94.5</c:v>
              </c:pt>
              <c:pt idx="3">
                <c:v>79.5</c:v>
              </c:pt>
              <c:pt idx="4">
                <c:v>44.7</c:v>
              </c:pt>
              <c:pt idx="5">
                <c:v>53.8</c:v>
              </c:pt>
              <c:pt idx="6">
                <c:v>0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131</c:v>
              </c:pt>
              <c:pt idx="1">
                <c:v>129</c:v>
              </c:pt>
              <c:pt idx="2">
                <c:v>83</c:v>
              </c:pt>
              <c:pt idx="3">
                <c:v>28</c:v>
              </c:pt>
              <c:pt idx="4">
                <c:v>31</c:v>
              </c:pt>
              <c:pt idx="5">
                <c:v>38</c:v>
              </c:pt>
              <c:pt idx="6">
                <c:v>0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91</c:v>
              </c:pt>
              <c:pt idx="1">
                <c:v>65</c:v>
              </c:pt>
              <c:pt idx="2">
                <c:v>27</c:v>
              </c:pt>
              <c:pt idx="3">
                <c:v>17</c:v>
              </c:pt>
              <c:pt idx="4">
                <c:v>39</c:v>
              </c:pt>
              <c:pt idx="5">
                <c:v>20</c:v>
              </c:pt>
              <c:pt idx="6">
                <c:v>0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92</c:v>
              </c:pt>
              <c:pt idx="1">
                <c:v>86</c:v>
              </c:pt>
              <c:pt idx="2">
                <c:v>32</c:v>
              </c:pt>
              <c:pt idx="3">
                <c:v>23</c:v>
              </c:pt>
              <c:pt idx="4">
                <c:v>26</c:v>
              </c:pt>
              <c:pt idx="5">
                <c:v>14</c:v>
              </c:pt>
              <c:pt idx="6">
                <c:v>0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62</c:v>
              </c:pt>
              <c:pt idx="1">
                <c:v>63</c:v>
              </c:pt>
              <c:pt idx="2">
                <c:v>32</c:v>
              </c:pt>
              <c:pt idx="3">
                <c:v>35</c:v>
              </c:pt>
              <c:pt idx="4">
                <c:v>34</c:v>
              </c:pt>
              <c:pt idx="5">
                <c:v>20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372.3</c:v>
              </c:pt>
              <c:pt idx="1">
                <c:v>359.8</c:v>
              </c:pt>
              <c:pt idx="2">
                <c:v>226.5</c:v>
              </c:pt>
              <c:pt idx="3">
                <c:v>232.2</c:v>
              </c:pt>
              <c:pt idx="4">
                <c:v>225.8</c:v>
              </c:pt>
              <c:pt idx="5">
                <c:v>261</c:v>
              </c:pt>
              <c:pt idx="6">
                <c:v>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16</c:v>
              </c:pt>
              <c:pt idx="1">
                <c:v>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217</c:v>
              </c:pt>
              <c:pt idx="1">
                <c:v>16</c:v>
              </c:pt>
              <c:pt idx="2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255</c:v>
              </c:pt>
              <c:pt idx="1">
                <c:v>242</c:v>
              </c:pt>
              <c:pt idx="2">
                <c:v>537</c:v>
              </c:pt>
              <c:pt idx="3">
                <c:v>544</c:v>
              </c:pt>
              <c:pt idx="4">
                <c:v>23</c:v>
              </c:pt>
              <c:pt idx="5">
                <c:v>29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138</c:v>
              </c:pt>
              <c:pt idx="1">
                <c:v>146</c:v>
              </c:pt>
              <c:pt idx="2">
                <c:v>91</c:v>
              </c:pt>
              <c:pt idx="3">
                <c:v>91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32</c:v>
              </c:pt>
              <c:pt idx="1">
                <c:v>33</c:v>
              </c:pt>
              <c:pt idx="2">
                <c:v>161</c:v>
              </c:pt>
              <c:pt idx="3">
                <c:v>168</c:v>
              </c:pt>
              <c:pt idx="4">
                <c:v>1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39</c:v>
              </c:pt>
              <c:pt idx="1">
                <c:v>36</c:v>
              </c:pt>
              <c:pt idx="2">
                <c:v>52</c:v>
              </c:pt>
              <c:pt idx="3">
                <c:v>51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46</c:v>
              </c:pt>
              <c:pt idx="3">
                <c:v>53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46</c:v>
              </c:pt>
              <c:pt idx="1">
                <c:v>26</c:v>
              </c:pt>
              <c:pt idx="2">
                <c:v>77</c:v>
              </c:pt>
              <c:pt idx="3">
                <c:v>68</c:v>
              </c:pt>
              <c:pt idx="4">
                <c:v>22</c:v>
              </c:pt>
              <c:pt idx="5">
                <c:v>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1</c:v>
              </c:pt>
              <c:pt idx="2">
                <c:v>110</c:v>
              </c:pt>
              <c:pt idx="3">
                <c:v>115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36</c:v>
              </c:pt>
              <c:pt idx="1">
                <c:v>12</c:v>
              </c:pt>
              <c:pt idx="2">
                <c:v>0</c:v>
              </c:pt>
              <c:pt idx="3">
                <c:v>0</c:v>
              </c:pt>
              <c:pt idx="4">
                <c:v>112</c:v>
              </c:pt>
              <c:pt idx="5">
                <c:v>104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49</c:v>
              </c:pt>
              <c:pt idx="1">
                <c:v>39</c:v>
              </c:pt>
              <c:pt idx="2">
                <c:v>16</c:v>
              </c:pt>
              <c:pt idx="3">
                <c:v>4</c:v>
              </c:pt>
              <c:pt idx="4">
                <c:v>62</c:v>
              </c:pt>
              <c:pt idx="5">
                <c:v>35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254</c:v>
              </c:pt>
              <c:pt idx="1">
                <c:v>53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68</c:v>
              </c:pt>
              <c:pt idx="1">
                <c:v>60</c:v>
              </c:pt>
              <c:pt idx="2">
                <c:v>41</c:v>
              </c:pt>
              <c:pt idx="3">
                <c:v>14</c:v>
              </c:pt>
              <c:pt idx="4">
                <c:v>56</c:v>
              </c:pt>
              <c:pt idx="5">
                <c:v>25</c:v>
              </c:pt>
              <c:pt idx="6">
                <c:v>0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12</c:v>
              </c:pt>
              <c:pt idx="1">
                <c:v>7</c:v>
              </c:pt>
              <c:pt idx="2">
                <c:v>17</c:v>
              </c:pt>
              <c:pt idx="3">
                <c:v>8</c:v>
              </c:pt>
              <c:pt idx="4">
                <c:v>8</c:v>
              </c:pt>
              <c:pt idx="5">
                <c:v>14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</c:v>
              </c:pt>
              <c:pt idx="1">
                <c:v>4</c:v>
              </c:pt>
              <c:pt idx="2">
                <c:v>7</c:v>
              </c:pt>
              <c:pt idx="3">
                <c:v>13</c:v>
              </c:pt>
              <c:pt idx="4">
                <c:v>99</c:v>
              </c:pt>
              <c:pt idx="5">
                <c:v>103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400</c:v>
              </c:pt>
              <c:pt idx="1">
                <c:v>325</c:v>
              </c:pt>
              <c:pt idx="2">
                <c:v>185</c:v>
              </c:pt>
              <c:pt idx="3">
                <c:v>97</c:v>
              </c:pt>
              <c:pt idx="4">
                <c:v>126</c:v>
              </c:pt>
              <c:pt idx="5">
                <c:v>109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31</c:v>
              </c:pt>
              <c:pt idx="1">
                <c:v>175</c:v>
              </c:pt>
              <c:pt idx="2">
                <c:v>233</c:v>
              </c:pt>
              <c:pt idx="3">
                <c:v>235</c:v>
              </c:pt>
              <c:pt idx="4">
                <c:v>568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138</c:v>
              </c:pt>
              <c:pt idx="3">
                <c:v>129</c:v>
              </c:pt>
              <c:pt idx="4">
                <c:v>133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30</c:v>
              </c:pt>
              <c:pt idx="1">
                <c:v>39</c:v>
              </c:pt>
              <c:pt idx="2">
                <c:v>78</c:v>
              </c:pt>
              <c:pt idx="3">
                <c:v>80</c:v>
              </c:pt>
              <c:pt idx="4">
                <c:v>98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</c:v>
              </c:pt>
              <c:pt idx="1">
                <c:v>43</c:v>
              </c:pt>
              <c:pt idx="2">
                <c:v>0</c:v>
              </c:pt>
              <c:pt idx="3">
                <c:v>26</c:v>
              </c:pt>
              <c:pt idx="4">
                <c:v>115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44</c:v>
              </c:pt>
              <c:pt idx="2">
                <c:v>0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49</c:v>
              </c:pt>
              <c:pt idx="2">
                <c:v>2</c:v>
              </c:pt>
              <c:pt idx="3">
                <c:v>0</c:v>
              </c:pt>
              <c:pt idx="4">
                <c:v>58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