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InterMedium-regular.fntdata"/><Relationship Id="rId83" Type="http://schemas.openxmlformats.org/officeDocument/2006/relationships/font" Target="fonts/InterExtraBold-boldItalic.fntdata"/><Relationship Id="rId42" Type="http://schemas.openxmlformats.org/officeDocument/2006/relationships/slide" Target="slides/slide37.xml"/><Relationship Id="rId86" Type="http://schemas.openxmlformats.org/officeDocument/2006/relationships/font" Target="fonts/InterMedium-italic.fntdata"/><Relationship Id="rId41" Type="http://schemas.openxmlformats.org/officeDocument/2006/relationships/slide" Target="slides/slide36.xml"/><Relationship Id="rId85" Type="http://schemas.openxmlformats.org/officeDocument/2006/relationships/font" Target="fonts/InterMedium-bold.fntdata"/><Relationship Id="rId44" Type="http://schemas.openxmlformats.org/officeDocument/2006/relationships/slide" Target="slides/slide39.xml"/><Relationship Id="rId88" Type="http://schemas.openxmlformats.org/officeDocument/2006/relationships/font" Target="fonts/InterExtraLight-regular.fntdata"/><Relationship Id="rId43" Type="http://schemas.openxmlformats.org/officeDocument/2006/relationships/slide" Target="slides/slide38.xml"/><Relationship Id="rId87" Type="http://schemas.openxmlformats.org/officeDocument/2006/relationships/font" Target="fonts/InterMedium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InterExtraLight-bold.fntdata"/><Relationship Id="rId80" Type="http://schemas.openxmlformats.org/officeDocument/2006/relationships/font" Target="fonts/Inter-italic.fntdata"/><Relationship Id="rId82" Type="http://schemas.openxmlformats.org/officeDocument/2006/relationships/font" Target="fonts/InterExtraBold-bold.fntdata"/><Relationship Id="rId81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Inter-bold.fntdata"/><Relationship Id="rId34" Type="http://schemas.openxmlformats.org/officeDocument/2006/relationships/slide" Target="slides/slide29.xml"/><Relationship Id="rId78" Type="http://schemas.openxmlformats.org/officeDocument/2006/relationships/font" Target="fonts/Inter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InterExtraLight-boldItalic.fntdata"/><Relationship Id="rId90" Type="http://schemas.openxmlformats.org/officeDocument/2006/relationships/font" Target="fonts/InterExtraLight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1/72</a:t>
            </a:r>
            <a:endParaRPr lang="es-A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1323" l="0" r="22499" t="19083"/>
          <a:stretch/>
        </p:blipFill>
        <p:spPr>
          <a:xfrm>
            <a:off x="1001525" y="1007175"/>
            <a:ext cx="7104050" cy="30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002.text.74"/>
          <p:cNvSpPr txBox="1"/>
          <p:nvPr/>
        </p:nvSpPr>
        <p:spPr>
          <a:xfrm>
            <a:off x="2970724" y="774375"/>
            <a:ext cx="4383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Periodo Analizado desde 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/09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hasta 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16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/09</a:t>
            </a:r>
            <a:endParaRPr sz="11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" name="s002.text.75"/>
          <p:cNvSpPr/>
          <p:nvPr/>
        </p:nvSpPr>
        <p:spPr>
          <a:xfrm>
            <a:off x="7185606" y="1287028"/>
            <a:ext cx="689100" cy="254100"/>
          </a:xfrm>
          <a:prstGeom prst="flowChartAlternateProcess">
            <a:avLst/>
          </a:prstGeom>
          <a:solidFill>
            <a:srgbClr val="1D6950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Pág.3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6" name="s002.text.76"/>
          <p:cNvSpPr/>
          <p:nvPr/>
        </p:nvSpPr>
        <p:spPr>
          <a:xfrm>
            <a:off x="7185606" y="1852893"/>
            <a:ext cx="689100" cy="254100"/>
          </a:xfrm>
          <a:prstGeom prst="flowChartAlternateProcess">
            <a:avLst/>
          </a:prstGeom>
          <a:solidFill>
            <a:srgbClr val="5B8E49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Pág.4-18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7" name="s002.text.77"/>
          <p:cNvSpPr/>
          <p:nvPr/>
        </p:nvSpPr>
        <p:spPr>
          <a:xfrm>
            <a:off x="7185606" y="2468132"/>
            <a:ext cx="689100" cy="254100"/>
          </a:xfrm>
          <a:prstGeom prst="flowChartAlternateProcess">
            <a:avLst/>
          </a:prstGeom>
          <a:solidFill>
            <a:srgbClr val="D5A927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Pág.19-26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8" name="s002.text.78"/>
          <p:cNvSpPr/>
          <p:nvPr/>
        </p:nvSpPr>
        <p:spPr>
          <a:xfrm>
            <a:off x="7185606" y="3058690"/>
            <a:ext cx="689100" cy="254100"/>
          </a:xfrm>
          <a:prstGeom prst="flowChartAlternateProcess">
            <a:avLst/>
          </a:prstGeom>
          <a:solidFill>
            <a:srgbClr val="D89123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Pág.27-32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9" name="s002.text.79"/>
          <p:cNvSpPr/>
          <p:nvPr/>
        </p:nvSpPr>
        <p:spPr>
          <a:xfrm>
            <a:off x="7185606" y="3649236"/>
            <a:ext cx="689100" cy="254100"/>
          </a:xfrm>
          <a:prstGeom prst="flowChartAlternateProcess">
            <a:avLst/>
          </a:prstGeom>
          <a:solidFill>
            <a:srgbClr val="2D678C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Pág.33-51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836375" y="4161650"/>
            <a:ext cx="6269100" cy="424800"/>
          </a:xfrm>
          <a:prstGeom prst="rect">
            <a:avLst/>
          </a:prstGeom>
          <a:solidFill>
            <a:srgbClr val="D5A6BD">
              <a:alpha val="26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1753675" y="4136600"/>
            <a:ext cx="546300" cy="4749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882525" y="4243100"/>
            <a:ext cx="288600" cy="261900"/>
          </a:xfrm>
          <a:prstGeom prst="ellipse">
            <a:avLst/>
          </a:prstGeom>
          <a:solidFill>
            <a:srgbClr val="351C7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" name="s002.text.83"/>
          <p:cNvSpPr txBox="1"/>
          <p:nvPr/>
        </p:nvSpPr>
        <p:spPr>
          <a:xfrm>
            <a:off x="1893500" y="4197050"/>
            <a:ext cx="35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6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84" name="s002.text.84"/>
          <p:cNvSpPr/>
          <p:nvPr/>
        </p:nvSpPr>
        <p:spPr>
          <a:xfrm>
            <a:off x="7185606" y="4239761"/>
            <a:ext cx="689100" cy="254100"/>
          </a:xfrm>
          <a:prstGeom prst="flowChartAlternateProcess">
            <a:avLst/>
          </a:prstGeom>
          <a:solidFill>
            <a:srgbClr val="0B1F60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Pág.52-72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85" name="s002.text.85"/>
          <p:cNvSpPr txBox="1"/>
          <p:nvPr/>
        </p:nvSpPr>
        <p:spPr>
          <a:xfrm>
            <a:off x="2464625" y="4210775"/>
            <a:ext cx="210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E4B"/>
                </a:solidFill>
              </a:rPr>
              <a:t>Actividad de Volcables</a:t>
            </a:r>
            <a:endParaRPr b="1" sz="1200">
              <a:solidFill>
                <a:srgbClr val="153E4B"/>
              </a:solidFill>
            </a:endParaRPr>
          </a:p>
        </p:txBody>
      </p:sp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2/72</a:t>
            </a:r>
            <a:endParaRPr lang="es-A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4729146" y="2924525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CD5F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91" name="Google Shape;91;p15"/>
          <p:cNvSpPr/>
          <p:nvPr/>
        </p:nvSpPr>
        <p:spPr>
          <a:xfrm>
            <a:off x="2538570" y="2924525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92" name="Google Shape;92;p15"/>
          <p:cNvSpPr/>
          <p:nvPr/>
        </p:nvSpPr>
        <p:spPr>
          <a:xfrm>
            <a:off x="405425" y="2935836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36A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68256" l="0" r="0" t="0"/>
          <a:stretch/>
        </p:blipFill>
        <p:spPr>
          <a:xfrm>
            <a:off x="263100" y="1146425"/>
            <a:ext cx="8716599" cy="137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003.text.98"/>
          <p:cNvSpPr txBox="1"/>
          <p:nvPr/>
        </p:nvSpPr>
        <p:spPr>
          <a:xfrm>
            <a:off x="936606" y="1859825"/>
            <a:ext cx="1067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92454"/>
                </a:solidFill>
                <a:highlight>
                  <a:srgbClr val="F2F7FE"/>
                </a:highlight>
                <a:latin typeface="Inter"/>
                <a:ea typeface="Inter"/>
                <a:cs typeface="Inter"/>
                <a:sym typeface="Inter"/>
              </a:rPr>
              <a:t>                   </a:t>
            </a:r>
            <a:r>
              <a:rPr b="1" lang="es" sz="2000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10/09</a:t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s003.text.99"/>
          <p:cNvSpPr txBox="1"/>
          <p:nvPr/>
        </p:nvSpPr>
        <p:spPr>
          <a:xfrm>
            <a:off x="4054825" y="2029025"/>
            <a:ext cx="42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92454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7</a:t>
            </a:r>
            <a:endParaRPr b="1" sz="2600">
              <a:solidFill>
                <a:srgbClr val="092454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s003.text.100"/>
          <p:cNvSpPr txBox="1"/>
          <p:nvPr/>
        </p:nvSpPr>
        <p:spPr>
          <a:xfrm>
            <a:off x="2781117" y="3265067"/>
            <a:ext cx="1294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</a:t>
            </a:r>
            <a:r>
              <a:rPr lang="es" sz="2413">
                <a:solidFill>
                  <a:srgbClr val="E5A119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523</a:t>
            </a:r>
            <a:endParaRPr sz="2912">
              <a:solidFill>
                <a:srgbClr val="E5A119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" name="s003.text.101"/>
          <p:cNvSpPr txBox="1"/>
          <p:nvPr/>
        </p:nvSpPr>
        <p:spPr>
          <a:xfrm>
            <a:off x="523331" y="3232932"/>
            <a:ext cx="1584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29">
                <a:solidFill>
                  <a:srgbClr val="3C8A40"/>
                </a:solidFill>
                <a:highlight>
                  <a:srgbClr val="FDFDFD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2557</a:t>
            </a:r>
            <a:endParaRPr sz="2778">
              <a:solidFill>
                <a:srgbClr val="3C8A40"/>
              </a:solidFill>
              <a:highlight>
                <a:srgbClr val="FDFDFD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2" name="s003.text.102"/>
          <p:cNvSpPr txBox="1"/>
          <p:nvPr/>
        </p:nvSpPr>
        <p:spPr>
          <a:xfrm>
            <a:off x="4996181" y="32650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</a:t>
            </a:r>
            <a:r>
              <a:rPr lang="es" sz="2313">
                <a:solidFill>
                  <a:srgbClr val="FA700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155</a:t>
            </a:r>
            <a:endParaRPr sz="3228">
              <a:solidFill>
                <a:srgbClr val="FA700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s003.text.103"/>
          <p:cNvSpPr txBox="1"/>
          <p:nvPr/>
        </p:nvSpPr>
        <p:spPr>
          <a:xfrm>
            <a:off x="936425" y="2941325"/>
            <a:ext cx="75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36A03"/>
                </a:solidFill>
                <a:latin typeface="Inter"/>
                <a:ea typeface="Inter"/>
                <a:cs typeface="Inter"/>
                <a:sym typeface="Inter"/>
              </a:rPr>
              <a:t>SOJA </a:t>
            </a:r>
            <a:endParaRPr b="1" sz="1500">
              <a:solidFill>
                <a:srgbClr val="036A0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s003.text.104"/>
          <p:cNvSpPr txBox="1"/>
          <p:nvPr/>
        </p:nvSpPr>
        <p:spPr>
          <a:xfrm>
            <a:off x="2920600" y="2945075"/>
            <a:ext cx="109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BF9000"/>
                </a:solidFill>
                <a:latin typeface="Inter"/>
                <a:ea typeface="Inter"/>
                <a:cs typeface="Inter"/>
                <a:sym typeface="Inter"/>
              </a:rPr>
              <a:t>GIRASOL  </a:t>
            </a:r>
            <a:endParaRPr b="1" sz="1500">
              <a:solidFill>
                <a:srgbClr val="BF9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s003.text.105"/>
          <p:cNvSpPr txBox="1"/>
          <p:nvPr/>
        </p:nvSpPr>
        <p:spPr>
          <a:xfrm>
            <a:off x="5046838" y="2948975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D5F14"/>
                </a:solidFill>
                <a:latin typeface="Inter"/>
                <a:ea typeface="Inter"/>
                <a:cs typeface="Inter"/>
                <a:sym typeface="Inter"/>
              </a:rPr>
              <a:t>LÍQUIDOS </a:t>
            </a:r>
            <a:endParaRPr b="1">
              <a:solidFill>
                <a:srgbClr val="CD5F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s003.text.106"/>
          <p:cNvSpPr txBox="1"/>
          <p:nvPr/>
        </p:nvSpPr>
        <p:spPr>
          <a:xfrm>
            <a:off x="2504374" y="2110975"/>
            <a:ext cx="9207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s003.text.107"/>
          <p:cNvSpPr txBox="1"/>
          <p:nvPr/>
        </p:nvSpPr>
        <p:spPr>
          <a:xfrm>
            <a:off x="5385060" y="1719250"/>
            <a:ext cx="36501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volumen:  3423 camiones</a:t>
            </a:r>
            <a:endParaRPr b="1" sz="17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02425" y="2941325"/>
            <a:ext cx="1560300" cy="11379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2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25" lIns="71625" spcFirstLastPara="1" rIns="71625" wrap="square" tIns="7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7"/>
          </a:p>
        </p:txBody>
      </p:sp>
      <p:sp>
        <p:nvSpPr>
          <p:cNvPr id="109" name="s003.text.109"/>
          <p:cNvSpPr txBox="1"/>
          <p:nvPr/>
        </p:nvSpPr>
        <p:spPr>
          <a:xfrm>
            <a:off x="6983831" y="327732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</a:t>
            </a:r>
            <a:r>
              <a:rPr lang="es" sz="2313">
                <a:solidFill>
                  <a:srgbClr val="4285F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188</a:t>
            </a:r>
            <a:endParaRPr sz="3228">
              <a:solidFill>
                <a:srgbClr val="4285F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s003.text.110"/>
          <p:cNvSpPr txBox="1"/>
          <p:nvPr/>
        </p:nvSpPr>
        <p:spPr>
          <a:xfrm>
            <a:off x="7164013" y="2952713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PELLET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04300" y="3846175"/>
            <a:ext cx="16638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04300" y="3846175"/>
            <a:ext cx="1002000" cy="69900"/>
          </a:xfrm>
          <a:prstGeom prst="roundRect">
            <a:avLst>
              <a:gd fmla="val 16667" name="adj"/>
            </a:avLst>
          </a:prstGeom>
          <a:solidFill>
            <a:srgbClr val="3C8A4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842724" y="3856650"/>
            <a:ext cx="14538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842724" y="3856650"/>
            <a:ext cx="224100" cy="69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796191" y="3846175"/>
            <a:ext cx="16923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796188" y="3846175"/>
            <a:ext cx="150000" cy="699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641925" y="3846175"/>
            <a:ext cx="16203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2641925" y="3846175"/>
            <a:ext cx="249900" cy="69900"/>
          </a:xfrm>
          <a:prstGeom prst="roundRect">
            <a:avLst>
              <a:gd fmla="val 16667" name="adj"/>
            </a:avLst>
          </a:prstGeom>
          <a:solidFill>
            <a:srgbClr val="E5A1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3/72</a:t>
            </a:r>
            <a:endParaRPr lang="es-A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4/72</a:t>
            </a:r>
            <a:endParaRPr lang="es-A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title="Chart"/>
          <p:cNvPicPr preferRelativeResize="0"/>
          <p:nvPr/>
        </p:nvPicPr>
        <p:blipFill rotWithShape="1">
          <a:blip r:embed="rId3">
            <a:alphaModFix/>
          </a:blip>
          <a:srcRect b="0" l="0" r="0" t="12034"/>
          <a:stretch/>
        </p:blipFill>
        <p:spPr>
          <a:xfrm>
            <a:off x="4691086" y="1370979"/>
            <a:ext cx="3532260" cy="192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7" name="Google Shape;137;p17" title="Chart"/>
          <p:cNvPicPr preferRelativeResize="0"/>
          <p:nvPr/>
        </p:nvPicPr>
        <p:blipFill rotWithShape="1">
          <a:blip r:embed="rId7">
            <a:alphaModFix/>
          </a:blip>
          <a:srcRect b="0" l="0" r="0" t="11801"/>
          <a:stretch/>
        </p:blipFill>
        <p:spPr>
          <a:xfrm>
            <a:off x="542025" y="1284563"/>
            <a:ext cx="3583200" cy="169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5/72</a:t>
            </a:r>
            <a:endParaRPr lang="es-A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6/72</a:t>
            </a:r>
            <a:endParaRPr lang="es-A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7/72</a:t>
            </a:r>
            <a:endParaRPr lang="es-A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8/72</a:t>
            </a:r>
            <a:endParaRPr lang="es-A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9/72</a:t>
            </a:r>
            <a:endParaRPr lang="es-A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10/72</a:t>
            </a:r>
            <a:endParaRPr lang="es-A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11/72</a:t>
            </a:r>
            <a:endParaRPr lang="es-AR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12/72</a:t>
            </a:r>
            <a:endParaRPr lang="es-AR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13/72</a:t>
            </a:r>
            <a:endParaRPr lang="es-AR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14/72</a:t>
            </a:r>
            <a:endParaRPr lang="es-AR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27" title="Puntuación obtenida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1763" y="7411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15/72</a:t>
            </a:r>
            <a:endParaRPr lang="es-AR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16/72</a:t>
            </a:r>
            <a:endParaRPr lang="es-AR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29" title="Puntuación log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275" y="1346499"/>
            <a:ext cx="4225575" cy="261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29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00" y="1289324"/>
            <a:ext cx="4416474" cy="2730853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17/72</a:t>
            </a:r>
            <a:endParaRPr lang="es-AR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18/72</a:t>
            </a:r>
            <a:endParaRPr lang="es-AR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19/72</a:t>
            </a:r>
            <a:endParaRPr lang="es-AR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60" name="Google Shape;760;p32" title="Puntuación lograda"/>
          <p:cNvPicPr preferRelativeResize="0"/>
          <p:nvPr/>
        </p:nvPicPr>
        <p:blipFill rotWithShape="1">
          <a:blip r:embed="rId6">
            <a:alphaModFix/>
          </a:blip>
          <a:srcRect b="0" l="0" r="0" t="11606"/>
          <a:stretch/>
        </p:blipFill>
        <p:spPr>
          <a:xfrm>
            <a:off x="3591150" y="1341900"/>
            <a:ext cx="5428950" cy="2967401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20/72</a:t>
            </a:r>
            <a:endParaRPr lang="es-AR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21/72</a:t>
            </a:r>
            <a:endParaRPr lang="es-AR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22/72</a:t>
            </a:r>
            <a:endParaRPr lang="es-AR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23/72</a:t>
            </a:r>
            <a:endParaRPr lang="es-AR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24/72</a:t>
            </a:r>
            <a:endParaRPr lang="es-AR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3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5150" y="7431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25/72</a:t>
            </a:r>
            <a:endParaRPr lang="es-AR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26/72</a:t>
            </a:r>
            <a:endParaRPr lang="es-AR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27/72</a:t>
            </a:r>
            <a:endParaRPr lang="es-AR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40" title="Gráfico"/>
          <p:cNvPicPr preferRelativeResize="0"/>
          <p:nvPr/>
        </p:nvPicPr>
        <p:blipFill rotWithShape="1">
          <a:blip r:embed="rId3">
            <a:alphaModFix/>
          </a:blip>
          <a:srcRect b="0" l="0" r="0" t="11285"/>
          <a:stretch/>
        </p:blipFill>
        <p:spPr>
          <a:xfrm>
            <a:off x="3805154" y="1172153"/>
            <a:ext cx="4118034" cy="225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092" name="Google Shape;1092;p40" title="Gráfico"/>
          <p:cNvPicPr preferRelativeResize="0"/>
          <p:nvPr/>
        </p:nvPicPr>
        <p:blipFill rotWithShape="1">
          <a:blip r:embed="rId7">
            <a:alphaModFix/>
          </a:blip>
          <a:srcRect b="0" l="0" r="0" t="12250"/>
          <a:stretch/>
        </p:blipFill>
        <p:spPr>
          <a:xfrm>
            <a:off x="416400" y="1572352"/>
            <a:ext cx="3310476" cy="1796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28/72</a:t>
            </a:r>
            <a:endParaRPr lang="es-AR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29/72</a:t>
            </a:r>
            <a:endParaRPr lang="es-AR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30/72</a:t>
            </a:r>
            <a:endParaRPr lang="es-AR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43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9000" y="852825"/>
            <a:ext cx="4282599" cy="24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43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9125" y="883324"/>
            <a:ext cx="4404201" cy="2565447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31/72</a:t>
            </a:r>
            <a:endParaRPr lang="es-AR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32/72</a:t>
            </a:r>
            <a:endParaRPr lang="es-AR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33/72</a:t>
            </a:r>
            <a:endParaRPr lang="es-AR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785274"/>
            <a:ext cx="8839199" cy="4145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34/72</a:t>
            </a:r>
            <a:endParaRPr lang="es-AR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47" title="Gráfico"/>
          <p:cNvPicPr preferRelativeResize="0"/>
          <p:nvPr/>
        </p:nvPicPr>
        <p:blipFill rotWithShape="1">
          <a:blip r:embed="rId3">
            <a:alphaModFix/>
          </a:blip>
          <a:srcRect b="0" l="0" r="0" t="10410"/>
          <a:stretch/>
        </p:blipFill>
        <p:spPr>
          <a:xfrm>
            <a:off x="2145725" y="1388549"/>
            <a:ext cx="4625775" cy="2562529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35/72</a:t>
            </a:r>
            <a:endParaRPr lang="es-AR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48" title="Puntuación log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050" y="960625"/>
            <a:ext cx="7309251" cy="3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36/72</a:t>
            </a:r>
            <a:endParaRPr lang="es-AR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16" name="Google Shape;131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2188" y="785274"/>
            <a:ext cx="5861024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37/72</a:t>
            </a:r>
            <a:endParaRPr lang="es-AR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50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7852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38/72</a:t>
            </a:r>
            <a:endParaRPr lang="es-AR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0" name="Google Shape;135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1075" y="785274"/>
            <a:ext cx="5435088" cy="30283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39/72</a:t>
            </a:r>
            <a:endParaRPr lang="es-AR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52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50" y="7554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40/72</a:t>
            </a:r>
            <a:endParaRPr lang="es-AR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4" name="Google Shape;138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8500" y="749699"/>
            <a:ext cx="5830890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41/72</a:t>
            </a:r>
            <a:endParaRPr lang="es-AR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54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447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42/72</a:t>
            </a:r>
            <a:endParaRPr lang="es-AR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8" name="Google Shape;141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5875" y="785274"/>
            <a:ext cx="5663951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43/72</a:t>
            </a:r>
            <a:endParaRPr lang="es-AR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56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001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44/72</a:t>
            </a:r>
            <a:endParaRPr lang="es-AR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2" name="Google Shape;145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8475" y="749699"/>
            <a:ext cx="5758407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45/72</a:t>
            </a:r>
            <a:endParaRPr lang="es-AR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58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6328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46/72</a:t>
            </a:r>
            <a:endParaRPr lang="es-AR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86" name="Google Shape;148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6350" y="749699"/>
            <a:ext cx="5884944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47/72</a:t>
            </a:r>
            <a:endParaRPr lang="es-AR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60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299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48/72</a:t>
            </a:r>
            <a:endParaRPr lang="es-AR"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20" name="Google Shape;1520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063800" y="-2487492"/>
            <a:ext cx="17880076" cy="11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3413" y="785274"/>
            <a:ext cx="5968527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49/72</a:t>
            </a:r>
            <a:endParaRPr lang="es-AR"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62" title="Puntuación lograda"/>
          <p:cNvPicPr preferRelativeResize="0"/>
          <p:nvPr/>
        </p:nvPicPr>
        <p:blipFill rotWithShape="1">
          <a:blip r:embed="rId3">
            <a:alphaModFix/>
          </a:blip>
          <a:srcRect b="0" l="0" r="0" t="10666"/>
          <a:stretch/>
        </p:blipFill>
        <p:spPr>
          <a:xfrm>
            <a:off x="451325" y="1664024"/>
            <a:ext cx="3724275" cy="20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7" name="Google Shape;1547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1300" y="1253536"/>
            <a:ext cx="4663600" cy="239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50/72</a:t>
            </a:r>
            <a:endParaRPr lang="es-AR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63" title="Gráfico"/>
          <p:cNvPicPr preferRelativeResize="0"/>
          <p:nvPr/>
        </p:nvPicPr>
        <p:blipFill rotWithShape="1">
          <a:blip r:embed="rId6">
            <a:alphaModFix/>
          </a:blip>
          <a:srcRect b="0" l="0" r="0" t="10969"/>
          <a:stretch/>
        </p:blipFill>
        <p:spPr>
          <a:xfrm>
            <a:off x="304800" y="1714849"/>
            <a:ext cx="3583650" cy="197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8950" y="1091524"/>
            <a:ext cx="4950750" cy="25513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51/72</a:t>
            </a:r>
            <a:endParaRPr lang="es-AR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52/72</a:t>
            </a:r>
            <a:endParaRPr lang="es-AR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65" title="Puntuación obtenida"/>
          <p:cNvPicPr preferRelativeResize="0"/>
          <p:nvPr/>
        </p:nvPicPr>
        <p:blipFill rotWithShape="1">
          <a:blip r:embed="rId6">
            <a:alphaModFix/>
          </a:blip>
          <a:srcRect b="0" l="0" r="0" t="10482"/>
          <a:stretch/>
        </p:blipFill>
        <p:spPr>
          <a:xfrm>
            <a:off x="3084725" y="3342750"/>
            <a:ext cx="2537325" cy="15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65" title="Puntuación obtenida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913" y="691450"/>
            <a:ext cx="6345525" cy="24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53/72</a:t>
            </a:r>
            <a:endParaRPr lang="es-AR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9" name="Google Shape;1609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1075" y="749699"/>
            <a:ext cx="5853199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54/72</a:t>
            </a:r>
            <a:endParaRPr lang="es-AR"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p6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4125" y="944525"/>
            <a:ext cx="5025024" cy="310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55/72</a:t>
            </a:r>
            <a:endParaRPr lang="es-AR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68"/>
          <p:cNvPicPr preferRelativeResize="0"/>
          <p:nvPr/>
        </p:nvPicPr>
        <p:blipFill rotWithShape="1">
          <a:blip r:embed="rId6">
            <a:alphaModFix/>
          </a:blip>
          <a:srcRect b="0" l="0" r="13472" t="17342"/>
          <a:stretch/>
        </p:blipFill>
        <p:spPr>
          <a:xfrm>
            <a:off x="1579513" y="1115325"/>
            <a:ext cx="6329875" cy="27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56/72</a:t>
            </a:r>
            <a:endParaRPr lang="es-AR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6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337" y="1754675"/>
            <a:ext cx="5038674" cy="3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57/72</a:t>
            </a:r>
            <a:endParaRPr lang="es-AR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70" title="Gráfico"/>
          <p:cNvPicPr preferRelativeResize="0"/>
          <p:nvPr/>
        </p:nvPicPr>
        <p:blipFill rotWithShape="1">
          <a:blip r:embed="rId6">
            <a:alphaModFix/>
          </a:blip>
          <a:srcRect b="0" l="0" r="0" t="11426"/>
          <a:stretch/>
        </p:blipFill>
        <p:spPr>
          <a:xfrm>
            <a:off x="1808375" y="809650"/>
            <a:ext cx="6101025" cy="33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58/72</a:t>
            </a:r>
            <a:endParaRPr lang="es-AR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71" title="Puntuación obtenida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1275" y="6853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59/72</a:t>
            </a:r>
            <a:endParaRPr lang="es-AR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5" name="Google Shape;170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3150" y="815836"/>
            <a:ext cx="5750760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60/72</a:t>
            </a:r>
            <a:endParaRPr lang="es-AR" sz="1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73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4675" y="805249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61/72</a:t>
            </a:r>
            <a:endParaRPr lang="es-AR"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39" name="Google Shape;173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8125" y="749699"/>
            <a:ext cx="6000423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62/72</a:t>
            </a:r>
            <a:endParaRPr lang="es-AR" sz="1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75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5950" y="7759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63/72</a:t>
            </a:r>
            <a:endParaRPr lang="es-AR" sz="1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3" name="Google Shape;177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5850" y="785274"/>
            <a:ext cx="5717603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64/72</a:t>
            </a:r>
            <a:endParaRPr lang="es-AR" sz="1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7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8275" y="7737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65/72</a:t>
            </a:r>
            <a:endParaRPr lang="es-AR"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7" name="Google Shape;1807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3900" y="749699"/>
            <a:ext cx="5853724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66/72</a:t>
            </a:r>
            <a:endParaRPr lang="es-AR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79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6825" y="7017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67/72</a:t>
            </a:r>
            <a:endParaRPr lang="es-AR" sz="1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1" name="Google Shape;184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8600" y="785274"/>
            <a:ext cx="6590051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68/72</a:t>
            </a:r>
            <a:endParaRPr lang="es-AR" sz="1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81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7156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69/72</a:t>
            </a:r>
            <a:endParaRPr lang="es-AR"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75" name="Google Shape;1875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9175" y="785274"/>
            <a:ext cx="6639693" cy="302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70/72</a:t>
            </a:r>
            <a:endParaRPr lang="es-AR"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0" name="Google Shape;1880;p83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273" y="728925"/>
            <a:ext cx="6296400" cy="389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71/72</a:t>
            </a:r>
            <a:endParaRPr lang="es-AR" sz="1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09" name="Google Shape;1909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9175" y="785274"/>
            <a:ext cx="6587038" cy="3028327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72/72</a:t>
            </a:r>
            <a:endParaRPr lang="es-A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