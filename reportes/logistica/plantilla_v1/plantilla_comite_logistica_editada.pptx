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1/72</a:t>
            </a:r>
            <a:endParaRPr lang="es-A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2/72</a:t>
            </a:r>
            <a:endParaRPr lang="es-AR" sz="1000"/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10/09 al 16/09/2026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3/72</a:t>
            </a:r>
            <a:endParaRPr lang="es-AR" sz="1000"/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10/09</a:t>
            </a:r>
            <a:endParaRPr sz="2250"/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16/09</a:t>
            </a:r>
            <a:endParaRPr sz="2250"/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7</a:t>
            </a:r>
            <a:endParaRPr sz="2250"/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3.423</a:t>
            </a:r>
            <a:endParaRPr sz="3150"/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valor reportado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2.557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523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155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188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4/72</a:t>
            </a:r>
            <a:endParaRPr lang="es-AR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Balanza Egreso</a:t>
            </a:r>
            <a:r>
              <a:rPr b="1" lang="es" sz="12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6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(1604  patentes no leídas)</a:t>
            </a:r>
            <a:endParaRPr b="0" i="0" sz="1034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849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306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5/72</a:t>
            </a:r>
            <a:endParaRPr lang="es-AR" sz="1000"/>
          </a:p>
        </p:txBody>
      </p:sp>
      <p:sp>
        <p:nvSpPr>
          <p:cNvPr id="159" name="TextBox 158"/>
          <p:cNvSpPr txBox="1"/>
          <p:nvPr/>
        </p:nvSpPr>
        <p:spPr>
          <a:xfrm>
            <a:off x="4691086" y="1370979"/>
            <a:ext cx="353226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691086" y="1700979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8 / Todas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750764" y="1767814"/>
            <a:ext cx="200925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510020" y="1767814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849  (33%)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91086" y="2019243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7 Cámaras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750764" y="2086078"/>
            <a:ext cx="1706329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07093" y="2086078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721  (28,2%)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691086" y="2337507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50764" y="2404342"/>
            <a:ext cx="109337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69140" y="2404342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462  (18,1%)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91086" y="2655771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750764" y="2722606"/>
            <a:ext cx="724184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499948" y="2722606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306  (12%)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91086" y="2974035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50764" y="3040870"/>
            <a:ext cx="518288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294052" y="3040870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219  (8,6%)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42025" y="1284563"/>
            <a:ext cx="3583200" cy="1693812"/>
          </a:xfrm>
          <a:prstGeom prst="roundRect">
            <a:avLst/>
          </a:prstGeom>
          <a:solidFill>
            <a:srgbClr val="F3F6F5"/>
          </a:solidFill>
          <a:ln w="9525">
            <a:solidFill>
              <a:srgbClr val="C7D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62025" y="1555572"/>
            <a:ext cx="3343200" cy="74527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0B5A43"/>
                </a:solidFill>
                <a:latin typeface="Inter"/>
              </a:rPr>
              <a:t>2.557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62025" y="2300850"/>
            <a:ext cx="3343200" cy="5081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34343"/>
                </a:solidFill>
                <a:latin typeface="Inter"/>
              </a:rPr>
              <a:t>R7 · Terminal de embarque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6/72</a:t>
            </a:r>
            <a:endParaRPr lang="es-AR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7/72</a:t>
            </a:r>
            <a:endParaRPr lang="es-AR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8/72</a:t>
            </a:r>
            <a:endParaRPr lang="es-AR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9/72</a:t>
            </a:r>
            <a:endParaRPr lang="es-AR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10/72</a:t>
            </a:r>
            <a:endParaRPr lang="es-AR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11/72</a:t>
            </a:r>
            <a:endParaRPr lang="es-AR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12/72</a:t>
            </a:r>
            <a:endParaRPr lang="es-AR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13/72</a:t>
            </a:r>
            <a:endParaRPr lang="es-AR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14/72</a:t>
            </a:r>
            <a:endParaRPr lang="es-AR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15/72</a:t>
            </a:r>
            <a:endParaRPr lang="es-AR" sz="1000"/>
          </a:p>
        </p:txBody>
      </p:sp>
      <p:sp>
        <p:nvSpPr>
          <p:cNvPr id="703" name="TextBox 702"/>
          <p:cNvSpPr txBox="1"/>
          <p:nvPr/>
        </p:nvSpPr>
        <p:spPr>
          <a:xfrm>
            <a:off x="1281763" y="7411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704" name="Rectangle 703"/>
          <p:cNvSpPr/>
          <p:nvPr/>
        </p:nvSpPr>
        <p:spPr>
          <a:xfrm>
            <a:off x="2914213" y="107117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TextBox 704"/>
          <p:cNvSpPr txBox="1"/>
          <p:nvPr/>
        </p:nvSpPr>
        <p:spPr>
          <a:xfrm>
            <a:off x="3094213" y="105117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706" name="Rectangle 705"/>
          <p:cNvSpPr/>
          <p:nvPr/>
        </p:nvSpPr>
        <p:spPr>
          <a:xfrm>
            <a:off x="4914213" y="107117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5094213" y="105117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1281763" y="1311174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709" name="Rectangle 708"/>
          <p:cNvSpPr/>
          <p:nvPr/>
        </p:nvSpPr>
        <p:spPr>
          <a:xfrm>
            <a:off x="2370063" y="1409861"/>
            <a:ext cx="2506831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709"/>
          <p:cNvSpPr txBox="1"/>
          <p:nvPr/>
        </p:nvSpPr>
        <p:spPr>
          <a:xfrm>
            <a:off x="2370063" y="1409861"/>
            <a:ext cx="250683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182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4876894" y="1409861"/>
            <a:ext cx="2313998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4876894" y="1409861"/>
            <a:ext cx="2313998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1281763" y="1830577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714" name="Rectangle 713"/>
          <p:cNvSpPr/>
          <p:nvPr/>
        </p:nvSpPr>
        <p:spPr>
          <a:xfrm>
            <a:off x="2370063" y="1929264"/>
            <a:ext cx="2520605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2370063" y="1929264"/>
            <a:ext cx="2520605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183</a:t>
            </a:r>
          </a:p>
        </p:txBody>
      </p:sp>
      <p:sp>
        <p:nvSpPr>
          <p:cNvPr id="716" name="Rectangle 715"/>
          <p:cNvSpPr/>
          <p:nvPr/>
        </p:nvSpPr>
        <p:spPr>
          <a:xfrm>
            <a:off x="4890668" y="1929264"/>
            <a:ext cx="2066070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TextBox 716"/>
          <p:cNvSpPr txBox="1"/>
          <p:nvPr/>
        </p:nvSpPr>
        <p:spPr>
          <a:xfrm>
            <a:off x="4890668" y="1929264"/>
            <a:ext cx="206607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1281763" y="2349980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719" name="Rectangle 718"/>
          <p:cNvSpPr/>
          <p:nvPr/>
        </p:nvSpPr>
        <p:spPr>
          <a:xfrm>
            <a:off x="2370063" y="2448667"/>
            <a:ext cx="2410415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TextBox 719"/>
          <p:cNvSpPr txBox="1"/>
          <p:nvPr/>
        </p:nvSpPr>
        <p:spPr>
          <a:xfrm>
            <a:off x="2370063" y="2448667"/>
            <a:ext cx="2410415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175</a:t>
            </a:r>
          </a:p>
        </p:txBody>
      </p:sp>
      <p:sp>
        <p:nvSpPr>
          <p:cNvPr id="721" name="Rectangle 720"/>
          <p:cNvSpPr/>
          <p:nvPr/>
        </p:nvSpPr>
        <p:spPr>
          <a:xfrm>
            <a:off x="4780478" y="2448667"/>
            <a:ext cx="2796081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TextBox 721"/>
          <p:cNvSpPr txBox="1"/>
          <p:nvPr/>
        </p:nvSpPr>
        <p:spPr>
          <a:xfrm>
            <a:off x="4780478" y="2448667"/>
            <a:ext cx="279608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203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1281763" y="2869383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724" name="Rectangle 723"/>
          <p:cNvSpPr/>
          <p:nvPr/>
        </p:nvSpPr>
        <p:spPr>
          <a:xfrm>
            <a:off x="2370063" y="2968070"/>
            <a:ext cx="2575700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2370063" y="2968070"/>
            <a:ext cx="257570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187</a:t>
            </a:r>
          </a:p>
        </p:txBody>
      </p:sp>
      <p:sp>
        <p:nvSpPr>
          <p:cNvPr id="726" name="Rectangle 725"/>
          <p:cNvSpPr/>
          <p:nvPr/>
        </p:nvSpPr>
        <p:spPr>
          <a:xfrm>
            <a:off x="4945763" y="2968070"/>
            <a:ext cx="1019261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4945763" y="2968070"/>
            <a:ext cx="101926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74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1281763" y="3388786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2370063" y="3487473"/>
            <a:ext cx="1074356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370063" y="3487473"/>
            <a:ext cx="1074356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78</a:t>
            </a:r>
          </a:p>
        </p:txBody>
      </p:sp>
      <p:sp>
        <p:nvSpPr>
          <p:cNvPr id="731" name="Rectangle 730"/>
          <p:cNvSpPr/>
          <p:nvPr/>
        </p:nvSpPr>
        <p:spPr>
          <a:xfrm>
            <a:off x="3444419" y="3487473"/>
            <a:ext cx="1914558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TextBox 731"/>
          <p:cNvSpPr txBox="1"/>
          <p:nvPr/>
        </p:nvSpPr>
        <p:spPr>
          <a:xfrm>
            <a:off x="3444419" y="3487473"/>
            <a:ext cx="1914558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733" name="TextBox 732"/>
          <p:cNvSpPr txBox="1"/>
          <p:nvPr/>
        </p:nvSpPr>
        <p:spPr>
          <a:xfrm>
            <a:off x="1281763" y="3908189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734" name="Rectangle 733"/>
          <p:cNvSpPr/>
          <p:nvPr/>
        </p:nvSpPr>
        <p:spPr>
          <a:xfrm>
            <a:off x="2370063" y="4006876"/>
            <a:ext cx="1377380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TextBox 734"/>
          <p:cNvSpPr txBox="1"/>
          <p:nvPr/>
        </p:nvSpPr>
        <p:spPr>
          <a:xfrm>
            <a:off x="2370063" y="4006876"/>
            <a:ext cx="137738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>
        <p:nvSpPr>
          <p:cNvPr id="736" name="Rectangle 735"/>
          <p:cNvSpPr/>
          <p:nvPr/>
        </p:nvSpPr>
        <p:spPr>
          <a:xfrm>
            <a:off x="3747443" y="4006876"/>
            <a:ext cx="3911759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TextBox 736"/>
          <p:cNvSpPr txBox="1"/>
          <p:nvPr/>
        </p:nvSpPr>
        <p:spPr>
          <a:xfrm>
            <a:off x="3747443" y="4006876"/>
            <a:ext cx="3911759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284</a:t>
            </a:r>
          </a:p>
        </p:txBody>
      </p:sp>
      <p:sp>
        <p:nvSpPr>
          <p:cNvPr id="738" name="TextBox 737"/>
          <p:cNvSpPr txBox="1"/>
          <p:nvPr/>
        </p:nvSpPr>
        <p:spPr>
          <a:xfrm>
            <a:off x="1281763" y="4427592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2370063" y="4526279"/>
            <a:ext cx="1859463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2370063" y="4526279"/>
            <a:ext cx="1859463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135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4229526" y="4526279"/>
            <a:ext cx="3333259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4229526" y="4526279"/>
            <a:ext cx="3333259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28" title="Puntuación lograda"/>
          <p:cNvPicPr preferRelativeResize="0"/>
          <p:nvPr/>
        </p:nvPicPr>
        <p:blipFill rotWithShape="1">
          <a:blip r:embed="rId3">
            <a:alphaModFix/>
          </a:blip>
          <a:srcRect b="1966" l="0" r="0" t="1639"/>
          <a:stretch/>
        </p:blipFill>
        <p:spPr>
          <a:xfrm>
            <a:off x="1881750" y="2955400"/>
            <a:ext cx="5448501" cy="21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28" title="Puntuación lograda"/>
          <p:cNvPicPr preferRelativeResize="0"/>
          <p:nvPr/>
        </p:nvPicPr>
        <p:blipFill rotWithShape="1">
          <a:blip r:embed="rId4">
            <a:alphaModFix/>
          </a:blip>
          <a:srcRect b="0" l="0" r="0" t="12219"/>
          <a:stretch/>
        </p:blipFill>
        <p:spPr>
          <a:xfrm>
            <a:off x="2025814" y="597150"/>
            <a:ext cx="5152173" cy="232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16/72</a:t>
            </a:r>
            <a:endParaRPr lang="es-AR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17/72</a:t>
            </a:r>
            <a:endParaRPr lang="es-AR" sz="1000"/>
          </a:p>
        </p:txBody>
      </p:sp>
      <p:graphicFrame>
        <p:nvGraphicFramePr>
          <p:cNvPr id="724" name="Chart 723"/>
          <p:cNvGraphicFramePr>
            <a:graphicFrameLocks noGrp="1"/>
          </p:cNvGraphicFramePr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8"/>
          </a:graphicData>
        </a:graphic>
      </p:graphicFrame>
      <p:graphicFrame>
        <p:nvGraphicFramePr>
          <p:cNvPr id="725" name="Chart 724"/>
          <p:cNvGraphicFramePr>
            <a:graphicFrameLocks noGrp="1"/>
          </p:cNvGraphicFramePr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9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18/72</a:t>
            </a:r>
            <a:endParaRPr lang="es-AR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19/72</a:t>
            </a:r>
            <a:endParaRPr lang="es-AR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20/72</a:t>
            </a:r>
            <a:endParaRPr lang="es-AR" sz="1000"/>
          </a:p>
        </p:txBody>
      </p:sp>
      <p:sp>
        <p:nvSpPr>
          <p:cNvPr id="762" name="TextBox 761"/>
          <p:cNvSpPr txBox="1"/>
          <p:nvPr/>
        </p:nvSpPr>
        <p:spPr>
          <a:xfrm>
            <a:off x="3591150" y="1341900"/>
            <a:ext cx="542895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Puntuación lograda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3591150" y="1671900"/>
            <a:ext cx="1371527" cy="1318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764" name="Rectangle 763"/>
          <p:cNvSpPr/>
          <p:nvPr/>
        </p:nvSpPr>
        <p:spPr>
          <a:xfrm>
            <a:off x="5002677" y="1935640"/>
            <a:ext cx="3469099" cy="7912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TextBox 764"/>
          <p:cNvSpPr txBox="1"/>
          <p:nvPr/>
        </p:nvSpPr>
        <p:spPr>
          <a:xfrm>
            <a:off x="7691776" y="1935640"/>
            <a:ext cx="740000" cy="791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135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3591150" y="2990600"/>
            <a:ext cx="1371527" cy="1318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767" name="Rectangle 766"/>
          <p:cNvSpPr/>
          <p:nvPr/>
        </p:nvSpPr>
        <p:spPr>
          <a:xfrm>
            <a:off x="5002677" y="3254340"/>
            <a:ext cx="1284851" cy="7912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TextBox 767"/>
          <p:cNvSpPr txBox="1"/>
          <p:nvPr/>
        </p:nvSpPr>
        <p:spPr>
          <a:xfrm>
            <a:off x="5507528" y="3254340"/>
            <a:ext cx="740000" cy="791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21/72</a:t>
            </a:r>
            <a:endParaRPr lang="es-AR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22/72</a:t>
            </a:r>
            <a:endParaRPr lang="es-AR"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23/72</a:t>
            </a:r>
            <a:endParaRPr lang="es-AR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24/72</a:t>
            </a:r>
            <a:endParaRPr lang="es-AR"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25/72</a:t>
            </a:r>
            <a:endParaRPr lang="es-AR" sz="1000"/>
          </a:p>
        </p:txBody>
      </p:sp>
      <p:sp>
        <p:nvSpPr>
          <p:cNvPr id="1066" name="TextBox 1065"/>
          <p:cNvSpPr txBox="1"/>
          <p:nvPr/>
        </p:nvSpPr>
        <p:spPr>
          <a:xfrm>
            <a:off x="1625150" y="7431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3257600" y="107312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3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5257600" y="107312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5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625150" y="1313124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1072" name="Rectangle 1071"/>
          <p:cNvSpPr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103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625150" y="3131037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1079" name="Rectangle 1078"/>
          <p:cNvSpPr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26/72</a:t>
            </a:r>
            <a:endParaRPr lang="es-AR"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27/72</a:t>
            </a:r>
            <a:endParaRPr lang="es-AR"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Ingreso a Planta</a:t>
            </a:r>
            <a:endParaRPr b="0" i="0" sz="1758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99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28/72</a:t>
            </a:r>
            <a:endParaRPr lang="es-AR" sz="1000"/>
          </a:p>
        </p:txBody>
      </p:sp>
      <p:sp>
        <p:nvSpPr>
          <p:cNvPr id="1110" name="TextBox 1109"/>
          <p:cNvSpPr txBox="1"/>
          <p:nvPr/>
        </p:nvSpPr>
        <p:spPr>
          <a:xfrm>
            <a:off x="3805154" y="1172153"/>
            <a:ext cx="411803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3805154" y="1502153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Todas</a:t>
            </a:r>
          </a:p>
        </p:txBody>
      </p:sp>
      <p:sp>
        <p:nvSpPr>
          <p:cNvPr id="1112" name="Rectangle 1111"/>
          <p:cNvSpPr/>
          <p:nvPr/>
        </p:nvSpPr>
        <p:spPr>
          <a:xfrm>
            <a:off x="5040564" y="1603421"/>
            <a:ext cx="2722295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TextBox 1112"/>
          <p:cNvSpPr txBox="1"/>
          <p:nvPr/>
        </p:nvSpPr>
        <p:spPr>
          <a:xfrm>
            <a:off x="6512859" y="1603421"/>
            <a:ext cx="121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296  (60%)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3805154" y="1984380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115" name="Rectangle 1114"/>
          <p:cNvSpPr/>
          <p:nvPr/>
        </p:nvSpPr>
        <p:spPr>
          <a:xfrm>
            <a:off x="5040564" y="2085648"/>
            <a:ext cx="910497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5976061" y="2085648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99  (20%)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3805154" y="2466607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118" name="Rectangle 1117"/>
          <p:cNvSpPr/>
          <p:nvPr/>
        </p:nvSpPr>
        <p:spPr>
          <a:xfrm>
            <a:off x="5040564" y="2567875"/>
            <a:ext cx="432256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5497820" y="2567875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47  (9,1%)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3805154" y="2948834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121" name="Rectangle 1120"/>
          <p:cNvSpPr/>
          <p:nvPr/>
        </p:nvSpPr>
        <p:spPr>
          <a:xfrm>
            <a:off x="5040564" y="3050102"/>
            <a:ext cx="469044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5534608" y="3050102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51  (10,9%)</a:t>
            </a:r>
          </a:p>
        </p:txBody>
      </p:sp>
      <p:sp>
        <p:nvSpPr>
          <p:cNvPr id="1123" name="TextBox 1122"/>
          <p:cNvSpPr txBox="1"/>
          <p:nvPr/>
        </p:nvSpPr>
        <p:spPr>
          <a:xfrm>
            <a:off x="416400" y="1572352"/>
            <a:ext cx="33104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Camiones por circuito</a:t>
            </a:r>
          </a:p>
        </p:txBody>
      </p:sp>
      <p:sp>
        <p:nvSpPr>
          <p:cNvPr id="1124" name="TextBox 1123"/>
          <p:cNvSpPr txBox="1"/>
          <p:nvPr/>
        </p:nvSpPr>
        <p:spPr>
          <a:xfrm>
            <a:off x="416400" y="1902352"/>
            <a:ext cx="820723" cy="4887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R5 · Volcable 1</a:t>
            </a:r>
          </a:p>
        </p:txBody>
      </p:sp>
      <p:sp>
        <p:nvSpPr>
          <p:cNvPr id="1125" name="Rectangle 1124"/>
          <p:cNvSpPr/>
          <p:nvPr/>
        </p:nvSpPr>
        <p:spPr>
          <a:xfrm>
            <a:off x="1277123" y="2000098"/>
            <a:ext cx="2121271" cy="293237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TextBox 1125"/>
          <p:cNvSpPr txBox="1"/>
          <p:nvPr/>
        </p:nvSpPr>
        <p:spPr>
          <a:xfrm>
            <a:off x="2618394" y="2000098"/>
            <a:ext cx="740000" cy="293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361</a:t>
            </a:r>
          </a:p>
        </p:txBody>
      </p:sp>
      <p:sp>
        <p:nvSpPr>
          <p:cNvPr id="1127" name="TextBox 1126"/>
          <p:cNvSpPr txBox="1"/>
          <p:nvPr/>
        </p:nvSpPr>
        <p:spPr>
          <a:xfrm>
            <a:off x="416400" y="2391081"/>
            <a:ext cx="820723" cy="4887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R6 · Volcable 2</a:t>
            </a:r>
          </a:p>
        </p:txBody>
      </p:sp>
      <p:sp>
        <p:nvSpPr>
          <p:cNvPr id="1128" name="Rectangle 1127"/>
          <p:cNvSpPr/>
          <p:nvPr/>
        </p:nvSpPr>
        <p:spPr>
          <a:xfrm>
            <a:off x="1277123" y="2488827"/>
            <a:ext cx="540600" cy="293237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TextBox 1128"/>
          <p:cNvSpPr txBox="1"/>
          <p:nvPr/>
        </p:nvSpPr>
        <p:spPr>
          <a:xfrm>
            <a:off x="1842723" y="2488827"/>
            <a:ext cx="780000" cy="293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92</a:t>
            </a:r>
          </a:p>
        </p:txBody>
      </p:sp>
      <p:sp>
        <p:nvSpPr>
          <p:cNvPr id="1130" name="TextBox 1129"/>
          <p:cNvSpPr txBox="1"/>
          <p:nvPr/>
        </p:nvSpPr>
        <p:spPr>
          <a:xfrm>
            <a:off x="416400" y="2879810"/>
            <a:ext cx="820723" cy="4887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R4 · Silos Kepler</a:t>
            </a:r>
          </a:p>
        </p:txBody>
      </p:sp>
      <p:sp>
        <p:nvSpPr>
          <p:cNvPr id="1131" name="Rectangle 1130"/>
          <p:cNvSpPr/>
          <p:nvPr/>
        </p:nvSpPr>
        <p:spPr>
          <a:xfrm>
            <a:off x="1277123" y="2977556"/>
            <a:ext cx="235043" cy="293237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TextBox 1131"/>
          <p:cNvSpPr txBox="1"/>
          <p:nvPr/>
        </p:nvSpPr>
        <p:spPr>
          <a:xfrm>
            <a:off x="1537166" y="2977556"/>
            <a:ext cx="780000" cy="293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29/72</a:t>
            </a:r>
            <a:endParaRPr lang="es-AR"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30/72</a:t>
            </a:r>
            <a:endParaRPr lang="es-AR"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31/72</a:t>
            </a:r>
            <a:endParaRPr lang="es-AR" sz="1000"/>
          </a:p>
        </p:txBody>
      </p:sp>
      <p:graphicFrame>
        <p:nvGraphicFramePr>
          <p:cNvPr id="1234" name="Chart 1233"/>
          <p:cNvGraphicFramePr>
            <a:graphicFrameLocks noGrp="1"/>
          </p:cNvGraphicFramePr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8"/>
          </a:graphicData>
        </a:graphic>
      </p:graphicFrame>
      <p:graphicFrame>
        <p:nvGraphicFramePr>
          <p:cNvPr id="1235" name="Chart 1234"/>
          <p:cNvGraphicFramePr>
            <a:graphicFrameLocks noGrp="1"/>
          </p:cNvGraphicFramePr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9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32/72</a:t>
            </a:r>
            <a:endParaRPr lang="es-AR"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33/72</a:t>
            </a:r>
            <a:endParaRPr lang="es-AR"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34/72</a:t>
            </a:r>
            <a:endParaRPr lang="es-AR" sz="1000"/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2908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148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35/72</a:t>
            </a:r>
            <a:endParaRPr lang="es-AR" sz="1000"/>
          </a:p>
        </p:txBody>
      </p:sp>
      <p:sp>
        <p:nvSpPr>
          <p:cNvPr id="1284" name="TextBox 1283"/>
          <p:cNvSpPr txBox="1"/>
          <p:nvPr/>
        </p:nvSpPr>
        <p:spPr>
          <a:xfrm>
            <a:off x="2145725" y="1388549"/>
            <a:ext cx="462577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285" name="TextBox 1284"/>
          <p:cNvSpPr txBox="1"/>
          <p:nvPr/>
        </p:nvSpPr>
        <p:spPr>
          <a:xfrm>
            <a:off x="2145725" y="1718549"/>
            <a:ext cx="1162701" cy="372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286" name="Rectangle 1285"/>
          <p:cNvSpPr/>
          <p:nvPr/>
        </p:nvSpPr>
        <p:spPr>
          <a:xfrm>
            <a:off x="3348426" y="1792967"/>
            <a:ext cx="2729254" cy="2232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TextBox 1286"/>
          <p:cNvSpPr txBox="1"/>
          <p:nvPr/>
        </p:nvSpPr>
        <p:spPr>
          <a:xfrm>
            <a:off x="5297680" y="1792967"/>
            <a:ext cx="740000" cy="2232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831</a:t>
            </a:r>
          </a:p>
        </p:txBody>
      </p:sp>
      <p:sp>
        <p:nvSpPr>
          <p:cNvPr id="1288" name="TextBox 1287"/>
          <p:cNvSpPr txBox="1"/>
          <p:nvPr/>
        </p:nvSpPr>
        <p:spPr>
          <a:xfrm>
            <a:off x="2145725" y="2090637"/>
            <a:ext cx="1162701" cy="372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289" name="Rectangle 1288"/>
          <p:cNvSpPr/>
          <p:nvPr/>
        </p:nvSpPr>
        <p:spPr>
          <a:xfrm>
            <a:off x="3348426" y="2165055"/>
            <a:ext cx="2748959" cy="2232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TextBox 1289"/>
          <p:cNvSpPr txBox="1"/>
          <p:nvPr/>
        </p:nvSpPr>
        <p:spPr>
          <a:xfrm>
            <a:off x="5317385" y="2165055"/>
            <a:ext cx="740000" cy="2232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837</a:t>
            </a:r>
          </a:p>
        </p:txBody>
      </p:sp>
      <p:sp>
        <p:nvSpPr>
          <p:cNvPr id="1291" name="TextBox 1290"/>
          <p:cNvSpPr txBox="1"/>
          <p:nvPr/>
        </p:nvSpPr>
        <p:spPr>
          <a:xfrm>
            <a:off x="2145725" y="2462725"/>
            <a:ext cx="1162701" cy="372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292" name="Rectangle 1291"/>
          <p:cNvSpPr/>
          <p:nvPr/>
        </p:nvSpPr>
        <p:spPr>
          <a:xfrm>
            <a:off x="3348426" y="2537143"/>
            <a:ext cx="2055972" cy="2232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TextBox 1292"/>
          <p:cNvSpPr txBox="1"/>
          <p:nvPr/>
        </p:nvSpPr>
        <p:spPr>
          <a:xfrm>
            <a:off x="4624398" y="2537143"/>
            <a:ext cx="740000" cy="2232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626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2145725" y="2834813"/>
            <a:ext cx="1162701" cy="372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295" name="Rectangle 1294"/>
          <p:cNvSpPr/>
          <p:nvPr/>
        </p:nvSpPr>
        <p:spPr>
          <a:xfrm>
            <a:off x="3348426" y="2909231"/>
            <a:ext cx="2052688" cy="2232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4621114" y="2909231"/>
            <a:ext cx="740000" cy="2232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625</a:t>
            </a:r>
          </a:p>
        </p:txBody>
      </p:sp>
      <p:sp>
        <p:nvSpPr>
          <p:cNvPr id="1297" name="TextBox 1296"/>
          <p:cNvSpPr txBox="1"/>
          <p:nvPr/>
        </p:nvSpPr>
        <p:spPr>
          <a:xfrm>
            <a:off x="2145725" y="3206901"/>
            <a:ext cx="1162701" cy="372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298" name="Rectangle 1297"/>
          <p:cNvSpPr/>
          <p:nvPr/>
        </p:nvSpPr>
        <p:spPr>
          <a:xfrm>
            <a:off x="3348426" y="3281319"/>
            <a:ext cx="9852" cy="2232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TextBox 1298"/>
          <p:cNvSpPr txBox="1"/>
          <p:nvPr/>
        </p:nvSpPr>
        <p:spPr>
          <a:xfrm>
            <a:off x="3383278" y="3281319"/>
            <a:ext cx="780000" cy="2232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3</a:t>
            </a:r>
          </a:p>
        </p:txBody>
      </p:sp>
      <p:sp>
        <p:nvSpPr>
          <p:cNvPr id="1300" name="TextBox 1299"/>
          <p:cNvSpPr txBox="1"/>
          <p:nvPr/>
        </p:nvSpPr>
        <p:spPr>
          <a:xfrm>
            <a:off x="2145725" y="3578989"/>
            <a:ext cx="1162701" cy="372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01" name="Rectangle 1300"/>
          <p:cNvSpPr/>
          <p:nvPr/>
        </p:nvSpPr>
        <p:spPr>
          <a:xfrm>
            <a:off x="3348426" y="3653407"/>
            <a:ext cx="124803" cy="2232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TextBox 1301"/>
          <p:cNvSpPr txBox="1"/>
          <p:nvPr/>
        </p:nvSpPr>
        <p:spPr>
          <a:xfrm>
            <a:off x="3498229" y="3653407"/>
            <a:ext cx="780000" cy="2232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36/72</a:t>
            </a:r>
            <a:endParaRPr lang="es-AR" sz="1000"/>
          </a:p>
        </p:txBody>
      </p:sp>
      <p:sp>
        <p:nvSpPr>
          <p:cNvPr id="1293" name="TextBox 1292"/>
          <p:cNvSpPr txBox="1"/>
          <p:nvPr/>
        </p:nvSpPr>
        <p:spPr>
          <a:xfrm>
            <a:off x="1063050" y="960625"/>
            <a:ext cx="7309251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1063050" y="1290625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295" name="Rectangle 1294"/>
          <p:cNvSpPr/>
          <p:nvPr/>
        </p:nvSpPr>
        <p:spPr>
          <a:xfrm>
            <a:off x="2963455" y="1397672"/>
            <a:ext cx="2646680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4830135" y="1397672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102</a:t>
            </a:r>
          </a:p>
        </p:txBody>
      </p:sp>
      <p:sp>
        <p:nvSpPr>
          <p:cNvPr id="1297" name="TextBox 1296"/>
          <p:cNvSpPr txBox="1"/>
          <p:nvPr/>
        </p:nvSpPr>
        <p:spPr>
          <a:xfrm>
            <a:off x="1063050" y="1825862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298" name="Rectangle 1297"/>
          <p:cNvSpPr/>
          <p:nvPr/>
        </p:nvSpPr>
        <p:spPr>
          <a:xfrm>
            <a:off x="2963455" y="1932909"/>
            <a:ext cx="2724523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TextBox 1298"/>
          <p:cNvSpPr txBox="1"/>
          <p:nvPr/>
        </p:nvSpPr>
        <p:spPr>
          <a:xfrm>
            <a:off x="4907978" y="1932909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105</a:t>
            </a:r>
          </a:p>
        </p:txBody>
      </p:sp>
      <p:sp>
        <p:nvSpPr>
          <p:cNvPr id="1300" name="TextBox 1299"/>
          <p:cNvSpPr txBox="1"/>
          <p:nvPr/>
        </p:nvSpPr>
        <p:spPr>
          <a:xfrm>
            <a:off x="1063050" y="2361099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301" name="Rectangle 1300"/>
          <p:cNvSpPr/>
          <p:nvPr/>
        </p:nvSpPr>
        <p:spPr>
          <a:xfrm>
            <a:off x="2963455" y="2468146"/>
            <a:ext cx="4878194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TextBox 1301"/>
          <p:cNvSpPr txBox="1"/>
          <p:nvPr/>
        </p:nvSpPr>
        <p:spPr>
          <a:xfrm>
            <a:off x="7061649" y="2468146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188</a:t>
            </a:r>
          </a:p>
        </p:txBody>
      </p:sp>
      <p:sp>
        <p:nvSpPr>
          <p:cNvPr id="1303" name="TextBox 1302"/>
          <p:cNvSpPr txBox="1"/>
          <p:nvPr/>
        </p:nvSpPr>
        <p:spPr>
          <a:xfrm>
            <a:off x="1063050" y="2896336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304" name="Rectangle 1303"/>
          <p:cNvSpPr/>
          <p:nvPr/>
        </p:nvSpPr>
        <p:spPr>
          <a:xfrm>
            <a:off x="2963455" y="3003383"/>
            <a:ext cx="4774403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TextBox 1304"/>
          <p:cNvSpPr txBox="1"/>
          <p:nvPr/>
        </p:nvSpPr>
        <p:spPr>
          <a:xfrm>
            <a:off x="6957858" y="3003383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184</a:t>
            </a:r>
          </a:p>
        </p:txBody>
      </p:sp>
      <p:sp>
        <p:nvSpPr>
          <p:cNvPr id="1306" name="TextBox 1305"/>
          <p:cNvSpPr txBox="1"/>
          <p:nvPr/>
        </p:nvSpPr>
        <p:spPr>
          <a:xfrm>
            <a:off x="1063050" y="3431573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307" name="TextBox 1306"/>
          <p:cNvSpPr txBox="1"/>
          <p:nvPr/>
        </p:nvSpPr>
        <p:spPr>
          <a:xfrm>
            <a:off x="2988455" y="3538620"/>
            <a:ext cx="78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308" name="TextBox 1307"/>
          <p:cNvSpPr txBox="1"/>
          <p:nvPr/>
        </p:nvSpPr>
        <p:spPr>
          <a:xfrm>
            <a:off x="1063050" y="3966810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09" name="Rectangle 1308"/>
          <p:cNvSpPr/>
          <p:nvPr/>
        </p:nvSpPr>
        <p:spPr>
          <a:xfrm>
            <a:off x="2963455" y="4073857"/>
            <a:ext cx="259478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TextBox 1309"/>
          <p:cNvSpPr txBox="1"/>
          <p:nvPr/>
        </p:nvSpPr>
        <p:spPr>
          <a:xfrm>
            <a:off x="3247933" y="4073857"/>
            <a:ext cx="78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37/72</a:t>
            </a:r>
            <a:endParaRPr lang="es-AR" sz="1000"/>
          </a:p>
        </p:txBody>
      </p:sp>
      <p:sp>
        <p:nvSpPr>
          <p:cNvPr id="1318" name="Rectangle 1317"/>
          <p:cNvSpPr/>
          <p:nvPr/>
        </p:nvSpPr>
        <p:spPr>
          <a:xfrm>
            <a:off x="1752188" y="785274"/>
            <a:ext cx="5861024" cy="3028326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TextBox 1318"/>
          <p:cNvSpPr txBox="1"/>
          <p:nvPr/>
        </p:nvSpPr>
        <p:spPr>
          <a:xfrm>
            <a:off x="1952188" y="2057170"/>
            <a:ext cx="5461024" cy="605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38/72</a:t>
            </a:r>
            <a:endParaRPr lang="es-AR" sz="1000"/>
          </a:p>
        </p:txBody>
      </p:sp>
      <p:sp>
        <p:nvSpPr>
          <p:cNvPr id="1327" name="TextBox 1326"/>
          <p:cNvSpPr txBox="1"/>
          <p:nvPr/>
        </p:nvSpPr>
        <p:spPr>
          <a:xfrm>
            <a:off x="1171063" y="7852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328" name="TextBox 1327"/>
          <p:cNvSpPr txBox="1"/>
          <p:nvPr/>
        </p:nvSpPr>
        <p:spPr>
          <a:xfrm>
            <a:off x="1171063" y="111527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329" name="Rectangle 1328"/>
          <p:cNvSpPr/>
          <p:nvPr/>
        </p:nvSpPr>
        <p:spPr>
          <a:xfrm>
            <a:off x="2939550" y="1244468"/>
            <a:ext cx="246295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Box 1329"/>
          <p:cNvSpPr txBox="1"/>
          <p:nvPr/>
        </p:nvSpPr>
        <p:spPr>
          <a:xfrm>
            <a:off x="4622509" y="124446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102</a:t>
            </a:r>
          </a:p>
        </p:txBody>
      </p:sp>
      <p:sp>
        <p:nvSpPr>
          <p:cNvPr id="1331" name="TextBox 1330"/>
          <p:cNvSpPr txBox="1"/>
          <p:nvPr/>
        </p:nvSpPr>
        <p:spPr>
          <a:xfrm>
            <a:off x="1171063" y="176124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332" name="Rectangle 1331"/>
          <p:cNvSpPr/>
          <p:nvPr/>
        </p:nvSpPr>
        <p:spPr>
          <a:xfrm>
            <a:off x="2939550" y="1890439"/>
            <a:ext cx="270442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4863976" y="189043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112</a:t>
            </a:r>
          </a:p>
        </p:txBody>
      </p:sp>
      <p:sp>
        <p:nvSpPr>
          <p:cNvPr id="1334" name="TextBox 1333"/>
          <p:cNvSpPr txBox="1"/>
          <p:nvPr/>
        </p:nvSpPr>
        <p:spPr>
          <a:xfrm>
            <a:off x="1171063" y="240721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335" name="Rectangle 1334"/>
          <p:cNvSpPr/>
          <p:nvPr/>
        </p:nvSpPr>
        <p:spPr>
          <a:xfrm>
            <a:off x="2939550" y="2536410"/>
            <a:ext cx="444298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6602536" y="253641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184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1171063" y="305318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338" name="Rectangle 1337"/>
          <p:cNvSpPr/>
          <p:nvPr/>
        </p:nvSpPr>
        <p:spPr>
          <a:xfrm>
            <a:off x="2939550" y="3182381"/>
            <a:ext cx="439469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TextBox 1338"/>
          <p:cNvSpPr txBox="1"/>
          <p:nvPr/>
        </p:nvSpPr>
        <p:spPr>
          <a:xfrm>
            <a:off x="6554243" y="318238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182</a:t>
            </a:r>
          </a:p>
        </p:txBody>
      </p:sp>
      <p:sp>
        <p:nvSpPr>
          <p:cNvPr id="1340" name="TextBox 1339"/>
          <p:cNvSpPr txBox="1"/>
          <p:nvPr/>
        </p:nvSpPr>
        <p:spPr>
          <a:xfrm>
            <a:off x="1171063" y="369915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341" name="Rectangle 1340"/>
          <p:cNvSpPr/>
          <p:nvPr/>
        </p:nvSpPr>
        <p:spPr>
          <a:xfrm>
            <a:off x="2939550" y="3828352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TextBox 1341"/>
          <p:cNvSpPr txBox="1"/>
          <p:nvPr/>
        </p:nvSpPr>
        <p:spPr>
          <a:xfrm>
            <a:off x="2988696" y="382835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343" name="TextBox 1342"/>
          <p:cNvSpPr txBox="1"/>
          <p:nvPr/>
        </p:nvSpPr>
        <p:spPr>
          <a:xfrm>
            <a:off x="1171063" y="434512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44" name="Rectangle 1343"/>
          <p:cNvSpPr/>
          <p:nvPr/>
        </p:nvSpPr>
        <p:spPr>
          <a:xfrm>
            <a:off x="2939550" y="4474323"/>
            <a:ext cx="14487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TextBox 1344"/>
          <p:cNvSpPr txBox="1"/>
          <p:nvPr/>
        </p:nvSpPr>
        <p:spPr>
          <a:xfrm>
            <a:off x="3109429" y="447432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39/72</a:t>
            </a:r>
            <a:endParaRPr lang="es-AR" sz="1000"/>
          </a:p>
        </p:txBody>
      </p:sp>
      <p:sp>
        <p:nvSpPr>
          <p:cNvPr id="1352" name="Rectangle 1351"/>
          <p:cNvSpPr/>
          <p:nvPr/>
        </p:nvSpPr>
        <p:spPr>
          <a:xfrm>
            <a:off x="2191075" y="785274"/>
            <a:ext cx="5435088" cy="3028327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TextBox 1352"/>
          <p:cNvSpPr txBox="1"/>
          <p:nvPr/>
        </p:nvSpPr>
        <p:spPr>
          <a:xfrm>
            <a:off x="2391075" y="2057171"/>
            <a:ext cx="5035088" cy="605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40/72</a:t>
            </a:r>
            <a:endParaRPr lang="es-AR" sz="1000"/>
          </a:p>
        </p:txBody>
      </p:sp>
      <p:sp>
        <p:nvSpPr>
          <p:cNvPr id="1361" name="TextBox 1360"/>
          <p:cNvSpPr txBox="1"/>
          <p:nvPr/>
        </p:nvSpPr>
        <p:spPr>
          <a:xfrm>
            <a:off x="1171050" y="7554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362" name="TextBox 1361"/>
          <p:cNvSpPr txBox="1"/>
          <p:nvPr/>
        </p:nvSpPr>
        <p:spPr>
          <a:xfrm>
            <a:off x="1171050" y="108549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363" name="Rectangle 1362"/>
          <p:cNvSpPr/>
          <p:nvPr/>
        </p:nvSpPr>
        <p:spPr>
          <a:xfrm>
            <a:off x="2939537" y="1214693"/>
            <a:ext cx="3058577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TextBox 1363"/>
          <p:cNvSpPr txBox="1"/>
          <p:nvPr/>
        </p:nvSpPr>
        <p:spPr>
          <a:xfrm>
            <a:off x="5218114" y="1214693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95</a:t>
            </a:r>
          </a:p>
        </p:txBody>
      </p:sp>
      <p:sp>
        <p:nvSpPr>
          <p:cNvPr id="1365" name="TextBox 1364"/>
          <p:cNvSpPr txBox="1"/>
          <p:nvPr/>
        </p:nvSpPr>
        <p:spPr>
          <a:xfrm>
            <a:off x="1171050" y="1731470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366" name="Rectangle 1365"/>
          <p:cNvSpPr/>
          <p:nvPr/>
        </p:nvSpPr>
        <p:spPr>
          <a:xfrm>
            <a:off x="2939537" y="1860664"/>
            <a:ext cx="2961990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TextBox 1366"/>
          <p:cNvSpPr txBox="1"/>
          <p:nvPr/>
        </p:nvSpPr>
        <p:spPr>
          <a:xfrm>
            <a:off x="5121527" y="1860664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92</a:t>
            </a:r>
          </a:p>
        </p:txBody>
      </p:sp>
      <p:sp>
        <p:nvSpPr>
          <p:cNvPr id="1368" name="TextBox 1367"/>
          <p:cNvSpPr txBox="1"/>
          <p:nvPr/>
        </p:nvSpPr>
        <p:spPr>
          <a:xfrm>
            <a:off x="1171050" y="2377441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369" name="Rectangle 1368"/>
          <p:cNvSpPr/>
          <p:nvPr/>
        </p:nvSpPr>
        <p:spPr>
          <a:xfrm>
            <a:off x="2939537" y="2506635"/>
            <a:ext cx="4378595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6538132" y="2506635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136</a:t>
            </a:r>
          </a:p>
        </p:txBody>
      </p:sp>
      <p:sp>
        <p:nvSpPr>
          <p:cNvPr id="1371" name="TextBox 1370"/>
          <p:cNvSpPr txBox="1"/>
          <p:nvPr/>
        </p:nvSpPr>
        <p:spPr>
          <a:xfrm>
            <a:off x="1171050" y="3023412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372" name="Rectangle 1371"/>
          <p:cNvSpPr/>
          <p:nvPr/>
        </p:nvSpPr>
        <p:spPr>
          <a:xfrm>
            <a:off x="2939537" y="3152606"/>
            <a:ext cx="4475181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6634718" y="3152606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1374" name="TextBox 1373"/>
          <p:cNvSpPr txBox="1"/>
          <p:nvPr/>
        </p:nvSpPr>
        <p:spPr>
          <a:xfrm>
            <a:off x="1171050" y="3669383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375" name="TextBox 1374"/>
          <p:cNvSpPr txBox="1"/>
          <p:nvPr/>
        </p:nvSpPr>
        <p:spPr>
          <a:xfrm>
            <a:off x="2964537" y="3798577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376" name="TextBox 1375"/>
          <p:cNvSpPr txBox="1"/>
          <p:nvPr/>
        </p:nvSpPr>
        <p:spPr>
          <a:xfrm>
            <a:off x="1171050" y="431535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77" name="TextBox 1376"/>
          <p:cNvSpPr txBox="1"/>
          <p:nvPr/>
        </p:nvSpPr>
        <p:spPr>
          <a:xfrm>
            <a:off x="2964537" y="4444548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41/72</a:t>
            </a:r>
            <a:endParaRPr lang="es-AR" sz="1000"/>
          </a:p>
        </p:txBody>
      </p:sp>
      <p:sp>
        <p:nvSpPr>
          <p:cNvPr id="1386" name="Rectangle 1385"/>
          <p:cNvSpPr/>
          <p:nvPr/>
        </p:nvSpPr>
        <p:spPr>
          <a:xfrm>
            <a:off x="1848500" y="749699"/>
            <a:ext cx="5830890" cy="3028326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TextBox 1386"/>
          <p:cNvSpPr txBox="1"/>
          <p:nvPr/>
        </p:nvSpPr>
        <p:spPr>
          <a:xfrm>
            <a:off x="2048500" y="2021595"/>
            <a:ext cx="5430890" cy="605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42/72</a:t>
            </a:r>
            <a:endParaRPr lang="es-AR" sz="1000"/>
          </a:p>
        </p:txBody>
      </p:sp>
      <p:sp>
        <p:nvSpPr>
          <p:cNvPr id="1395" name="TextBox 1394"/>
          <p:cNvSpPr txBox="1"/>
          <p:nvPr/>
        </p:nvSpPr>
        <p:spPr>
          <a:xfrm>
            <a:off x="1171063" y="8447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396" name="TextBox 1395"/>
          <p:cNvSpPr txBox="1"/>
          <p:nvPr/>
        </p:nvSpPr>
        <p:spPr>
          <a:xfrm>
            <a:off x="1171063" y="117479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397" name="TextBox 1396"/>
          <p:cNvSpPr txBox="1"/>
          <p:nvPr/>
        </p:nvSpPr>
        <p:spPr>
          <a:xfrm>
            <a:off x="2964550" y="130399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398" name="TextBox 1397"/>
          <p:cNvSpPr txBox="1"/>
          <p:nvPr/>
        </p:nvSpPr>
        <p:spPr>
          <a:xfrm>
            <a:off x="1171063" y="1820770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399" name="TextBox 1398"/>
          <p:cNvSpPr txBox="1"/>
          <p:nvPr/>
        </p:nvSpPr>
        <p:spPr>
          <a:xfrm>
            <a:off x="2964550" y="1949964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400" name="TextBox 1399"/>
          <p:cNvSpPr txBox="1"/>
          <p:nvPr/>
        </p:nvSpPr>
        <p:spPr>
          <a:xfrm>
            <a:off x="1171063" y="2466741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401" name="Rectangle 1400"/>
          <p:cNvSpPr/>
          <p:nvPr/>
        </p:nvSpPr>
        <p:spPr>
          <a:xfrm>
            <a:off x="2939550" y="2595935"/>
            <a:ext cx="434639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TextBox 1401"/>
          <p:cNvSpPr txBox="1"/>
          <p:nvPr/>
        </p:nvSpPr>
        <p:spPr>
          <a:xfrm>
            <a:off x="6505949" y="2595935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403" name="TextBox 1402"/>
          <p:cNvSpPr txBox="1"/>
          <p:nvPr/>
        </p:nvSpPr>
        <p:spPr>
          <a:xfrm>
            <a:off x="1171063" y="3112712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404" name="Rectangle 1403"/>
          <p:cNvSpPr/>
          <p:nvPr/>
        </p:nvSpPr>
        <p:spPr>
          <a:xfrm>
            <a:off x="2939550" y="3241906"/>
            <a:ext cx="434639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TextBox 1404"/>
          <p:cNvSpPr txBox="1"/>
          <p:nvPr/>
        </p:nvSpPr>
        <p:spPr>
          <a:xfrm>
            <a:off x="6505949" y="3241906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406" name="TextBox 1405"/>
          <p:cNvSpPr txBox="1"/>
          <p:nvPr/>
        </p:nvSpPr>
        <p:spPr>
          <a:xfrm>
            <a:off x="1171063" y="3758683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407" name="TextBox 1406"/>
          <p:cNvSpPr txBox="1"/>
          <p:nvPr/>
        </p:nvSpPr>
        <p:spPr>
          <a:xfrm>
            <a:off x="2964550" y="3887877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1171063" y="440465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409" name="TextBox 1408"/>
          <p:cNvSpPr txBox="1"/>
          <p:nvPr/>
        </p:nvSpPr>
        <p:spPr>
          <a:xfrm>
            <a:off x="2964550" y="4533848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43/72</a:t>
            </a:r>
            <a:endParaRPr lang="es-AR" sz="1000"/>
          </a:p>
        </p:txBody>
      </p:sp>
      <p:sp>
        <p:nvSpPr>
          <p:cNvPr id="1420" name="Rectangle 1419"/>
          <p:cNvSpPr/>
          <p:nvPr/>
        </p:nvSpPr>
        <p:spPr>
          <a:xfrm>
            <a:off x="2115875" y="785274"/>
            <a:ext cx="5663951" cy="3028326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TextBox 1420"/>
          <p:cNvSpPr txBox="1"/>
          <p:nvPr/>
        </p:nvSpPr>
        <p:spPr>
          <a:xfrm>
            <a:off x="2315875" y="2057170"/>
            <a:ext cx="5263951" cy="605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44/72</a:t>
            </a:r>
            <a:endParaRPr lang="es-AR" sz="1000"/>
          </a:p>
        </p:txBody>
      </p:sp>
      <p:sp>
        <p:nvSpPr>
          <p:cNvPr id="1429" name="TextBox 1428"/>
          <p:cNvSpPr txBox="1"/>
          <p:nvPr/>
        </p:nvSpPr>
        <p:spPr>
          <a:xfrm>
            <a:off x="1171063" y="8001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30" name="TextBox 1429"/>
          <p:cNvSpPr txBox="1"/>
          <p:nvPr/>
        </p:nvSpPr>
        <p:spPr>
          <a:xfrm>
            <a:off x="1171063" y="113017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31" name="Rectangle 1430"/>
          <p:cNvSpPr/>
          <p:nvPr/>
        </p:nvSpPr>
        <p:spPr>
          <a:xfrm>
            <a:off x="2939550" y="1259368"/>
            <a:ext cx="453957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TextBox 1431"/>
          <p:cNvSpPr txBox="1"/>
          <p:nvPr/>
        </p:nvSpPr>
        <p:spPr>
          <a:xfrm>
            <a:off x="6699123" y="125936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141</a:t>
            </a:r>
          </a:p>
        </p:txBody>
      </p:sp>
      <p:sp>
        <p:nvSpPr>
          <p:cNvPr id="1433" name="TextBox 1432"/>
          <p:cNvSpPr txBox="1"/>
          <p:nvPr/>
        </p:nvSpPr>
        <p:spPr>
          <a:xfrm>
            <a:off x="1171063" y="177614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434" name="Rectangle 1433"/>
          <p:cNvSpPr/>
          <p:nvPr/>
        </p:nvSpPr>
        <p:spPr>
          <a:xfrm>
            <a:off x="2939550" y="1905339"/>
            <a:ext cx="4475181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TextBox 1434"/>
          <p:cNvSpPr txBox="1"/>
          <p:nvPr/>
        </p:nvSpPr>
        <p:spPr>
          <a:xfrm>
            <a:off x="6634731" y="190533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1436" name="TextBox 1435"/>
          <p:cNvSpPr txBox="1"/>
          <p:nvPr/>
        </p:nvSpPr>
        <p:spPr>
          <a:xfrm>
            <a:off x="1171063" y="242211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437" name="Rectangle 1436"/>
          <p:cNvSpPr/>
          <p:nvPr/>
        </p:nvSpPr>
        <p:spPr>
          <a:xfrm>
            <a:off x="2939550" y="2551310"/>
            <a:ext cx="1191235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TextBox 1437"/>
          <p:cNvSpPr txBox="1"/>
          <p:nvPr/>
        </p:nvSpPr>
        <p:spPr>
          <a:xfrm>
            <a:off x="3350785" y="255131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37</a:t>
            </a:r>
          </a:p>
        </p:txBody>
      </p:sp>
      <p:sp>
        <p:nvSpPr>
          <p:cNvPr id="1439" name="TextBox 1438"/>
          <p:cNvSpPr txBox="1"/>
          <p:nvPr/>
        </p:nvSpPr>
        <p:spPr>
          <a:xfrm>
            <a:off x="1171063" y="306808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440" name="Rectangle 1439"/>
          <p:cNvSpPr/>
          <p:nvPr/>
        </p:nvSpPr>
        <p:spPr>
          <a:xfrm>
            <a:off x="2939550" y="3197281"/>
            <a:ext cx="125562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TextBox 1440"/>
          <p:cNvSpPr txBox="1"/>
          <p:nvPr/>
        </p:nvSpPr>
        <p:spPr>
          <a:xfrm>
            <a:off x="3415176" y="319728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39</a:t>
            </a:r>
          </a:p>
        </p:txBody>
      </p:sp>
      <p:sp>
        <p:nvSpPr>
          <p:cNvPr id="1442" name="TextBox 1441"/>
          <p:cNvSpPr txBox="1"/>
          <p:nvPr/>
        </p:nvSpPr>
        <p:spPr>
          <a:xfrm>
            <a:off x="1171063" y="371405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443" name="TextBox 1442"/>
          <p:cNvSpPr txBox="1"/>
          <p:nvPr/>
        </p:nvSpPr>
        <p:spPr>
          <a:xfrm>
            <a:off x="2964550" y="384325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444" name="TextBox 1443"/>
          <p:cNvSpPr txBox="1"/>
          <p:nvPr/>
        </p:nvSpPr>
        <p:spPr>
          <a:xfrm>
            <a:off x="1171063" y="436002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445" name="Rectangle 1444"/>
          <p:cNvSpPr/>
          <p:nvPr/>
        </p:nvSpPr>
        <p:spPr>
          <a:xfrm>
            <a:off x="2939550" y="4489223"/>
            <a:ext cx="321955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TextBox 1445"/>
          <p:cNvSpPr txBox="1"/>
          <p:nvPr/>
        </p:nvSpPr>
        <p:spPr>
          <a:xfrm>
            <a:off x="3286505" y="448922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45/72</a:t>
            </a:r>
            <a:endParaRPr lang="es-AR" sz="1000"/>
          </a:p>
        </p:txBody>
      </p:sp>
      <p:sp>
        <p:nvSpPr>
          <p:cNvPr id="1454" name="Rectangle 1453"/>
          <p:cNvSpPr/>
          <p:nvPr/>
        </p:nvSpPr>
        <p:spPr>
          <a:xfrm>
            <a:off x="1838475" y="749699"/>
            <a:ext cx="5758407" cy="3028326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TextBox 1454"/>
          <p:cNvSpPr txBox="1"/>
          <p:nvPr/>
        </p:nvSpPr>
        <p:spPr>
          <a:xfrm>
            <a:off x="2038475" y="2021595"/>
            <a:ext cx="5358407" cy="605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46/72</a:t>
            </a:r>
            <a:endParaRPr lang="es-AR" sz="1000"/>
          </a:p>
        </p:txBody>
      </p:sp>
      <p:sp>
        <p:nvSpPr>
          <p:cNvPr id="1463" name="TextBox 1462"/>
          <p:cNvSpPr txBox="1"/>
          <p:nvPr/>
        </p:nvSpPr>
        <p:spPr>
          <a:xfrm>
            <a:off x="1171063" y="6328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64" name="TextBox 1463"/>
          <p:cNvSpPr txBox="1"/>
          <p:nvPr/>
        </p:nvSpPr>
        <p:spPr>
          <a:xfrm>
            <a:off x="1171063" y="96287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65" name="Rectangle 1464"/>
          <p:cNvSpPr/>
          <p:nvPr/>
        </p:nvSpPr>
        <p:spPr>
          <a:xfrm>
            <a:off x="2939550" y="1092068"/>
            <a:ext cx="415322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TextBox 1465"/>
          <p:cNvSpPr txBox="1"/>
          <p:nvPr/>
        </p:nvSpPr>
        <p:spPr>
          <a:xfrm>
            <a:off x="6312776" y="109206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215</a:t>
            </a:r>
          </a:p>
        </p:txBody>
      </p:sp>
      <p:sp>
        <p:nvSpPr>
          <p:cNvPr id="1467" name="TextBox 1466"/>
          <p:cNvSpPr txBox="1"/>
          <p:nvPr/>
        </p:nvSpPr>
        <p:spPr>
          <a:xfrm>
            <a:off x="1171063" y="160884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468" name="Rectangle 1467"/>
          <p:cNvSpPr/>
          <p:nvPr/>
        </p:nvSpPr>
        <p:spPr>
          <a:xfrm>
            <a:off x="2939550" y="1738039"/>
            <a:ext cx="424981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TextBox 1468"/>
          <p:cNvSpPr txBox="1"/>
          <p:nvPr/>
        </p:nvSpPr>
        <p:spPr>
          <a:xfrm>
            <a:off x="6409363" y="173803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220</a:t>
            </a:r>
          </a:p>
        </p:txBody>
      </p:sp>
      <p:sp>
        <p:nvSpPr>
          <p:cNvPr id="1470" name="TextBox 1469"/>
          <p:cNvSpPr txBox="1"/>
          <p:nvPr/>
        </p:nvSpPr>
        <p:spPr>
          <a:xfrm>
            <a:off x="1171063" y="225481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471" name="TextBox 1470"/>
          <p:cNvSpPr txBox="1"/>
          <p:nvPr/>
        </p:nvSpPr>
        <p:spPr>
          <a:xfrm>
            <a:off x="2964550" y="2384010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7F8C8D"/>
                </a:solidFill>
                <a:latin typeface="Inter"/>
              </a:rPr>
              <a:t>s/d</a:t>
            </a:r>
          </a:p>
        </p:txBody>
      </p:sp>
      <p:sp>
        <p:nvSpPr>
          <p:cNvPr id="1472" name="TextBox 1471"/>
          <p:cNvSpPr txBox="1"/>
          <p:nvPr/>
        </p:nvSpPr>
        <p:spPr>
          <a:xfrm>
            <a:off x="1171063" y="290078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473" name="TextBox 1472"/>
          <p:cNvSpPr txBox="1"/>
          <p:nvPr/>
        </p:nvSpPr>
        <p:spPr>
          <a:xfrm>
            <a:off x="2964550" y="3029981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7F8C8D"/>
                </a:solidFill>
                <a:latin typeface="Inter"/>
              </a:rPr>
              <a:t>s/d</a:t>
            </a:r>
          </a:p>
        </p:txBody>
      </p:sp>
      <p:sp>
        <p:nvSpPr>
          <p:cNvPr id="1474" name="TextBox 1473"/>
          <p:cNvSpPr txBox="1"/>
          <p:nvPr/>
        </p:nvSpPr>
        <p:spPr>
          <a:xfrm>
            <a:off x="1171063" y="354675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475" name="Rectangle 1474"/>
          <p:cNvSpPr/>
          <p:nvPr/>
        </p:nvSpPr>
        <p:spPr>
          <a:xfrm>
            <a:off x="2939550" y="3675952"/>
            <a:ext cx="19317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TextBox 1475"/>
          <p:cNvSpPr txBox="1"/>
          <p:nvPr/>
        </p:nvSpPr>
        <p:spPr>
          <a:xfrm>
            <a:off x="2983867" y="367595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477" name="TextBox 1476"/>
          <p:cNvSpPr txBox="1"/>
          <p:nvPr/>
        </p:nvSpPr>
        <p:spPr>
          <a:xfrm>
            <a:off x="1171063" y="419272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478" name="Rectangle 1477"/>
          <p:cNvSpPr/>
          <p:nvPr/>
        </p:nvSpPr>
        <p:spPr>
          <a:xfrm>
            <a:off x="2939550" y="4321923"/>
            <a:ext cx="212490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TextBox 1478"/>
          <p:cNvSpPr txBox="1"/>
          <p:nvPr/>
        </p:nvSpPr>
        <p:spPr>
          <a:xfrm>
            <a:off x="3177040" y="432192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47/72</a:t>
            </a:r>
            <a:endParaRPr lang="es-AR" sz="1000"/>
          </a:p>
        </p:txBody>
      </p:sp>
      <p:sp>
        <p:nvSpPr>
          <p:cNvPr id="1488" name="Rectangle 1487"/>
          <p:cNvSpPr/>
          <p:nvPr/>
        </p:nvSpPr>
        <p:spPr>
          <a:xfrm>
            <a:off x="1876350" y="749699"/>
            <a:ext cx="5884944" cy="3028326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TextBox 1488"/>
          <p:cNvSpPr txBox="1"/>
          <p:nvPr/>
        </p:nvSpPr>
        <p:spPr>
          <a:xfrm>
            <a:off x="2076350" y="2021595"/>
            <a:ext cx="5484944" cy="605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48/72</a:t>
            </a:r>
            <a:endParaRPr lang="es-AR" sz="1000"/>
          </a:p>
        </p:txBody>
      </p:sp>
      <p:sp>
        <p:nvSpPr>
          <p:cNvPr id="1497" name="TextBox 1496"/>
          <p:cNvSpPr txBox="1"/>
          <p:nvPr/>
        </p:nvSpPr>
        <p:spPr>
          <a:xfrm>
            <a:off x="1171063" y="8299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98" name="TextBox 1497"/>
          <p:cNvSpPr txBox="1"/>
          <p:nvPr/>
        </p:nvSpPr>
        <p:spPr>
          <a:xfrm>
            <a:off x="1171063" y="115992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99" name="Rectangle 1498"/>
          <p:cNvSpPr/>
          <p:nvPr/>
        </p:nvSpPr>
        <p:spPr>
          <a:xfrm>
            <a:off x="2939550" y="1289118"/>
            <a:ext cx="424981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6409363" y="128911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176</a:t>
            </a:r>
          </a:p>
        </p:txBody>
      </p:sp>
      <p:sp>
        <p:nvSpPr>
          <p:cNvPr id="1501" name="TextBox 1500"/>
          <p:cNvSpPr txBox="1"/>
          <p:nvPr/>
        </p:nvSpPr>
        <p:spPr>
          <a:xfrm>
            <a:off x="1171063" y="180589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502" name="Rectangle 1501"/>
          <p:cNvSpPr/>
          <p:nvPr/>
        </p:nvSpPr>
        <p:spPr>
          <a:xfrm>
            <a:off x="2939550" y="1935089"/>
            <a:ext cx="408078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6240336" y="193508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169</a:t>
            </a:r>
          </a:p>
        </p:txBody>
      </p:sp>
      <p:sp>
        <p:nvSpPr>
          <p:cNvPr id="1504" name="TextBox 1503"/>
          <p:cNvSpPr txBox="1"/>
          <p:nvPr/>
        </p:nvSpPr>
        <p:spPr>
          <a:xfrm>
            <a:off x="1171063" y="245186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505" name="Rectangle 1504"/>
          <p:cNvSpPr/>
          <p:nvPr/>
        </p:nvSpPr>
        <p:spPr>
          <a:xfrm>
            <a:off x="2939550" y="2581060"/>
            <a:ext cx="130391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3463469" y="258106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1507" name="TextBox 1506"/>
          <p:cNvSpPr txBox="1"/>
          <p:nvPr/>
        </p:nvSpPr>
        <p:spPr>
          <a:xfrm>
            <a:off x="1171063" y="309783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508" name="Rectangle 1507"/>
          <p:cNvSpPr/>
          <p:nvPr/>
        </p:nvSpPr>
        <p:spPr>
          <a:xfrm>
            <a:off x="2939550" y="3227031"/>
            <a:ext cx="130391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3463469" y="322703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1510" name="TextBox 1509"/>
          <p:cNvSpPr txBox="1"/>
          <p:nvPr/>
        </p:nvSpPr>
        <p:spPr>
          <a:xfrm>
            <a:off x="1171063" y="374380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511" name="Rectangle 1510"/>
          <p:cNvSpPr/>
          <p:nvPr/>
        </p:nvSpPr>
        <p:spPr>
          <a:xfrm>
            <a:off x="2939550" y="3873002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2988696" y="387300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513" name="TextBox 1512"/>
          <p:cNvSpPr txBox="1"/>
          <p:nvPr/>
        </p:nvSpPr>
        <p:spPr>
          <a:xfrm>
            <a:off x="1171063" y="438977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514" name="Rectangle 1513"/>
          <p:cNvSpPr/>
          <p:nvPr/>
        </p:nvSpPr>
        <p:spPr>
          <a:xfrm>
            <a:off x="2939550" y="4518973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TextBox 1514"/>
          <p:cNvSpPr txBox="1"/>
          <p:nvPr/>
        </p:nvSpPr>
        <p:spPr>
          <a:xfrm>
            <a:off x="2988696" y="451897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49/72</a:t>
            </a:r>
            <a:endParaRPr lang="es-AR" sz="1000"/>
          </a:p>
        </p:txBody>
      </p:sp>
      <p:sp>
        <p:nvSpPr>
          <p:cNvPr id="1523" name="Rectangle 1522"/>
          <p:cNvSpPr/>
          <p:nvPr/>
        </p:nvSpPr>
        <p:spPr>
          <a:xfrm>
            <a:off x="1733413" y="785274"/>
            <a:ext cx="5968527" cy="3028326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TextBox 1523"/>
          <p:cNvSpPr txBox="1"/>
          <p:nvPr/>
        </p:nvSpPr>
        <p:spPr>
          <a:xfrm>
            <a:off x="1933413" y="2057170"/>
            <a:ext cx="5568527" cy="605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14/9 20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49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50/72</a:t>
            </a:r>
            <a:endParaRPr lang="es-AR" sz="1000"/>
          </a:p>
        </p:txBody>
      </p:sp>
      <p:sp>
        <p:nvSpPr>
          <p:cNvPr id="1549" name="TextBox 1548"/>
          <p:cNvSpPr txBox="1"/>
          <p:nvPr/>
        </p:nvSpPr>
        <p:spPr>
          <a:xfrm>
            <a:off x="451325" y="1664024"/>
            <a:ext cx="372427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Camiones por día</a:t>
            </a:r>
          </a:p>
        </p:txBody>
      </p:sp>
      <p:sp>
        <p:nvSpPr>
          <p:cNvPr id="1550" name="TextBox 1549"/>
          <p:cNvSpPr txBox="1"/>
          <p:nvPr/>
        </p:nvSpPr>
        <p:spPr>
          <a:xfrm>
            <a:off x="451325" y="1994024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1551" name="Rectangle 1550"/>
          <p:cNvSpPr/>
          <p:nvPr/>
        </p:nvSpPr>
        <p:spPr>
          <a:xfrm>
            <a:off x="1419636" y="2043373"/>
            <a:ext cx="26442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TextBox 1551"/>
          <p:cNvSpPr txBox="1"/>
          <p:nvPr/>
        </p:nvSpPr>
        <p:spPr>
          <a:xfrm>
            <a:off x="1471078" y="2043373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553" name="TextBox 1552"/>
          <p:cNvSpPr txBox="1"/>
          <p:nvPr/>
        </p:nvSpPr>
        <p:spPr>
          <a:xfrm>
            <a:off x="451325" y="2240767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1554" name="Rectangle 1553"/>
          <p:cNvSpPr/>
          <p:nvPr/>
        </p:nvSpPr>
        <p:spPr>
          <a:xfrm>
            <a:off x="1419636" y="2290116"/>
            <a:ext cx="105769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TextBox 1554"/>
          <p:cNvSpPr txBox="1"/>
          <p:nvPr/>
        </p:nvSpPr>
        <p:spPr>
          <a:xfrm>
            <a:off x="1550405" y="2290116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4</a:t>
            </a:r>
          </a:p>
        </p:txBody>
      </p:sp>
      <p:sp>
        <p:nvSpPr>
          <p:cNvPr id="1556" name="TextBox 1555"/>
          <p:cNvSpPr txBox="1"/>
          <p:nvPr/>
        </p:nvSpPr>
        <p:spPr>
          <a:xfrm>
            <a:off x="451325" y="2487510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1557" name="Rectangle 1556"/>
          <p:cNvSpPr/>
          <p:nvPr/>
        </p:nvSpPr>
        <p:spPr>
          <a:xfrm>
            <a:off x="1419636" y="2536859"/>
            <a:ext cx="52884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TextBox 1557"/>
          <p:cNvSpPr txBox="1"/>
          <p:nvPr/>
        </p:nvSpPr>
        <p:spPr>
          <a:xfrm>
            <a:off x="1497520" y="2536859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2</a:t>
            </a:r>
          </a:p>
        </p:txBody>
      </p:sp>
      <p:sp>
        <p:nvSpPr>
          <p:cNvPr id="1559" name="TextBox 1558"/>
          <p:cNvSpPr txBox="1"/>
          <p:nvPr/>
        </p:nvSpPr>
        <p:spPr>
          <a:xfrm>
            <a:off x="451325" y="2734253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1560" name="TextBox 1559"/>
          <p:cNvSpPr txBox="1"/>
          <p:nvPr/>
        </p:nvSpPr>
        <p:spPr>
          <a:xfrm>
            <a:off x="1444636" y="2783602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561" name="TextBox 1560"/>
          <p:cNvSpPr txBox="1"/>
          <p:nvPr/>
        </p:nvSpPr>
        <p:spPr>
          <a:xfrm>
            <a:off x="451325" y="2980996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1562" name="Rectangle 1561"/>
          <p:cNvSpPr/>
          <p:nvPr/>
        </p:nvSpPr>
        <p:spPr>
          <a:xfrm>
            <a:off x="1419636" y="3030345"/>
            <a:ext cx="2406254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TextBox 1562"/>
          <p:cNvSpPr txBox="1"/>
          <p:nvPr/>
        </p:nvSpPr>
        <p:spPr>
          <a:xfrm>
            <a:off x="3045890" y="3030345"/>
            <a:ext cx="74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91</a:t>
            </a:r>
          </a:p>
        </p:txBody>
      </p:sp>
      <p:sp>
        <p:nvSpPr>
          <p:cNvPr id="1564" name="TextBox 1563"/>
          <p:cNvSpPr txBox="1"/>
          <p:nvPr/>
        </p:nvSpPr>
        <p:spPr>
          <a:xfrm>
            <a:off x="451325" y="3227739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1565" name="Rectangle 1564"/>
          <p:cNvSpPr/>
          <p:nvPr/>
        </p:nvSpPr>
        <p:spPr>
          <a:xfrm>
            <a:off x="1419636" y="3277088"/>
            <a:ext cx="713943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TextBox 1565"/>
          <p:cNvSpPr txBox="1"/>
          <p:nvPr/>
        </p:nvSpPr>
        <p:spPr>
          <a:xfrm>
            <a:off x="2158579" y="3277088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27</a:t>
            </a:r>
          </a:p>
        </p:txBody>
      </p:sp>
      <p:sp>
        <p:nvSpPr>
          <p:cNvPr id="1567" name="TextBox 1566"/>
          <p:cNvSpPr txBox="1"/>
          <p:nvPr/>
        </p:nvSpPr>
        <p:spPr>
          <a:xfrm>
            <a:off x="451325" y="3474482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1568" name="Rectangle 1567"/>
          <p:cNvSpPr/>
          <p:nvPr/>
        </p:nvSpPr>
        <p:spPr>
          <a:xfrm>
            <a:off x="1419636" y="3523831"/>
            <a:ext cx="793270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TextBox 1568"/>
          <p:cNvSpPr txBox="1"/>
          <p:nvPr/>
        </p:nvSpPr>
        <p:spPr>
          <a:xfrm>
            <a:off x="2237906" y="3523831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30</a:t>
            </a:r>
          </a:p>
        </p:txBody>
      </p:sp>
      <p:sp>
        <p:nvSpPr>
          <p:cNvPr id="1570" name="Rectangle 1569"/>
          <p:cNvSpPr/>
          <p:nvPr/>
        </p:nvSpPr>
        <p:spPr>
          <a:xfrm>
            <a:off x="4271300" y="1253536"/>
            <a:ext cx="4663600" cy="2394822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TextBox 1570"/>
          <p:cNvSpPr txBox="1"/>
          <p:nvPr/>
        </p:nvSpPr>
        <p:spPr>
          <a:xfrm>
            <a:off x="4471300" y="2259361"/>
            <a:ext cx="4263600" cy="4789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85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51/72</a:t>
            </a:r>
            <a:endParaRPr lang="es-AR" sz="1000"/>
          </a:p>
        </p:txBody>
      </p:sp>
      <p:sp>
        <p:nvSpPr>
          <p:cNvPr id="1575" name="TextBox 1574"/>
          <p:cNvSpPr txBox="1"/>
          <p:nvPr/>
        </p:nvSpPr>
        <p:spPr>
          <a:xfrm>
            <a:off x="304800" y="1714849"/>
            <a:ext cx="358365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Camiones por día</a:t>
            </a:r>
          </a:p>
        </p:txBody>
      </p:sp>
      <p:sp>
        <p:nvSpPr>
          <p:cNvPr id="1576" name="TextBox 1575"/>
          <p:cNvSpPr txBox="1"/>
          <p:nvPr/>
        </p:nvSpPr>
        <p:spPr>
          <a:xfrm>
            <a:off x="304800" y="2044849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1577" name="Rectangle 1576"/>
          <p:cNvSpPr/>
          <p:nvPr/>
        </p:nvSpPr>
        <p:spPr>
          <a:xfrm>
            <a:off x="1236549" y="2091786"/>
            <a:ext cx="2332359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TextBox 1577"/>
          <p:cNvSpPr txBox="1"/>
          <p:nvPr/>
        </p:nvSpPr>
        <p:spPr>
          <a:xfrm>
            <a:off x="2788908" y="2091786"/>
            <a:ext cx="74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55</a:t>
            </a:r>
          </a:p>
        </p:txBody>
      </p:sp>
      <p:sp>
        <p:nvSpPr>
          <p:cNvPr id="1579" name="TextBox 1578"/>
          <p:cNvSpPr txBox="1"/>
          <p:nvPr/>
        </p:nvSpPr>
        <p:spPr>
          <a:xfrm>
            <a:off x="304800" y="2279532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1580" name="Rectangle 1579"/>
          <p:cNvSpPr/>
          <p:nvPr/>
        </p:nvSpPr>
        <p:spPr>
          <a:xfrm>
            <a:off x="1236549" y="2326469"/>
            <a:ext cx="1993107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TextBox 1580"/>
          <p:cNvSpPr txBox="1"/>
          <p:nvPr/>
        </p:nvSpPr>
        <p:spPr>
          <a:xfrm>
            <a:off x="2449656" y="2326469"/>
            <a:ext cx="74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47</a:t>
            </a:r>
          </a:p>
        </p:txBody>
      </p:sp>
      <p:sp>
        <p:nvSpPr>
          <p:cNvPr id="1582" name="TextBox 1581"/>
          <p:cNvSpPr txBox="1"/>
          <p:nvPr/>
        </p:nvSpPr>
        <p:spPr>
          <a:xfrm>
            <a:off x="304800" y="2514215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1583" name="Rectangle 1582"/>
          <p:cNvSpPr/>
          <p:nvPr/>
        </p:nvSpPr>
        <p:spPr>
          <a:xfrm>
            <a:off x="1236549" y="2561152"/>
            <a:ext cx="296845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TextBox 1583"/>
          <p:cNvSpPr txBox="1"/>
          <p:nvPr/>
        </p:nvSpPr>
        <p:spPr>
          <a:xfrm>
            <a:off x="1558394" y="2561152"/>
            <a:ext cx="78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7</a:t>
            </a:r>
          </a:p>
        </p:txBody>
      </p:sp>
      <p:sp>
        <p:nvSpPr>
          <p:cNvPr id="1585" name="TextBox 1584"/>
          <p:cNvSpPr txBox="1"/>
          <p:nvPr/>
        </p:nvSpPr>
        <p:spPr>
          <a:xfrm>
            <a:off x="304800" y="2748898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1586" name="Rectangle 1585"/>
          <p:cNvSpPr/>
          <p:nvPr/>
        </p:nvSpPr>
        <p:spPr>
          <a:xfrm>
            <a:off x="1236549" y="2795835"/>
            <a:ext cx="84813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TextBox 1586"/>
          <p:cNvSpPr txBox="1"/>
          <p:nvPr/>
        </p:nvSpPr>
        <p:spPr>
          <a:xfrm>
            <a:off x="1346362" y="2795835"/>
            <a:ext cx="78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2</a:t>
            </a:r>
          </a:p>
        </p:txBody>
      </p:sp>
      <p:sp>
        <p:nvSpPr>
          <p:cNvPr id="1588" name="TextBox 1587"/>
          <p:cNvSpPr txBox="1"/>
          <p:nvPr/>
        </p:nvSpPr>
        <p:spPr>
          <a:xfrm>
            <a:off x="304800" y="2983581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1589" name="Rectangle 1588"/>
          <p:cNvSpPr/>
          <p:nvPr/>
        </p:nvSpPr>
        <p:spPr>
          <a:xfrm>
            <a:off x="1236549" y="3030518"/>
            <a:ext cx="1696261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TextBox 1589"/>
          <p:cNvSpPr txBox="1"/>
          <p:nvPr/>
        </p:nvSpPr>
        <p:spPr>
          <a:xfrm>
            <a:off x="2152810" y="3030518"/>
            <a:ext cx="74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40</a:t>
            </a:r>
          </a:p>
        </p:txBody>
      </p:sp>
      <p:sp>
        <p:nvSpPr>
          <p:cNvPr id="1591" name="TextBox 1590"/>
          <p:cNvSpPr txBox="1"/>
          <p:nvPr/>
        </p:nvSpPr>
        <p:spPr>
          <a:xfrm>
            <a:off x="304800" y="3218264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1592" name="Rectangle 1591"/>
          <p:cNvSpPr/>
          <p:nvPr/>
        </p:nvSpPr>
        <p:spPr>
          <a:xfrm>
            <a:off x="1236549" y="3265201"/>
            <a:ext cx="2162733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TextBox 1592"/>
          <p:cNvSpPr txBox="1"/>
          <p:nvPr/>
        </p:nvSpPr>
        <p:spPr>
          <a:xfrm>
            <a:off x="2619282" y="3265201"/>
            <a:ext cx="74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51</a:t>
            </a:r>
          </a:p>
        </p:txBody>
      </p:sp>
      <p:sp>
        <p:nvSpPr>
          <p:cNvPr id="1594" name="TextBox 1593"/>
          <p:cNvSpPr txBox="1"/>
          <p:nvPr/>
        </p:nvSpPr>
        <p:spPr>
          <a:xfrm>
            <a:off x="304800" y="3452947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1595" name="Rectangle 1594"/>
          <p:cNvSpPr/>
          <p:nvPr/>
        </p:nvSpPr>
        <p:spPr>
          <a:xfrm>
            <a:off x="1236549" y="3499884"/>
            <a:ext cx="1696261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TextBox 1595"/>
          <p:cNvSpPr txBox="1"/>
          <p:nvPr/>
        </p:nvSpPr>
        <p:spPr>
          <a:xfrm>
            <a:off x="2152810" y="3499884"/>
            <a:ext cx="74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40</a:t>
            </a:r>
          </a:p>
        </p:txBody>
      </p:sp>
      <p:sp>
        <p:nvSpPr>
          <p:cNvPr id="1597" name="Rectangle 1596"/>
          <p:cNvSpPr/>
          <p:nvPr/>
        </p:nvSpPr>
        <p:spPr>
          <a:xfrm>
            <a:off x="4028950" y="1091524"/>
            <a:ext cx="4950750" cy="2551388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TextBox 1597"/>
          <p:cNvSpPr txBox="1"/>
          <p:nvPr/>
        </p:nvSpPr>
        <p:spPr>
          <a:xfrm>
            <a:off x="4228950" y="2163106"/>
            <a:ext cx="4550750" cy="51027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52/72</a:t>
            </a:r>
            <a:endParaRPr lang="es-AR" sz="1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53/72</a:t>
            </a:r>
            <a:endParaRPr lang="es-AR" sz="1000"/>
          </a:p>
        </p:txBody>
      </p:sp>
      <p:sp>
        <p:nvSpPr>
          <p:cNvPr id="1590" name="TextBox 1589"/>
          <p:cNvSpPr txBox="1"/>
          <p:nvPr/>
        </p:nvSpPr>
        <p:spPr>
          <a:xfrm>
            <a:off x="1544913" y="691450"/>
            <a:ext cx="634552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Volcable 1/2 por día</a:t>
            </a:r>
          </a:p>
        </p:txBody>
      </p:sp>
      <p:sp>
        <p:nvSpPr>
          <p:cNvPr id="1591" name="Rectangle 1590"/>
          <p:cNvSpPr/>
          <p:nvPr/>
        </p:nvSpPr>
        <p:spPr>
          <a:xfrm>
            <a:off x="3321660" y="1021450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TextBox 1591"/>
          <p:cNvSpPr txBox="1"/>
          <p:nvPr/>
        </p:nvSpPr>
        <p:spPr>
          <a:xfrm>
            <a:off x="3501660" y="1001450"/>
            <a:ext cx="14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593" name="Rectangle 1592"/>
          <p:cNvSpPr/>
          <p:nvPr/>
        </p:nvSpPr>
        <p:spPr>
          <a:xfrm>
            <a:off x="5221660" y="1021450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TextBox 1593"/>
          <p:cNvSpPr txBox="1"/>
          <p:nvPr/>
        </p:nvSpPr>
        <p:spPr>
          <a:xfrm>
            <a:off x="5401660" y="1001450"/>
            <a:ext cx="14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595" name="TextBox 1594"/>
          <p:cNvSpPr txBox="1"/>
          <p:nvPr/>
        </p:nvSpPr>
        <p:spPr>
          <a:xfrm>
            <a:off x="1544913" y="1261450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1596" name="Rectangle 1595"/>
          <p:cNvSpPr/>
          <p:nvPr/>
        </p:nvSpPr>
        <p:spPr>
          <a:xfrm>
            <a:off x="2814018" y="1288083"/>
            <a:ext cx="3359162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TextBox 1596"/>
          <p:cNvSpPr txBox="1"/>
          <p:nvPr/>
        </p:nvSpPr>
        <p:spPr>
          <a:xfrm>
            <a:off x="5553180" y="1288083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55</a:t>
            </a:r>
          </a:p>
        </p:txBody>
      </p:sp>
      <p:sp>
        <p:nvSpPr>
          <p:cNvPr id="1598" name="Rectangle 1597"/>
          <p:cNvSpPr/>
          <p:nvPr/>
        </p:nvSpPr>
        <p:spPr>
          <a:xfrm>
            <a:off x="2814018" y="1394617"/>
            <a:ext cx="1282589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TextBox 1598"/>
          <p:cNvSpPr txBox="1"/>
          <p:nvPr/>
        </p:nvSpPr>
        <p:spPr>
          <a:xfrm>
            <a:off x="3476607" y="1394617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21</a:t>
            </a:r>
          </a:p>
        </p:txBody>
      </p:sp>
      <p:sp>
        <p:nvSpPr>
          <p:cNvPr id="1600" name="TextBox 1599"/>
          <p:cNvSpPr txBox="1"/>
          <p:nvPr/>
        </p:nvSpPr>
        <p:spPr>
          <a:xfrm>
            <a:off x="1544913" y="1527785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1601" name="Rectangle 1600"/>
          <p:cNvSpPr/>
          <p:nvPr/>
        </p:nvSpPr>
        <p:spPr>
          <a:xfrm>
            <a:off x="2814018" y="1554418"/>
            <a:ext cx="4275298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TextBox 1601"/>
          <p:cNvSpPr txBox="1"/>
          <p:nvPr/>
        </p:nvSpPr>
        <p:spPr>
          <a:xfrm>
            <a:off x="6469316" y="1554418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70</a:t>
            </a:r>
          </a:p>
        </p:txBody>
      </p:sp>
      <p:sp>
        <p:nvSpPr>
          <p:cNvPr id="1603" name="Rectangle 1602"/>
          <p:cNvSpPr/>
          <p:nvPr/>
        </p:nvSpPr>
        <p:spPr>
          <a:xfrm>
            <a:off x="2814018" y="1660952"/>
            <a:ext cx="977211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TextBox 1603"/>
          <p:cNvSpPr txBox="1"/>
          <p:nvPr/>
        </p:nvSpPr>
        <p:spPr>
          <a:xfrm>
            <a:off x="3171229" y="1660952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16</a:t>
            </a:r>
          </a:p>
        </p:txBody>
      </p:sp>
      <p:sp>
        <p:nvSpPr>
          <p:cNvPr id="1605" name="TextBox 1604"/>
          <p:cNvSpPr txBox="1"/>
          <p:nvPr/>
        </p:nvSpPr>
        <p:spPr>
          <a:xfrm>
            <a:off x="1544913" y="1794120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1606" name="Rectangle 1605"/>
          <p:cNvSpPr/>
          <p:nvPr/>
        </p:nvSpPr>
        <p:spPr>
          <a:xfrm>
            <a:off x="2814018" y="1820753"/>
            <a:ext cx="4275298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TextBox 1606"/>
          <p:cNvSpPr txBox="1"/>
          <p:nvPr/>
        </p:nvSpPr>
        <p:spPr>
          <a:xfrm>
            <a:off x="6469316" y="1820753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70</a:t>
            </a:r>
          </a:p>
        </p:txBody>
      </p:sp>
      <p:sp>
        <p:nvSpPr>
          <p:cNvPr id="1608" name="Rectangle 1607"/>
          <p:cNvSpPr/>
          <p:nvPr/>
        </p:nvSpPr>
        <p:spPr>
          <a:xfrm>
            <a:off x="2814018" y="1927287"/>
            <a:ext cx="1038286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TextBox 1608"/>
          <p:cNvSpPr txBox="1"/>
          <p:nvPr/>
        </p:nvSpPr>
        <p:spPr>
          <a:xfrm>
            <a:off x="3232304" y="1927287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17</a:t>
            </a:r>
          </a:p>
        </p:txBody>
      </p:sp>
      <p:sp>
        <p:nvSpPr>
          <p:cNvPr id="1610" name="TextBox 1609"/>
          <p:cNvSpPr txBox="1"/>
          <p:nvPr/>
        </p:nvSpPr>
        <p:spPr>
          <a:xfrm>
            <a:off x="1544913" y="2060455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1611" name="Rectangle 1610"/>
          <p:cNvSpPr/>
          <p:nvPr/>
        </p:nvSpPr>
        <p:spPr>
          <a:xfrm>
            <a:off x="2814018" y="2087088"/>
            <a:ext cx="610756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TextBox 1611"/>
          <p:cNvSpPr txBox="1"/>
          <p:nvPr/>
        </p:nvSpPr>
        <p:spPr>
          <a:xfrm>
            <a:off x="3444774" y="2087088"/>
            <a:ext cx="62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434343"/>
                </a:solidFill>
                <a:latin typeface="Inter"/>
              </a:rPr>
              <a:t>10</a:t>
            </a:r>
          </a:p>
        </p:txBody>
      </p:sp>
      <p:sp>
        <p:nvSpPr>
          <p:cNvPr id="1613" name="Rectangle 1612"/>
          <p:cNvSpPr/>
          <p:nvPr/>
        </p:nvSpPr>
        <p:spPr>
          <a:xfrm>
            <a:off x="2814018" y="2193622"/>
            <a:ext cx="366454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TextBox 1613"/>
          <p:cNvSpPr txBox="1"/>
          <p:nvPr/>
        </p:nvSpPr>
        <p:spPr>
          <a:xfrm>
            <a:off x="3200472" y="2193622"/>
            <a:ext cx="62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434343"/>
                </a:solidFill>
                <a:latin typeface="Inter"/>
              </a:rPr>
              <a:t>6</a:t>
            </a:r>
          </a:p>
        </p:txBody>
      </p:sp>
      <p:sp>
        <p:nvSpPr>
          <p:cNvPr id="1615" name="TextBox 1614"/>
          <p:cNvSpPr txBox="1"/>
          <p:nvPr/>
        </p:nvSpPr>
        <p:spPr>
          <a:xfrm>
            <a:off x="1544913" y="2326790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1616" name="Rectangle 1615"/>
          <p:cNvSpPr/>
          <p:nvPr/>
        </p:nvSpPr>
        <p:spPr>
          <a:xfrm>
            <a:off x="2814018" y="2353423"/>
            <a:ext cx="2198724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TextBox 1616"/>
          <p:cNvSpPr txBox="1"/>
          <p:nvPr/>
        </p:nvSpPr>
        <p:spPr>
          <a:xfrm>
            <a:off x="4392742" y="2353423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36</a:t>
            </a:r>
          </a:p>
        </p:txBody>
      </p:sp>
      <p:sp>
        <p:nvSpPr>
          <p:cNvPr id="1618" name="Rectangle 1617"/>
          <p:cNvSpPr/>
          <p:nvPr/>
        </p:nvSpPr>
        <p:spPr>
          <a:xfrm>
            <a:off x="2814018" y="2459957"/>
            <a:ext cx="916135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TextBox 1618"/>
          <p:cNvSpPr txBox="1"/>
          <p:nvPr/>
        </p:nvSpPr>
        <p:spPr>
          <a:xfrm>
            <a:off x="3110153" y="2459957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15</a:t>
            </a:r>
          </a:p>
        </p:txBody>
      </p:sp>
      <p:sp>
        <p:nvSpPr>
          <p:cNvPr id="1620" name="TextBox 1619"/>
          <p:cNvSpPr txBox="1"/>
          <p:nvPr/>
        </p:nvSpPr>
        <p:spPr>
          <a:xfrm>
            <a:off x="1544913" y="2593125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1621" name="Rectangle 1620"/>
          <p:cNvSpPr/>
          <p:nvPr/>
        </p:nvSpPr>
        <p:spPr>
          <a:xfrm>
            <a:off x="2814018" y="2619758"/>
            <a:ext cx="3847768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TextBox 1621"/>
          <p:cNvSpPr txBox="1"/>
          <p:nvPr/>
        </p:nvSpPr>
        <p:spPr>
          <a:xfrm>
            <a:off x="6041786" y="2619758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63</a:t>
            </a:r>
          </a:p>
        </p:txBody>
      </p:sp>
      <p:sp>
        <p:nvSpPr>
          <p:cNvPr id="1623" name="Rectangle 1622"/>
          <p:cNvSpPr/>
          <p:nvPr/>
        </p:nvSpPr>
        <p:spPr>
          <a:xfrm>
            <a:off x="2814018" y="2726292"/>
            <a:ext cx="732908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TextBox 1623"/>
          <p:cNvSpPr txBox="1"/>
          <p:nvPr/>
        </p:nvSpPr>
        <p:spPr>
          <a:xfrm>
            <a:off x="2926926" y="2726292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12</a:t>
            </a:r>
          </a:p>
        </p:txBody>
      </p:sp>
      <p:sp>
        <p:nvSpPr>
          <p:cNvPr id="1625" name="TextBox 1624"/>
          <p:cNvSpPr txBox="1"/>
          <p:nvPr/>
        </p:nvSpPr>
        <p:spPr>
          <a:xfrm>
            <a:off x="1544913" y="2859460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1626" name="Rectangle 1625"/>
          <p:cNvSpPr/>
          <p:nvPr/>
        </p:nvSpPr>
        <p:spPr>
          <a:xfrm>
            <a:off x="2814018" y="2886093"/>
            <a:ext cx="4519600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TextBox 1626"/>
          <p:cNvSpPr txBox="1"/>
          <p:nvPr/>
        </p:nvSpPr>
        <p:spPr>
          <a:xfrm>
            <a:off x="6713618" y="2886093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74</a:t>
            </a:r>
          </a:p>
        </p:txBody>
      </p:sp>
      <p:sp>
        <p:nvSpPr>
          <p:cNvPr id="1628" name="Rectangle 1627"/>
          <p:cNvSpPr/>
          <p:nvPr/>
        </p:nvSpPr>
        <p:spPr>
          <a:xfrm>
            <a:off x="2814018" y="2992627"/>
            <a:ext cx="549681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TextBox 1628"/>
          <p:cNvSpPr txBox="1"/>
          <p:nvPr/>
        </p:nvSpPr>
        <p:spPr>
          <a:xfrm>
            <a:off x="3383699" y="2992627"/>
            <a:ext cx="62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434343"/>
                </a:solidFill>
                <a:latin typeface="Inter"/>
              </a:rPr>
              <a:t>9</a:t>
            </a:r>
          </a:p>
        </p:txBody>
      </p:sp>
      <p:sp>
        <p:nvSpPr>
          <p:cNvPr id="1630" name="TextBox 1629"/>
          <p:cNvSpPr txBox="1"/>
          <p:nvPr/>
        </p:nvSpPr>
        <p:spPr>
          <a:xfrm>
            <a:off x="3084725" y="3342750"/>
            <a:ext cx="253732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Total semanal</a:t>
            </a:r>
          </a:p>
        </p:txBody>
      </p:sp>
      <p:sp>
        <p:nvSpPr>
          <p:cNvPr id="1631" name="TextBox 1630"/>
          <p:cNvSpPr txBox="1"/>
          <p:nvPr/>
        </p:nvSpPr>
        <p:spPr>
          <a:xfrm>
            <a:off x="3084725" y="3672750"/>
            <a:ext cx="619704" cy="613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632" name="Rectangle 1631"/>
          <p:cNvSpPr/>
          <p:nvPr/>
        </p:nvSpPr>
        <p:spPr>
          <a:xfrm>
            <a:off x="3744429" y="3795370"/>
            <a:ext cx="1625855" cy="36786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TextBox 1632"/>
          <p:cNvSpPr txBox="1"/>
          <p:nvPr/>
        </p:nvSpPr>
        <p:spPr>
          <a:xfrm>
            <a:off x="4590284" y="3795370"/>
            <a:ext cx="740000" cy="3678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361</a:t>
            </a:r>
          </a:p>
        </p:txBody>
      </p:sp>
      <p:sp>
        <p:nvSpPr>
          <p:cNvPr id="1634" name="TextBox 1633"/>
          <p:cNvSpPr txBox="1"/>
          <p:nvPr/>
        </p:nvSpPr>
        <p:spPr>
          <a:xfrm>
            <a:off x="3084725" y="4285850"/>
            <a:ext cx="619704" cy="613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635" name="Rectangle 1634"/>
          <p:cNvSpPr/>
          <p:nvPr/>
        </p:nvSpPr>
        <p:spPr>
          <a:xfrm>
            <a:off x="3744429" y="4408470"/>
            <a:ext cx="414345" cy="36786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TextBox 1635"/>
          <p:cNvSpPr txBox="1"/>
          <p:nvPr/>
        </p:nvSpPr>
        <p:spPr>
          <a:xfrm>
            <a:off x="4183774" y="4408470"/>
            <a:ext cx="780000" cy="3678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92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54/72</a:t>
            </a:r>
            <a:endParaRPr lang="es-AR" sz="1000"/>
          </a:p>
        </p:txBody>
      </p:sp>
      <p:sp>
        <p:nvSpPr>
          <p:cNvPr id="1611" name="Rectangle 1610"/>
          <p:cNvSpPr/>
          <p:nvPr/>
        </p:nvSpPr>
        <p:spPr>
          <a:xfrm>
            <a:off x="1791075" y="749699"/>
            <a:ext cx="5853199" cy="3028326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TextBox 1611"/>
          <p:cNvSpPr txBox="1"/>
          <p:nvPr/>
        </p:nvSpPr>
        <p:spPr>
          <a:xfrm>
            <a:off x="1991075" y="2021595"/>
            <a:ext cx="5453199" cy="605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55/72</a:t>
            </a:r>
            <a:endParaRPr lang="es-AR" sz="1000"/>
          </a:p>
        </p:txBody>
      </p:sp>
      <p:sp>
        <p:nvSpPr>
          <p:cNvPr id="1620" name="TextBox 1619"/>
          <p:cNvSpPr txBox="1"/>
          <p:nvPr/>
        </p:nvSpPr>
        <p:spPr>
          <a:xfrm>
            <a:off x="2314125" y="944525"/>
            <a:ext cx="502502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Camiones por día</a:t>
            </a:r>
          </a:p>
        </p:txBody>
      </p:sp>
      <p:sp>
        <p:nvSpPr>
          <p:cNvPr id="1621" name="TextBox 1620"/>
          <p:cNvSpPr txBox="1"/>
          <p:nvPr/>
        </p:nvSpPr>
        <p:spPr>
          <a:xfrm>
            <a:off x="2314125" y="1274525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1622" name="TextBox 1621"/>
          <p:cNvSpPr txBox="1"/>
          <p:nvPr/>
        </p:nvSpPr>
        <p:spPr>
          <a:xfrm>
            <a:off x="3645631" y="1353872"/>
            <a:ext cx="78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623" name="TextBox 1622"/>
          <p:cNvSpPr txBox="1"/>
          <p:nvPr/>
        </p:nvSpPr>
        <p:spPr>
          <a:xfrm>
            <a:off x="2314125" y="1671260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1624" name="Rectangle 1623"/>
          <p:cNvSpPr/>
          <p:nvPr/>
        </p:nvSpPr>
        <p:spPr>
          <a:xfrm>
            <a:off x="3620631" y="1750607"/>
            <a:ext cx="3567768" cy="238041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TextBox 1624"/>
          <p:cNvSpPr txBox="1"/>
          <p:nvPr/>
        </p:nvSpPr>
        <p:spPr>
          <a:xfrm>
            <a:off x="6408399" y="1750607"/>
            <a:ext cx="74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30</a:t>
            </a:r>
          </a:p>
        </p:txBody>
      </p:sp>
      <p:sp>
        <p:nvSpPr>
          <p:cNvPr id="1626" name="TextBox 1625"/>
          <p:cNvSpPr txBox="1"/>
          <p:nvPr/>
        </p:nvSpPr>
        <p:spPr>
          <a:xfrm>
            <a:off x="2314125" y="2067995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1627" name="Rectangle 1626"/>
          <p:cNvSpPr/>
          <p:nvPr/>
        </p:nvSpPr>
        <p:spPr>
          <a:xfrm>
            <a:off x="3620631" y="2147342"/>
            <a:ext cx="1189256" cy="238041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TextBox 1627"/>
          <p:cNvSpPr txBox="1"/>
          <p:nvPr/>
        </p:nvSpPr>
        <p:spPr>
          <a:xfrm>
            <a:off x="4029887" y="2147342"/>
            <a:ext cx="74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</a:t>
            </a:r>
          </a:p>
        </p:txBody>
      </p:sp>
      <p:sp>
        <p:nvSpPr>
          <p:cNvPr id="1629" name="TextBox 1628"/>
          <p:cNvSpPr txBox="1"/>
          <p:nvPr/>
        </p:nvSpPr>
        <p:spPr>
          <a:xfrm>
            <a:off x="2314125" y="2464730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1630" name="TextBox 1629"/>
          <p:cNvSpPr txBox="1"/>
          <p:nvPr/>
        </p:nvSpPr>
        <p:spPr>
          <a:xfrm>
            <a:off x="3645631" y="2544077"/>
            <a:ext cx="78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631" name="TextBox 1630"/>
          <p:cNvSpPr txBox="1"/>
          <p:nvPr/>
        </p:nvSpPr>
        <p:spPr>
          <a:xfrm>
            <a:off x="2314125" y="2861465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1632" name="TextBox 1631"/>
          <p:cNvSpPr txBox="1"/>
          <p:nvPr/>
        </p:nvSpPr>
        <p:spPr>
          <a:xfrm>
            <a:off x="3645631" y="2940812"/>
            <a:ext cx="78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633" name="TextBox 1632"/>
          <p:cNvSpPr txBox="1"/>
          <p:nvPr/>
        </p:nvSpPr>
        <p:spPr>
          <a:xfrm>
            <a:off x="2314125" y="3258200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1634" name="TextBox 1633"/>
          <p:cNvSpPr txBox="1"/>
          <p:nvPr/>
        </p:nvSpPr>
        <p:spPr>
          <a:xfrm>
            <a:off x="3645631" y="3337547"/>
            <a:ext cx="78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635" name="TextBox 1634"/>
          <p:cNvSpPr txBox="1"/>
          <p:nvPr/>
        </p:nvSpPr>
        <p:spPr>
          <a:xfrm>
            <a:off x="2314125" y="3654935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1636" name="TextBox 1635"/>
          <p:cNvSpPr txBox="1"/>
          <p:nvPr/>
        </p:nvSpPr>
        <p:spPr>
          <a:xfrm>
            <a:off x="3645631" y="3734282"/>
            <a:ext cx="78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56/72</a:t>
            </a:r>
            <a:endParaRPr lang="es-AR" sz="1000"/>
          </a:p>
        </p:txBody>
      </p:sp>
      <p:sp>
        <p:nvSpPr>
          <p:cNvPr id="1641" name="Rectangle 1640"/>
          <p:cNvSpPr/>
          <p:nvPr/>
        </p:nvSpPr>
        <p:spPr>
          <a:xfrm>
            <a:off x="1579513" y="1115325"/>
            <a:ext cx="6329875" cy="2724200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TextBox 1641"/>
          <p:cNvSpPr txBox="1"/>
          <p:nvPr/>
        </p:nvSpPr>
        <p:spPr>
          <a:xfrm>
            <a:off x="1779513" y="2259489"/>
            <a:ext cx="5929875" cy="544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 384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 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57/72</a:t>
            </a:r>
            <a:endParaRPr lang="es-AR" sz="1000"/>
          </a:p>
        </p:txBody>
      </p:sp>
      <p:sp>
        <p:nvSpPr>
          <p:cNvPr id="1662" name="TextBox 1661"/>
          <p:cNvSpPr txBox="1"/>
          <p:nvPr/>
        </p:nvSpPr>
        <p:spPr>
          <a:xfrm>
            <a:off x="2198337" y="1754675"/>
            <a:ext cx="503867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Camiones por día</a:t>
            </a:r>
          </a:p>
        </p:txBody>
      </p:sp>
      <p:sp>
        <p:nvSpPr>
          <p:cNvPr id="1663" name="TextBox 1662"/>
          <p:cNvSpPr txBox="1"/>
          <p:nvPr/>
        </p:nvSpPr>
        <p:spPr>
          <a:xfrm>
            <a:off x="2198337" y="2084675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1664" name="Rectangle 1663"/>
          <p:cNvSpPr/>
          <p:nvPr/>
        </p:nvSpPr>
        <p:spPr>
          <a:xfrm>
            <a:off x="3508392" y="2164263"/>
            <a:ext cx="3118351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TextBox 1664"/>
          <p:cNvSpPr txBox="1"/>
          <p:nvPr/>
        </p:nvSpPr>
        <p:spPr>
          <a:xfrm>
            <a:off x="5846743" y="2164263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523</a:t>
            </a:r>
          </a:p>
        </p:txBody>
      </p:sp>
      <p:sp>
        <p:nvSpPr>
          <p:cNvPr id="1666" name="TextBox 1665"/>
          <p:cNvSpPr txBox="1"/>
          <p:nvPr/>
        </p:nvSpPr>
        <p:spPr>
          <a:xfrm>
            <a:off x="2198337" y="2482614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1667" name="Rectangle 1666"/>
          <p:cNvSpPr/>
          <p:nvPr/>
        </p:nvSpPr>
        <p:spPr>
          <a:xfrm>
            <a:off x="3508392" y="2562202"/>
            <a:ext cx="2909666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TextBox 1667"/>
          <p:cNvSpPr txBox="1"/>
          <p:nvPr/>
        </p:nvSpPr>
        <p:spPr>
          <a:xfrm>
            <a:off x="5638058" y="2562202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488</a:t>
            </a:r>
          </a:p>
        </p:txBody>
      </p:sp>
      <p:sp>
        <p:nvSpPr>
          <p:cNvPr id="1669" name="TextBox 1668"/>
          <p:cNvSpPr txBox="1"/>
          <p:nvPr/>
        </p:nvSpPr>
        <p:spPr>
          <a:xfrm>
            <a:off x="2198337" y="2880553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1670" name="Rectangle 1669"/>
          <p:cNvSpPr/>
          <p:nvPr/>
        </p:nvSpPr>
        <p:spPr>
          <a:xfrm>
            <a:off x="3508392" y="2960141"/>
            <a:ext cx="2647319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TextBox 1670"/>
          <p:cNvSpPr txBox="1"/>
          <p:nvPr/>
        </p:nvSpPr>
        <p:spPr>
          <a:xfrm>
            <a:off x="5375711" y="2960141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444</a:t>
            </a:r>
          </a:p>
        </p:txBody>
      </p:sp>
      <p:sp>
        <p:nvSpPr>
          <p:cNvPr id="1672" name="TextBox 1671"/>
          <p:cNvSpPr txBox="1"/>
          <p:nvPr/>
        </p:nvSpPr>
        <p:spPr>
          <a:xfrm>
            <a:off x="2198337" y="3278492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1673" name="Rectangle 1672"/>
          <p:cNvSpPr/>
          <p:nvPr/>
        </p:nvSpPr>
        <p:spPr>
          <a:xfrm>
            <a:off x="3508392" y="3358080"/>
            <a:ext cx="321971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TextBox 1673"/>
          <p:cNvSpPr txBox="1"/>
          <p:nvPr/>
        </p:nvSpPr>
        <p:spPr>
          <a:xfrm>
            <a:off x="3855363" y="3358080"/>
            <a:ext cx="78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54</a:t>
            </a:r>
          </a:p>
        </p:txBody>
      </p:sp>
      <p:sp>
        <p:nvSpPr>
          <p:cNvPr id="1675" name="TextBox 1674"/>
          <p:cNvSpPr txBox="1"/>
          <p:nvPr/>
        </p:nvSpPr>
        <p:spPr>
          <a:xfrm>
            <a:off x="2198337" y="3676431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1676" name="Rectangle 1675"/>
          <p:cNvSpPr/>
          <p:nvPr/>
        </p:nvSpPr>
        <p:spPr>
          <a:xfrm>
            <a:off x="3508392" y="3756019"/>
            <a:ext cx="1735067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TextBox 1676"/>
          <p:cNvSpPr txBox="1"/>
          <p:nvPr/>
        </p:nvSpPr>
        <p:spPr>
          <a:xfrm>
            <a:off x="4463459" y="3756019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291</a:t>
            </a:r>
          </a:p>
        </p:txBody>
      </p:sp>
      <p:sp>
        <p:nvSpPr>
          <p:cNvPr id="1678" name="TextBox 1677"/>
          <p:cNvSpPr txBox="1"/>
          <p:nvPr/>
        </p:nvSpPr>
        <p:spPr>
          <a:xfrm>
            <a:off x="2198337" y="4074370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1679" name="Rectangle 1678"/>
          <p:cNvSpPr/>
          <p:nvPr/>
        </p:nvSpPr>
        <p:spPr>
          <a:xfrm>
            <a:off x="3508392" y="4153958"/>
            <a:ext cx="2856004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TextBox 1679"/>
          <p:cNvSpPr txBox="1"/>
          <p:nvPr/>
        </p:nvSpPr>
        <p:spPr>
          <a:xfrm>
            <a:off x="5584396" y="4153958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479</a:t>
            </a:r>
          </a:p>
        </p:txBody>
      </p:sp>
      <p:sp>
        <p:nvSpPr>
          <p:cNvPr id="1681" name="TextBox 1680"/>
          <p:cNvSpPr txBox="1"/>
          <p:nvPr/>
        </p:nvSpPr>
        <p:spPr>
          <a:xfrm>
            <a:off x="2198337" y="4472309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1682" name="Rectangle 1681"/>
          <p:cNvSpPr/>
          <p:nvPr/>
        </p:nvSpPr>
        <p:spPr>
          <a:xfrm>
            <a:off x="3508392" y="4551897"/>
            <a:ext cx="2438634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TextBox 1682"/>
          <p:cNvSpPr txBox="1"/>
          <p:nvPr/>
        </p:nvSpPr>
        <p:spPr>
          <a:xfrm>
            <a:off x="5167026" y="4551897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409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58/72</a:t>
            </a:r>
            <a:endParaRPr lang="es-AR" sz="1000"/>
          </a:p>
        </p:txBody>
      </p:sp>
      <p:sp>
        <p:nvSpPr>
          <p:cNvPr id="1673" name="TextBox 1672"/>
          <p:cNvSpPr txBox="1"/>
          <p:nvPr/>
        </p:nvSpPr>
        <p:spPr>
          <a:xfrm>
            <a:off x="1808375" y="809650"/>
            <a:ext cx="610102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Camiones por volcable (semana)</a:t>
            </a:r>
          </a:p>
        </p:txBody>
      </p:sp>
      <p:sp>
        <p:nvSpPr>
          <p:cNvPr id="1674" name="TextBox 1673"/>
          <p:cNvSpPr txBox="1"/>
          <p:nvPr/>
        </p:nvSpPr>
        <p:spPr>
          <a:xfrm>
            <a:off x="1808375" y="1139650"/>
            <a:ext cx="1546266" cy="60231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675" name="Rectangle 1674"/>
          <p:cNvSpPr/>
          <p:nvPr/>
        </p:nvSpPr>
        <p:spPr>
          <a:xfrm>
            <a:off x="3394641" y="1260113"/>
            <a:ext cx="2718159" cy="36138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TextBox 1675"/>
          <p:cNvSpPr txBox="1"/>
          <p:nvPr/>
        </p:nvSpPr>
        <p:spPr>
          <a:xfrm>
            <a:off x="5332800" y="1260113"/>
            <a:ext cx="740000" cy="3613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502</a:t>
            </a:r>
          </a:p>
        </p:txBody>
      </p:sp>
      <p:sp>
        <p:nvSpPr>
          <p:cNvPr id="1677" name="TextBox 1676"/>
          <p:cNvSpPr txBox="1"/>
          <p:nvPr/>
        </p:nvSpPr>
        <p:spPr>
          <a:xfrm>
            <a:off x="1808375" y="1741965"/>
            <a:ext cx="1546266" cy="60231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678" name="Rectangle 1677"/>
          <p:cNvSpPr/>
          <p:nvPr/>
        </p:nvSpPr>
        <p:spPr>
          <a:xfrm>
            <a:off x="3394641" y="1862428"/>
            <a:ext cx="3394992" cy="36138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TextBox 1678"/>
          <p:cNvSpPr txBox="1"/>
          <p:nvPr/>
        </p:nvSpPr>
        <p:spPr>
          <a:xfrm>
            <a:off x="6009633" y="1862428"/>
            <a:ext cx="740000" cy="3613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627</a:t>
            </a:r>
          </a:p>
        </p:txBody>
      </p:sp>
      <p:sp>
        <p:nvSpPr>
          <p:cNvPr id="1680" name="TextBox 1679"/>
          <p:cNvSpPr txBox="1"/>
          <p:nvPr/>
        </p:nvSpPr>
        <p:spPr>
          <a:xfrm>
            <a:off x="1808375" y="2344280"/>
            <a:ext cx="1546266" cy="60231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681" name="Rectangle 1680"/>
          <p:cNvSpPr/>
          <p:nvPr/>
        </p:nvSpPr>
        <p:spPr>
          <a:xfrm>
            <a:off x="3394641" y="2464743"/>
            <a:ext cx="3470797" cy="36138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TextBox 1681"/>
          <p:cNvSpPr txBox="1"/>
          <p:nvPr/>
        </p:nvSpPr>
        <p:spPr>
          <a:xfrm>
            <a:off x="6085438" y="2464743"/>
            <a:ext cx="740000" cy="3613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641</a:t>
            </a:r>
          </a:p>
        </p:txBody>
      </p:sp>
      <p:sp>
        <p:nvSpPr>
          <p:cNvPr id="1683" name="TextBox 1682"/>
          <p:cNvSpPr txBox="1"/>
          <p:nvPr/>
        </p:nvSpPr>
        <p:spPr>
          <a:xfrm>
            <a:off x="1808375" y="2946595"/>
            <a:ext cx="1546266" cy="60231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684" name="Rectangle 1683"/>
          <p:cNvSpPr/>
          <p:nvPr/>
        </p:nvSpPr>
        <p:spPr>
          <a:xfrm>
            <a:off x="3394641" y="3067058"/>
            <a:ext cx="1223713" cy="36138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TextBox 1684"/>
          <p:cNvSpPr txBox="1"/>
          <p:nvPr/>
        </p:nvSpPr>
        <p:spPr>
          <a:xfrm>
            <a:off x="3838354" y="3067058"/>
            <a:ext cx="740000" cy="3613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226</a:t>
            </a:r>
          </a:p>
        </p:txBody>
      </p:sp>
      <p:sp>
        <p:nvSpPr>
          <p:cNvPr id="1686" name="TextBox 1685"/>
          <p:cNvSpPr txBox="1"/>
          <p:nvPr/>
        </p:nvSpPr>
        <p:spPr>
          <a:xfrm>
            <a:off x="1808375" y="3548910"/>
            <a:ext cx="1546266" cy="60231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687" name="Rectangle 1686"/>
          <p:cNvSpPr/>
          <p:nvPr/>
        </p:nvSpPr>
        <p:spPr>
          <a:xfrm>
            <a:off x="3394641" y="3669373"/>
            <a:ext cx="3746945" cy="36138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TextBox 1687"/>
          <p:cNvSpPr txBox="1"/>
          <p:nvPr/>
        </p:nvSpPr>
        <p:spPr>
          <a:xfrm>
            <a:off x="6361586" y="3669373"/>
            <a:ext cx="740000" cy="3613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692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59/72</a:t>
            </a:r>
            <a:endParaRPr lang="es-AR" sz="1000"/>
          </a:p>
        </p:txBody>
      </p:sp>
      <p:sp>
        <p:nvSpPr>
          <p:cNvPr id="1682" name="TextBox 1681"/>
          <p:cNvSpPr txBox="1"/>
          <p:nvPr/>
        </p:nvSpPr>
        <p:spPr>
          <a:xfrm>
            <a:off x="1451275" y="6853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683" name="TextBox 1682"/>
          <p:cNvSpPr txBox="1"/>
          <p:nvPr/>
        </p:nvSpPr>
        <p:spPr>
          <a:xfrm>
            <a:off x="1451275" y="101537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684" name="Rectangle 1683"/>
          <p:cNvSpPr/>
          <p:nvPr/>
        </p:nvSpPr>
        <p:spPr>
          <a:xfrm>
            <a:off x="3219762" y="1170407"/>
            <a:ext cx="362199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TextBox 1684"/>
          <p:cNvSpPr txBox="1"/>
          <p:nvPr/>
        </p:nvSpPr>
        <p:spPr>
          <a:xfrm>
            <a:off x="6061761" y="117040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686" name="TextBox 1685"/>
          <p:cNvSpPr txBox="1"/>
          <p:nvPr/>
        </p:nvSpPr>
        <p:spPr>
          <a:xfrm>
            <a:off x="1451275" y="179053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687" name="Rectangle 1686"/>
          <p:cNvSpPr/>
          <p:nvPr/>
        </p:nvSpPr>
        <p:spPr>
          <a:xfrm>
            <a:off x="3219762" y="1945572"/>
            <a:ext cx="4032493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TextBox 1687"/>
          <p:cNvSpPr txBox="1"/>
          <p:nvPr/>
        </p:nvSpPr>
        <p:spPr>
          <a:xfrm>
            <a:off x="6472255" y="194557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167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1451275" y="256570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690" name="Rectangle 1689"/>
          <p:cNvSpPr/>
          <p:nvPr/>
        </p:nvSpPr>
        <p:spPr>
          <a:xfrm>
            <a:off x="3219762" y="2720737"/>
            <a:ext cx="333223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TextBox 1690"/>
          <p:cNvSpPr txBox="1"/>
          <p:nvPr/>
        </p:nvSpPr>
        <p:spPr>
          <a:xfrm>
            <a:off x="5772001" y="272073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138</a:t>
            </a:r>
          </a:p>
        </p:txBody>
      </p:sp>
      <p:sp>
        <p:nvSpPr>
          <p:cNvPr id="1692" name="TextBox 1691"/>
          <p:cNvSpPr txBox="1"/>
          <p:nvPr/>
        </p:nvSpPr>
        <p:spPr>
          <a:xfrm>
            <a:off x="1451275" y="334086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693" name="Rectangle 1692"/>
          <p:cNvSpPr/>
          <p:nvPr/>
        </p:nvSpPr>
        <p:spPr>
          <a:xfrm>
            <a:off x="3219762" y="3495902"/>
            <a:ext cx="67610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TextBox 1693"/>
          <p:cNvSpPr txBox="1"/>
          <p:nvPr/>
        </p:nvSpPr>
        <p:spPr>
          <a:xfrm>
            <a:off x="3920868" y="3495902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28</a:t>
            </a:r>
          </a:p>
        </p:txBody>
      </p:sp>
      <p:sp>
        <p:nvSpPr>
          <p:cNvPr id="1695" name="TextBox 1694"/>
          <p:cNvSpPr txBox="1"/>
          <p:nvPr/>
        </p:nvSpPr>
        <p:spPr>
          <a:xfrm>
            <a:off x="1451275" y="411603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696" name="Rectangle 1695"/>
          <p:cNvSpPr/>
          <p:nvPr/>
        </p:nvSpPr>
        <p:spPr>
          <a:xfrm>
            <a:off x="3219762" y="4271067"/>
            <a:ext cx="96586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TextBox 1696"/>
          <p:cNvSpPr txBox="1"/>
          <p:nvPr/>
        </p:nvSpPr>
        <p:spPr>
          <a:xfrm>
            <a:off x="3405628" y="427106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60/72</a:t>
            </a:r>
            <a:endParaRPr lang="es-AR" sz="1000"/>
          </a:p>
        </p:txBody>
      </p:sp>
      <p:sp>
        <p:nvSpPr>
          <p:cNvPr id="1707" name="Rectangle 1706"/>
          <p:cNvSpPr/>
          <p:nvPr/>
        </p:nvSpPr>
        <p:spPr>
          <a:xfrm>
            <a:off x="2023150" y="815836"/>
            <a:ext cx="5750760" cy="3028326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TextBox 1707"/>
          <p:cNvSpPr txBox="1"/>
          <p:nvPr/>
        </p:nvSpPr>
        <p:spPr>
          <a:xfrm>
            <a:off x="2223150" y="2087732"/>
            <a:ext cx="5350760" cy="605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61/72</a:t>
            </a:r>
            <a:endParaRPr lang="es-AR" sz="1000"/>
          </a:p>
        </p:txBody>
      </p:sp>
      <p:sp>
        <p:nvSpPr>
          <p:cNvPr id="1716" name="TextBox 1715"/>
          <p:cNvSpPr txBox="1"/>
          <p:nvPr/>
        </p:nvSpPr>
        <p:spPr>
          <a:xfrm>
            <a:off x="1364675" y="80524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717" name="TextBox 1716"/>
          <p:cNvSpPr txBox="1"/>
          <p:nvPr/>
        </p:nvSpPr>
        <p:spPr>
          <a:xfrm>
            <a:off x="1364675" y="113524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718" name="Rectangle 1717"/>
          <p:cNvSpPr/>
          <p:nvPr/>
        </p:nvSpPr>
        <p:spPr>
          <a:xfrm>
            <a:off x="3133162" y="1290282"/>
            <a:ext cx="4829333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TextBox 1718"/>
          <p:cNvSpPr txBox="1"/>
          <p:nvPr/>
        </p:nvSpPr>
        <p:spPr>
          <a:xfrm>
            <a:off x="7182495" y="129028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720" name="TextBox 1719"/>
          <p:cNvSpPr txBox="1"/>
          <p:nvPr/>
        </p:nvSpPr>
        <p:spPr>
          <a:xfrm>
            <a:off x="1364675" y="191041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721" name="Rectangle 1720"/>
          <p:cNvSpPr/>
          <p:nvPr/>
        </p:nvSpPr>
        <p:spPr>
          <a:xfrm>
            <a:off x="3133162" y="2065447"/>
            <a:ext cx="360590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TextBox 1721"/>
          <p:cNvSpPr txBox="1"/>
          <p:nvPr/>
        </p:nvSpPr>
        <p:spPr>
          <a:xfrm>
            <a:off x="5959063" y="206544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112</a:t>
            </a:r>
          </a:p>
        </p:txBody>
      </p:sp>
      <p:sp>
        <p:nvSpPr>
          <p:cNvPr id="1723" name="TextBox 1722"/>
          <p:cNvSpPr txBox="1"/>
          <p:nvPr/>
        </p:nvSpPr>
        <p:spPr>
          <a:xfrm>
            <a:off x="1364675" y="268557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724" name="Rectangle 1723"/>
          <p:cNvSpPr/>
          <p:nvPr/>
        </p:nvSpPr>
        <p:spPr>
          <a:xfrm>
            <a:off x="3133162" y="2840612"/>
            <a:ext cx="3444924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TextBox 1724"/>
          <p:cNvSpPr txBox="1"/>
          <p:nvPr/>
        </p:nvSpPr>
        <p:spPr>
          <a:xfrm>
            <a:off x="5798086" y="284061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107</a:t>
            </a:r>
          </a:p>
        </p:txBody>
      </p:sp>
      <p:sp>
        <p:nvSpPr>
          <p:cNvPr id="1726" name="TextBox 1725"/>
          <p:cNvSpPr txBox="1"/>
          <p:nvPr/>
        </p:nvSpPr>
        <p:spPr>
          <a:xfrm>
            <a:off x="1364675" y="346074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727" name="TextBox 1726"/>
          <p:cNvSpPr txBox="1"/>
          <p:nvPr/>
        </p:nvSpPr>
        <p:spPr>
          <a:xfrm>
            <a:off x="3158162" y="3615777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28" name="TextBox 1727"/>
          <p:cNvSpPr txBox="1"/>
          <p:nvPr/>
        </p:nvSpPr>
        <p:spPr>
          <a:xfrm>
            <a:off x="1364675" y="423590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729" name="Rectangle 1728"/>
          <p:cNvSpPr/>
          <p:nvPr/>
        </p:nvSpPr>
        <p:spPr>
          <a:xfrm>
            <a:off x="3133162" y="4390942"/>
            <a:ext cx="3831270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TextBox 1729"/>
          <p:cNvSpPr txBox="1"/>
          <p:nvPr/>
        </p:nvSpPr>
        <p:spPr>
          <a:xfrm>
            <a:off x="6184432" y="439094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62/72</a:t>
            </a:r>
            <a:endParaRPr lang="es-AR" sz="1000"/>
          </a:p>
        </p:txBody>
      </p:sp>
      <p:sp>
        <p:nvSpPr>
          <p:cNvPr id="1741" name="Rectangle 1740"/>
          <p:cNvSpPr/>
          <p:nvPr/>
        </p:nvSpPr>
        <p:spPr>
          <a:xfrm>
            <a:off x="1988125" y="749699"/>
            <a:ext cx="6000423" cy="3028326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TextBox 1741"/>
          <p:cNvSpPr txBox="1"/>
          <p:nvPr/>
        </p:nvSpPr>
        <p:spPr>
          <a:xfrm>
            <a:off x="2188125" y="2021595"/>
            <a:ext cx="5600423" cy="605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63/72</a:t>
            </a:r>
            <a:endParaRPr lang="es-AR" sz="1000"/>
          </a:p>
        </p:txBody>
      </p:sp>
      <p:sp>
        <p:nvSpPr>
          <p:cNvPr id="1750" name="TextBox 1749"/>
          <p:cNvSpPr txBox="1"/>
          <p:nvPr/>
        </p:nvSpPr>
        <p:spPr>
          <a:xfrm>
            <a:off x="1195950" y="7759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751" name="TextBox 1750"/>
          <p:cNvSpPr txBox="1"/>
          <p:nvPr/>
        </p:nvSpPr>
        <p:spPr>
          <a:xfrm>
            <a:off x="1195950" y="110599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752" name="Rectangle 1751"/>
          <p:cNvSpPr/>
          <p:nvPr/>
        </p:nvSpPr>
        <p:spPr>
          <a:xfrm>
            <a:off x="2964437" y="1261032"/>
            <a:ext cx="1416604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TextBox 1752"/>
          <p:cNvSpPr txBox="1"/>
          <p:nvPr/>
        </p:nvSpPr>
        <p:spPr>
          <a:xfrm>
            <a:off x="3601041" y="126103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44</a:t>
            </a:r>
          </a:p>
        </p:txBody>
      </p:sp>
      <p:sp>
        <p:nvSpPr>
          <p:cNvPr id="1754" name="TextBox 1753"/>
          <p:cNvSpPr txBox="1"/>
          <p:nvPr/>
        </p:nvSpPr>
        <p:spPr>
          <a:xfrm>
            <a:off x="1195950" y="188116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755" name="Rectangle 1754"/>
          <p:cNvSpPr/>
          <p:nvPr/>
        </p:nvSpPr>
        <p:spPr>
          <a:xfrm>
            <a:off x="2964437" y="2036197"/>
            <a:ext cx="4121030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TextBox 1755"/>
          <p:cNvSpPr txBox="1"/>
          <p:nvPr/>
        </p:nvSpPr>
        <p:spPr>
          <a:xfrm>
            <a:off x="6305467" y="203619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128</a:t>
            </a:r>
          </a:p>
        </p:txBody>
      </p:sp>
      <p:sp>
        <p:nvSpPr>
          <p:cNvPr id="1757" name="TextBox 1756"/>
          <p:cNvSpPr txBox="1"/>
          <p:nvPr/>
        </p:nvSpPr>
        <p:spPr>
          <a:xfrm>
            <a:off x="1195950" y="265632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758" name="Rectangle 1757"/>
          <p:cNvSpPr/>
          <p:nvPr/>
        </p:nvSpPr>
        <p:spPr>
          <a:xfrm>
            <a:off x="2964437" y="2811362"/>
            <a:ext cx="4571768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TextBox 1758"/>
          <p:cNvSpPr txBox="1"/>
          <p:nvPr/>
        </p:nvSpPr>
        <p:spPr>
          <a:xfrm>
            <a:off x="6756205" y="281136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142</a:t>
            </a:r>
          </a:p>
        </p:txBody>
      </p:sp>
      <p:sp>
        <p:nvSpPr>
          <p:cNvPr id="1760" name="TextBox 1759"/>
          <p:cNvSpPr txBox="1"/>
          <p:nvPr/>
        </p:nvSpPr>
        <p:spPr>
          <a:xfrm>
            <a:off x="1195950" y="343149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761" name="TextBox 1760"/>
          <p:cNvSpPr txBox="1"/>
          <p:nvPr/>
        </p:nvSpPr>
        <p:spPr>
          <a:xfrm>
            <a:off x="2989437" y="3586527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62" name="TextBox 1761"/>
          <p:cNvSpPr txBox="1"/>
          <p:nvPr/>
        </p:nvSpPr>
        <p:spPr>
          <a:xfrm>
            <a:off x="1195950" y="420665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763" name="Rectangle 1762"/>
          <p:cNvSpPr/>
          <p:nvPr/>
        </p:nvSpPr>
        <p:spPr>
          <a:xfrm>
            <a:off x="2964437" y="4361692"/>
            <a:ext cx="418542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TextBox 1763"/>
          <p:cNvSpPr txBox="1"/>
          <p:nvPr/>
        </p:nvSpPr>
        <p:spPr>
          <a:xfrm>
            <a:off x="6369858" y="436169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64/72</a:t>
            </a:r>
            <a:endParaRPr lang="es-AR" sz="1000"/>
          </a:p>
        </p:txBody>
      </p:sp>
      <p:sp>
        <p:nvSpPr>
          <p:cNvPr id="1775" name="Rectangle 1774"/>
          <p:cNvSpPr/>
          <p:nvPr/>
        </p:nvSpPr>
        <p:spPr>
          <a:xfrm>
            <a:off x="2045850" y="785274"/>
            <a:ext cx="5717603" cy="3028326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TextBox 1775"/>
          <p:cNvSpPr txBox="1"/>
          <p:nvPr/>
        </p:nvSpPr>
        <p:spPr>
          <a:xfrm>
            <a:off x="2245850" y="2057170"/>
            <a:ext cx="5317603" cy="605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65/72</a:t>
            </a:r>
            <a:endParaRPr lang="es-AR" sz="1000"/>
          </a:p>
        </p:txBody>
      </p:sp>
      <p:sp>
        <p:nvSpPr>
          <p:cNvPr id="1784" name="TextBox 1783"/>
          <p:cNvSpPr txBox="1"/>
          <p:nvPr/>
        </p:nvSpPr>
        <p:spPr>
          <a:xfrm>
            <a:off x="1578275" y="7737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785" name="TextBox 1784"/>
          <p:cNvSpPr txBox="1"/>
          <p:nvPr/>
        </p:nvSpPr>
        <p:spPr>
          <a:xfrm>
            <a:off x="1578275" y="110372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786" name="TextBox 1785"/>
          <p:cNvSpPr txBox="1"/>
          <p:nvPr/>
        </p:nvSpPr>
        <p:spPr>
          <a:xfrm>
            <a:off x="3371762" y="1258757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87" name="TextBox 1786"/>
          <p:cNvSpPr txBox="1"/>
          <p:nvPr/>
        </p:nvSpPr>
        <p:spPr>
          <a:xfrm>
            <a:off x="1578275" y="187888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788" name="TextBox 1787"/>
          <p:cNvSpPr txBox="1"/>
          <p:nvPr/>
        </p:nvSpPr>
        <p:spPr>
          <a:xfrm>
            <a:off x="3371762" y="2033922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89" name="TextBox 1788"/>
          <p:cNvSpPr txBox="1"/>
          <p:nvPr/>
        </p:nvSpPr>
        <p:spPr>
          <a:xfrm>
            <a:off x="1578275" y="265405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790" name="Rectangle 1789"/>
          <p:cNvSpPr/>
          <p:nvPr/>
        </p:nvSpPr>
        <p:spPr>
          <a:xfrm>
            <a:off x="3346762" y="2809087"/>
            <a:ext cx="217319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TextBox 1790"/>
          <p:cNvSpPr txBox="1"/>
          <p:nvPr/>
        </p:nvSpPr>
        <p:spPr>
          <a:xfrm>
            <a:off x="4739961" y="280908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</a:t>
            </a:r>
          </a:p>
        </p:txBody>
      </p:sp>
      <p:sp>
        <p:nvSpPr>
          <p:cNvPr id="1792" name="TextBox 1791"/>
          <p:cNvSpPr txBox="1"/>
          <p:nvPr/>
        </p:nvSpPr>
        <p:spPr>
          <a:xfrm>
            <a:off x="1578275" y="342921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793" name="TextBox 1792"/>
          <p:cNvSpPr txBox="1"/>
          <p:nvPr/>
        </p:nvSpPr>
        <p:spPr>
          <a:xfrm>
            <a:off x="3371762" y="3584252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94" name="TextBox 1793"/>
          <p:cNvSpPr txBox="1"/>
          <p:nvPr/>
        </p:nvSpPr>
        <p:spPr>
          <a:xfrm>
            <a:off x="1578275" y="420438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795" name="Rectangle 1794"/>
          <p:cNvSpPr/>
          <p:nvPr/>
        </p:nvSpPr>
        <p:spPr>
          <a:xfrm>
            <a:off x="3346762" y="4359417"/>
            <a:ext cx="434639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TextBox 1795"/>
          <p:cNvSpPr txBox="1"/>
          <p:nvPr/>
        </p:nvSpPr>
        <p:spPr>
          <a:xfrm>
            <a:off x="6913161" y="435941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66/72</a:t>
            </a:r>
            <a:endParaRPr lang="es-AR" sz="1000"/>
          </a:p>
        </p:txBody>
      </p:sp>
      <p:sp>
        <p:nvSpPr>
          <p:cNvPr id="1809" name="Rectangle 1808"/>
          <p:cNvSpPr/>
          <p:nvPr/>
        </p:nvSpPr>
        <p:spPr>
          <a:xfrm>
            <a:off x="1993900" y="749699"/>
            <a:ext cx="5853724" cy="3028326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TextBox 1809"/>
          <p:cNvSpPr txBox="1"/>
          <p:nvPr/>
        </p:nvSpPr>
        <p:spPr>
          <a:xfrm>
            <a:off x="2193900" y="2021595"/>
            <a:ext cx="5453724" cy="605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67/72</a:t>
            </a:r>
            <a:endParaRPr lang="es-AR" sz="1000"/>
          </a:p>
        </p:txBody>
      </p:sp>
      <p:sp>
        <p:nvSpPr>
          <p:cNvPr id="1818" name="TextBox 1817"/>
          <p:cNvSpPr txBox="1"/>
          <p:nvPr/>
        </p:nvSpPr>
        <p:spPr>
          <a:xfrm>
            <a:off x="1376825" y="7017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19" name="TextBox 1818"/>
          <p:cNvSpPr txBox="1"/>
          <p:nvPr/>
        </p:nvSpPr>
        <p:spPr>
          <a:xfrm>
            <a:off x="1376825" y="103177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20" name="Rectangle 1819"/>
          <p:cNvSpPr/>
          <p:nvPr/>
        </p:nvSpPr>
        <p:spPr>
          <a:xfrm>
            <a:off x="3145312" y="1186807"/>
            <a:ext cx="96586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TextBox 1820"/>
          <p:cNvSpPr txBox="1"/>
          <p:nvPr/>
        </p:nvSpPr>
        <p:spPr>
          <a:xfrm>
            <a:off x="3331178" y="118680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30</a:t>
            </a:r>
          </a:p>
        </p:txBody>
      </p:sp>
      <p:sp>
        <p:nvSpPr>
          <p:cNvPr id="1822" name="TextBox 1821"/>
          <p:cNvSpPr txBox="1"/>
          <p:nvPr/>
        </p:nvSpPr>
        <p:spPr>
          <a:xfrm>
            <a:off x="1376825" y="180693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23" name="Rectangle 1822"/>
          <p:cNvSpPr/>
          <p:nvPr/>
        </p:nvSpPr>
        <p:spPr>
          <a:xfrm>
            <a:off x="3145312" y="1961972"/>
            <a:ext cx="3219555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TextBox 1823"/>
          <p:cNvSpPr txBox="1"/>
          <p:nvPr/>
        </p:nvSpPr>
        <p:spPr>
          <a:xfrm>
            <a:off x="5584867" y="196197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>
        <p:nvSpPr>
          <p:cNvPr id="1825" name="TextBox 1824"/>
          <p:cNvSpPr txBox="1"/>
          <p:nvPr/>
        </p:nvSpPr>
        <p:spPr>
          <a:xfrm>
            <a:off x="1376825" y="258210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26" name="Rectangle 1825"/>
          <p:cNvSpPr/>
          <p:nvPr/>
        </p:nvSpPr>
        <p:spPr>
          <a:xfrm>
            <a:off x="3145312" y="2737137"/>
            <a:ext cx="86927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TextBox 1826"/>
          <p:cNvSpPr txBox="1"/>
          <p:nvPr/>
        </p:nvSpPr>
        <p:spPr>
          <a:xfrm>
            <a:off x="3234591" y="273713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828" name="TextBox 1827"/>
          <p:cNvSpPr txBox="1"/>
          <p:nvPr/>
        </p:nvSpPr>
        <p:spPr>
          <a:xfrm>
            <a:off x="1376825" y="335726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29" name="Rectangle 1828"/>
          <p:cNvSpPr/>
          <p:nvPr/>
        </p:nvSpPr>
        <p:spPr>
          <a:xfrm>
            <a:off x="3145312" y="3512302"/>
            <a:ext cx="86927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TextBox 1829"/>
          <p:cNvSpPr txBox="1"/>
          <p:nvPr/>
        </p:nvSpPr>
        <p:spPr>
          <a:xfrm>
            <a:off x="3234591" y="351230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831" name="TextBox 1830"/>
          <p:cNvSpPr txBox="1"/>
          <p:nvPr/>
        </p:nvSpPr>
        <p:spPr>
          <a:xfrm>
            <a:off x="1376825" y="413243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32" name="Rectangle 1831"/>
          <p:cNvSpPr/>
          <p:nvPr/>
        </p:nvSpPr>
        <p:spPr>
          <a:xfrm>
            <a:off x="3145312" y="4287467"/>
            <a:ext cx="357370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TextBox 1832"/>
          <p:cNvSpPr txBox="1"/>
          <p:nvPr/>
        </p:nvSpPr>
        <p:spPr>
          <a:xfrm>
            <a:off x="5939018" y="428746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68/72</a:t>
            </a:r>
            <a:endParaRPr lang="es-AR" sz="1000"/>
          </a:p>
        </p:txBody>
      </p:sp>
      <p:sp>
        <p:nvSpPr>
          <p:cNvPr id="1843" name="Rectangle 1842"/>
          <p:cNvSpPr/>
          <p:nvPr/>
        </p:nvSpPr>
        <p:spPr>
          <a:xfrm>
            <a:off x="1228600" y="785274"/>
            <a:ext cx="6590051" cy="3028326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4" name="TextBox 1843"/>
          <p:cNvSpPr txBox="1"/>
          <p:nvPr/>
        </p:nvSpPr>
        <p:spPr>
          <a:xfrm>
            <a:off x="1428600" y="2057170"/>
            <a:ext cx="6190051" cy="605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69/72</a:t>
            </a:r>
            <a:endParaRPr lang="es-AR" sz="1000"/>
          </a:p>
        </p:txBody>
      </p:sp>
      <p:sp>
        <p:nvSpPr>
          <p:cNvPr id="1852" name="TextBox 1851"/>
          <p:cNvSpPr txBox="1"/>
          <p:nvPr/>
        </p:nvSpPr>
        <p:spPr>
          <a:xfrm>
            <a:off x="1171063" y="7156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53" name="TextBox 1852"/>
          <p:cNvSpPr txBox="1"/>
          <p:nvPr/>
        </p:nvSpPr>
        <p:spPr>
          <a:xfrm>
            <a:off x="1171063" y="104569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54" name="Rectangle 1853"/>
          <p:cNvSpPr/>
          <p:nvPr/>
        </p:nvSpPr>
        <p:spPr>
          <a:xfrm>
            <a:off x="2939550" y="1200732"/>
            <a:ext cx="418542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TextBox 1854"/>
          <p:cNvSpPr txBox="1"/>
          <p:nvPr/>
        </p:nvSpPr>
        <p:spPr>
          <a:xfrm>
            <a:off x="6344971" y="120073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130</a:t>
            </a:r>
          </a:p>
        </p:txBody>
      </p:sp>
      <p:sp>
        <p:nvSpPr>
          <p:cNvPr id="1856" name="TextBox 1855"/>
          <p:cNvSpPr txBox="1"/>
          <p:nvPr/>
        </p:nvSpPr>
        <p:spPr>
          <a:xfrm>
            <a:off x="1171063" y="182086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57" name="Rectangle 1856"/>
          <p:cNvSpPr/>
          <p:nvPr/>
        </p:nvSpPr>
        <p:spPr>
          <a:xfrm>
            <a:off x="2939550" y="1975897"/>
            <a:ext cx="389566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TextBox 1857"/>
          <p:cNvSpPr txBox="1"/>
          <p:nvPr/>
        </p:nvSpPr>
        <p:spPr>
          <a:xfrm>
            <a:off x="6055211" y="197589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121</a:t>
            </a:r>
          </a:p>
        </p:txBody>
      </p:sp>
      <p:sp>
        <p:nvSpPr>
          <p:cNvPr id="1859" name="TextBox 1858"/>
          <p:cNvSpPr txBox="1"/>
          <p:nvPr/>
        </p:nvSpPr>
        <p:spPr>
          <a:xfrm>
            <a:off x="1171063" y="259602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60" name="Rectangle 1859"/>
          <p:cNvSpPr/>
          <p:nvPr/>
        </p:nvSpPr>
        <p:spPr>
          <a:xfrm>
            <a:off x="2939550" y="2751062"/>
            <a:ext cx="1899537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TextBox 1860"/>
          <p:cNvSpPr txBox="1"/>
          <p:nvPr/>
        </p:nvSpPr>
        <p:spPr>
          <a:xfrm>
            <a:off x="4059087" y="275106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59</a:t>
            </a:r>
          </a:p>
        </p:txBody>
      </p:sp>
      <p:sp>
        <p:nvSpPr>
          <p:cNvPr id="1862" name="TextBox 1861"/>
          <p:cNvSpPr txBox="1"/>
          <p:nvPr/>
        </p:nvSpPr>
        <p:spPr>
          <a:xfrm>
            <a:off x="1171063" y="337119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63" name="Rectangle 1862"/>
          <p:cNvSpPr/>
          <p:nvPr/>
        </p:nvSpPr>
        <p:spPr>
          <a:xfrm>
            <a:off x="2939550" y="3526227"/>
            <a:ext cx="151319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TextBox 1863"/>
          <p:cNvSpPr txBox="1"/>
          <p:nvPr/>
        </p:nvSpPr>
        <p:spPr>
          <a:xfrm>
            <a:off x="3672741" y="352622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47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1171063" y="414635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66" name="Rectangle 1865"/>
          <p:cNvSpPr/>
          <p:nvPr/>
        </p:nvSpPr>
        <p:spPr>
          <a:xfrm>
            <a:off x="2939550" y="4301392"/>
            <a:ext cx="3992248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TextBox 1866"/>
          <p:cNvSpPr txBox="1"/>
          <p:nvPr/>
        </p:nvSpPr>
        <p:spPr>
          <a:xfrm>
            <a:off x="6151798" y="430139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70/72</a:t>
            </a:r>
            <a:endParaRPr lang="es-AR" sz="1000"/>
          </a:p>
        </p:txBody>
      </p:sp>
      <p:sp>
        <p:nvSpPr>
          <p:cNvPr id="1877" name="Rectangle 1876"/>
          <p:cNvSpPr/>
          <p:nvPr/>
        </p:nvSpPr>
        <p:spPr>
          <a:xfrm>
            <a:off x="1529175" y="785274"/>
            <a:ext cx="6639693" cy="3028326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8" name="TextBox 1877"/>
          <p:cNvSpPr txBox="1"/>
          <p:nvPr/>
        </p:nvSpPr>
        <p:spPr>
          <a:xfrm>
            <a:off x="1729175" y="2057170"/>
            <a:ext cx="6239693" cy="605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71/72</a:t>
            </a:r>
            <a:endParaRPr lang="es-AR" sz="1000"/>
          </a:p>
        </p:txBody>
      </p:sp>
      <p:sp>
        <p:nvSpPr>
          <p:cNvPr id="1886" name="TextBox 1885"/>
          <p:cNvSpPr txBox="1"/>
          <p:nvPr/>
        </p:nvSpPr>
        <p:spPr>
          <a:xfrm>
            <a:off x="1547273" y="728925"/>
            <a:ext cx="6296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87" name="TextBox 1886"/>
          <p:cNvSpPr txBox="1"/>
          <p:nvPr/>
        </p:nvSpPr>
        <p:spPr>
          <a:xfrm>
            <a:off x="1547273" y="105892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3209337" y="1201456"/>
            <a:ext cx="78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889" name="TextBox 1888"/>
          <p:cNvSpPr txBox="1"/>
          <p:nvPr/>
        </p:nvSpPr>
        <p:spPr>
          <a:xfrm>
            <a:off x="1547273" y="1771580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90" name="TextBox 1889"/>
          <p:cNvSpPr txBox="1"/>
          <p:nvPr/>
        </p:nvSpPr>
        <p:spPr>
          <a:xfrm>
            <a:off x="3209337" y="1914111"/>
            <a:ext cx="78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891" name="TextBox 1890"/>
          <p:cNvSpPr txBox="1"/>
          <p:nvPr/>
        </p:nvSpPr>
        <p:spPr>
          <a:xfrm>
            <a:off x="1547273" y="248423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92" name="Rectangle 1891"/>
          <p:cNvSpPr/>
          <p:nvPr/>
        </p:nvSpPr>
        <p:spPr>
          <a:xfrm>
            <a:off x="3184337" y="2626766"/>
            <a:ext cx="4470444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TextBox 1892"/>
          <p:cNvSpPr txBox="1"/>
          <p:nvPr/>
        </p:nvSpPr>
        <p:spPr>
          <a:xfrm>
            <a:off x="6874781" y="2626766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894" name="TextBox 1893"/>
          <p:cNvSpPr txBox="1"/>
          <p:nvPr/>
        </p:nvSpPr>
        <p:spPr>
          <a:xfrm>
            <a:off x="1547273" y="3196890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95" name="Rectangle 1894"/>
          <p:cNvSpPr/>
          <p:nvPr/>
        </p:nvSpPr>
        <p:spPr>
          <a:xfrm>
            <a:off x="3184337" y="3339421"/>
            <a:ext cx="3725370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TextBox 1895"/>
          <p:cNvSpPr txBox="1"/>
          <p:nvPr/>
        </p:nvSpPr>
        <p:spPr>
          <a:xfrm>
            <a:off x="6129707" y="3339421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125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1547273" y="390954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98" name="Rectangle 1897"/>
          <p:cNvSpPr/>
          <p:nvPr/>
        </p:nvSpPr>
        <p:spPr>
          <a:xfrm>
            <a:off x="3184337" y="4052076"/>
            <a:ext cx="3993596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TextBox 1898"/>
          <p:cNvSpPr txBox="1"/>
          <p:nvPr/>
        </p:nvSpPr>
        <p:spPr>
          <a:xfrm>
            <a:off x="6397933" y="4052076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72/72</a:t>
            </a:r>
            <a:endParaRPr lang="es-AR" sz="1000"/>
          </a:p>
        </p:txBody>
      </p:sp>
      <p:sp>
        <p:nvSpPr>
          <p:cNvPr id="1911" name="Rectangle 1910"/>
          <p:cNvSpPr/>
          <p:nvPr/>
        </p:nvSpPr>
        <p:spPr>
          <a:xfrm>
            <a:off x="1389175" y="785274"/>
            <a:ext cx="6587038" cy="3028327"/>
          </a:xfrm>
          <a:prstGeom prst="rect">
            <a:avLst/>
          </a:prstGeom>
          <a:solidFill>
            <a:srgbClr val="FBFDFC"/>
          </a:solidFill>
          <a:ln w="12700">
            <a:solidFill>
              <a:srgbClr val="C7D0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2" name="TextBox 1911"/>
          <p:cNvSpPr txBox="1"/>
          <p:nvPr/>
        </p:nvSpPr>
        <p:spPr>
          <a:xfrm>
            <a:off x="1589175" y="2057171"/>
            <a:ext cx="6187038" cy="605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Inter"/>
              </a:rPr>
              <a:t>Espacio para captura de curva de actividad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