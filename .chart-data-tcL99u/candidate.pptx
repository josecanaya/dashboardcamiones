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3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0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1005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1006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1007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1010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1011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1012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1013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1014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15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016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_rels/chart1017.xml.rels><Relationships xmlns="http://schemas.openxmlformats.org/package/2006/relationships"><Relationship Id="rIdChartSnapshot1" Type="http://schemas.openxmlformats.org/officeDocument/2006/relationships/package" Target="../embeddings/chart-data-snapshot-012.xlsx"/></Relationships>
</file>

<file path=ppt/charts/_rels/chart1018.xml.rels><Relationships xmlns="http://schemas.openxmlformats.org/package/2006/relationships"><Relationship Id="rIdChartSnapshot1" Type="http://schemas.openxmlformats.org/officeDocument/2006/relationships/package" Target="../embeddings/chart-data-snapshot-013.xlsx"/></Relationships>
</file>

<file path=ppt/charts/_rels/chart1019.xml.rels><Relationships xmlns="http://schemas.openxmlformats.org/package/2006/relationships"><Relationship Id="rIdChartSnapshot1" Type="http://schemas.openxmlformats.org/officeDocument/2006/relationships/package" Target="../embeddings/chart-data-snapshot-014.xlsx"/></Relationships>
</file>

<file path=ppt/charts/_rels/chart1023.xml.rels><Relationships xmlns="http://schemas.openxmlformats.org/package/2006/relationships"><Relationship Id="rIdChartSnapshot1" Type="http://schemas.openxmlformats.org/officeDocument/2006/relationships/package" Target="../embeddings/chart-data-snapshot-015.xlsx"/></Relationships>
</file>

<file path=ppt/charts/_rels/chart1027.xml.rels><Relationships xmlns="http://schemas.openxmlformats.org/package/2006/relationships"><Relationship Id="rIdChartSnapshot1" Type="http://schemas.openxmlformats.org/officeDocument/2006/relationships/package" Target="../embeddings/chart-data-snapshot-016.xlsx"/></Relationships>
</file>

<file path=ppt/charts/_rels/chart1028.xml.rels><Relationships xmlns="http://schemas.openxmlformats.org/package/2006/relationships"><Relationship Id="rIdChartSnapshot1" Type="http://schemas.openxmlformats.org/officeDocument/2006/relationships/package" Target="../embeddings/chart-data-snapshot-017.xlsx"/></Relationships>
</file>

<file path=ppt/charts/_rels/chart1029.xml.rels><Relationships xmlns="http://schemas.openxmlformats.org/package/2006/relationships"><Relationship Id="rIdChartSnapshot1" Type="http://schemas.openxmlformats.org/officeDocument/2006/relationships/package" Target="../embeddings/chart-data-snapshot-018.xlsx"/></Relationships>
</file>

<file path=ppt/charts/_rels/chart1030.xml.rels><Relationships xmlns="http://schemas.openxmlformats.org/package/2006/relationships"><Relationship Id="rIdChartSnapshot1" Type="http://schemas.openxmlformats.org/officeDocument/2006/relationships/package" Target="../embeddings/chart-data-snapshot-019.xlsx"/></Relationships>
</file>

<file path=ppt/charts/_rels/chart1031.xml.rels><Relationships xmlns="http://schemas.openxmlformats.org/package/2006/relationships"><Relationship Id="rIdChartSnapshot1" Type="http://schemas.openxmlformats.org/officeDocument/2006/relationships/package" Target="../embeddings/chart-data-snapshot-020.xlsx"/></Relationships>
</file>

<file path=ppt/charts/_rels/chart1032.xml.rels><Relationships xmlns="http://schemas.openxmlformats.org/package/2006/relationships"><Relationship Id="rIdChartSnapshot1" Type="http://schemas.openxmlformats.org/officeDocument/2006/relationships/package" Target="../embeddings/chart-data-snapshot-021.xlsx"/></Relationships>
</file>

<file path=ppt/charts/_rels/chart1033.xml.rels><Relationships xmlns="http://schemas.openxmlformats.org/package/2006/relationships"><Relationship Id="rIdChartSnapshot1" Type="http://schemas.openxmlformats.org/officeDocument/2006/relationships/package" Target="../embeddings/chart-data-snapshot-0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R7 Terminal de embarque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1122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Ref>
              <c:f>'Chart Data'!$E$2:$E$15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Data'!$F$2:$F$15</c:f>
              <c:numCache>
                <c:formatCode>0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16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R5 Volcable 1</c:v>
                </c:pt>
                <c:pt idx="1">
                  <c:v>R6 Volcable 2</c:v>
                </c:pt>
                <c:pt idx="2">
                  <c:v>R4 Silos Kepler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217</c:v>
                </c:pt>
                <c:pt idx="1">
                  <c:v>16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255</c:v>
                </c:pt>
                <c:pt idx="1">
                  <c:v>242</c:v>
                </c:pt>
                <c:pt idx="2">
                  <c:v>537</c:v>
                </c:pt>
                <c:pt idx="3">
                  <c:v>544</c:v>
                </c:pt>
                <c:pt idx="4">
                  <c:v>23</c:v>
                </c:pt>
                <c:pt idx="5">
                  <c:v>29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138</c:v>
                </c:pt>
                <c:pt idx="1">
                  <c:v>146</c:v>
                </c:pt>
                <c:pt idx="2">
                  <c:v>91</c:v>
                </c:pt>
                <c:pt idx="3">
                  <c:v>91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32</c:v>
                </c:pt>
                <c:pt idx="1">
                  <c:v>33</c:v>
                </c:pt>
                <c:pt idx="2">
                  <c:v>161</c:v>
                </c:pt>
                <c:pt idx="3">
                  <c:v>168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39</c:v>
                </c:pt>
                <c:pt idx="1">
                  <c:v>36</c:v>
                </c:pt>
                <c:pt idx="2">
                  <c:v>52</c:v>
                </c:pt>
                <c:pt idx="3">
                  <c:v>51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46</c:v>
                </c:pt>
                <c:pt idx="3">
                  <c:v>53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46</c:v>
                </c:pt>
                <c:pt idx="1">
                  <c:v>26</c:v>
                </c:pt>
                <c:pt idx="2">
                  <c:v>77</c:v>
                </c:pt>
                <c:pt idx="3">
                  <c:v>68</c:v>
                </c:pt>
                <c:pt idx="4">
                  <c:v>22</c:v>
                </c:pt>
                <c:pt idx="5">
                  <c:v>19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1</c:v>
                </c:pt>
                <c:pt idx="2">
                  <c:v>110</c:v>
                </c:pt>
                <c:pt idx="3">
                  <c:v>115</c:v>
                </c:pt>
                <c:pt idx="4">
                  <c:v>0</c:v>
                </c:pt>
                <c:pt idx="5">
                  <c:v>10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Volcable 1</c:v>
                </c:pt>
                <c:pt idx="1">
                  <c:v>Volcable 2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254</c:v>
                </c:pt>
                <c:pt idx="1">
                  <c:v>53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31</c:v>
                </c:pt>
                <c:pt idx="1">
                  <c:v>175</c:v>
                </c:pt>
                <c:pt idx="2">
                  <c:v>233</c:v>
                </c:pt>
                <c:pt idx="3">
                  <c:v>235</c:v>
                </c:pt>
                <c:pt idx="4">
                  <c:v>568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138</c:v>
                </c:pt>
                <c:pt idx="3">
                  <c:v>129</c:v>
                </c:pt>
                <c:pt idx="4">
                  <c:v>133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30</c:v>
                </c:pt>
                <c:pt idx="1">
                  <c:v>39</c:v>
                </c:pt>
                <c:pt idx="2">
                  <c:v>78</c:v>
                </c:pt>
                <c:pt idx="3">
                  <c:v>80</c:v>
                </c:pt>
                <c:pt idx="4">
                  <c:v>98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</c:v>
                </c:pt>
                <c:pt idx="1">
                  <c:v>43</c:v>
                </c:pt>
                <c:pt idx="2">
                  <c:v>0</c:v>
                </c:pt>
                <c:pt idx="3">
                  <c:v>26</c:v>
                </c:pt>
                <c:pt idx="4">
                  <c:v>115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15</c:v>
                </c:pt>
                <c:pt idx="3">
                  <c:v>0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44</c:v>
                </c:pt>
                <c:pt idx="2">
                  <c:v>0</c:v>
                </c:pt>
                <c:pt idx="3">
                  <c:v>0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49</c:v>
                </c:pt>
                <c:pt idx="2">
                  <c:v>2</c:v>
                </c:pt>
                <c:pt idx="3">
                  <c:v>0</c:v>
                </c:pt>
                <c:pt idx="4">
                  <c:v>58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17/09 al 22/09/2026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17/09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22/09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1.721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1.304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234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159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24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1281763" y="741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704" name="Rectangle 703"/>
          <p:cNvSpPr/>
          <p:nvPr/>
        </p:nvSpPr>
        <p:spPr>
          <a:xfrm>
            <a:off x="2914213" y="107117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3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4914213" y="107117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5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281763" y="1311174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281763" y="1830577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183</a:t>
            </a:r>
          </a:p>
        </p:txBody>
      </p:sp>
      <p:sp>
        <p:nvSpPr>
          <p:cNvPr id="716" name="Rectangle 715"/>
          <p:cNvSpPr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81763" y="2349980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175</a:t>
            </a:r>
          </a:p>
        </p:txBody>
      </p:sp>
      <p:sp>
        <p:nvSpPr>
          <p:cNvPr id="721" name="Rectangle 720"/>
          <p:cNvSpPr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TextBox 721"/>
          <p:cNvSpPr txBox="1"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203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281763" y="2869383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724" name="Rectangle 723"/>
          <p:cNvSpPr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187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281763" y="3388786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78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1281763" y="3908189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736" name="Rectangle 735"/>
          <p:cNvSpPr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284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281763" y="4427592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1171063" y="8299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1171063" y="115992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2939550" y="1289118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6409363" y="128911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176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1171063" y="180589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2939550" y="1935089"/>
            <a:ext cx="40807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6240336" y="193508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169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1171063" y="245186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2939550" y="2581060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3463469" y="258106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171063" y="309783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2939550" y="3227031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3463469" y="322703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171063" y="374380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2939550" y="387300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2988696" y="387300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1171063" y="438977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2939550" y="4518973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2988696" y="451897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sp>
        <p:nvSpPr>
          <p:cNvPr id="1549" name="TextBox 1548"/>
          <p:cNvSpPr txBox="1"/>
          <p:nvPr/>
        </p:nvSpPr>
        <p:spPr>
          <a:xfrm>
            <a:off x="451325" y="1664024"/>
            <a:ext cx="372427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550" name="TextBox 1549"/>
          <p:cNvSpPr txBox="1"/>
          <p:nvPr/>
        </p:nvSpPr>
        <p:spPr>
          <a:xfrm>
            <a:off x="451325" y="1994024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51" name="Rectangle 1550"/>
          <p:cNvSpPr/>
          <p:nvPr/>
        </p:nvSpPr>
        <p:spPr>
          <a:xfrm>
            <a:off x="1419636" y="2043373"/>
            <a:ext cx="26442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TextBox 1551"/>
          <p:cNvSpPr txBox="1"/>
          <p:nvPr/>
        </p:nvSpPr>
        <p:spPr>
          <a:xfrm>
            <a:off x="1471078" y="2043373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53" name="TextBox 1552"/>
          <p:cNvSpPr txBox="1"/>
          <p:nvPr/>
        </p:nvSpPr>
        <p:spPr>
          <a:xfrm>
            <a:off x="451325" y="2240767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554" name="Rectangle 1553"/>
          <p:cNvSpPr/>
          <p:nvPr/>
        </p:nvSpPr>
        <p:spPr>
          <a:xfrm>
            <a:off x="1419636" y="2290116"/>
            <a:ext cx="105769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TextBox 1554"/>
          <p:cNvSpPr txBox="1"/>
          <p:nvPr/>
        </p:nvSpPr>
        <p:spPr>
          <a:xfrm>
            <a:off x="1550405" y="2290116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4</a:t>
            </a:r>
          </a:p>
        </p:txBody>
      </p:sp>
      <p:sp>
        <p:nvSpPr>
          <p:cNvPr id="1556" name="TextBox 1555"/>
          <p:cNvSpPr txBox="1"/>
          <p:nvPr/>
        </p:nvSpPr>
        <p:spPr>
          <a:xfrm>
            <a:off x="451325" y="2487510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557" name="Rectangle 1556"/>
          <p:cNvSpPr/>
          <p:nvPr/>
        </p:nvSpPr>
        <p:spPr>
          <a:xfrm>
            <a:off x="1419636" y="2536859"/>
            <a:ext cx="52884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TextBox 1557"/>
          <p:cNvSpPr txBox="1"/>
          <p:nvPr/>
        </p:nvSpPr>
        <p:spPr>
          <a:xfrm>
            <a:off x="1497520" y="2536859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451325" y="2734253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1444636" y="2783602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451325" y="2980996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562" name="Rectangle 1561"/>
          <p:cNvSpPr/>
          <p:nvPr/>
        </p:nvSpPr>
        <p:spPr>
          <a:xfrm>
            <a:off x="1419636" y="3030345"/>
            <a:ext cx="2406254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045890" y="3030345"/>
            <a:ext cx="74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91</a:t>
            </a:r>
          </a:p>
        </p:txBody>
      </p:sp>
      <p:sp>
        <p:nvSpPr>
          <p:cNvPr id="1564" name="TextBox 1563"/>
          <p:cNvSpPr txBox="1"/>
          <p:nvPr/>
        </p:nvSpPr>
        <p:spPr>
          <a:xfrm>
            <a:off x="451325" y="3227739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565" name="Rectangle 1564"/>
          <p:cNvSpPr/>
          <p:nvPr/>
        </p:nvSpPr>
        <p:spPr>
          <a:xfrm>
            <a:off x="1419636" y="3277088"/>
            <a:ext cx="713943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2158579" y="3277088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27</a:t>
            </a:r>
          </a:p>
        </p:txBody>
      </p:sp>
      <p:sp>
        <p:nvSpPr>
          <p:cNvPr id="1567" name="TextBox 1566"/>
          <p:cNvSpPr txBox="1"/>
          <p:nvPr/>
        </p:nvSpPr>
        <p:spPr>
          <a:xfrm>
            <a:off x="451325" y="3474482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568" name="Rectangle 1567"/>
          <p:cNvSpPr/>
          <p:nvPr/>
        </p:nvSpPr>
        <p:spPr>
          <a:xfrm>
            <a:off x="1419636" y="3523831"/>
            <a:ext cx="793270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2237906" y="3523831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30</a:t>
            </a:r>
          </a:p>
        </p:txBody>
      </p:sp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sp>
        <p:nvSpPr>
          <p:cNvPr id="1575" name="TextBox 1574"/>
          <p:cNvSpPr txBox="1"/>
          <p:nvPr/>
        </p:nvSpPr>
        <p:spPr>
          <a:xfrm>
            <a:off x="304800" y="1714849"/>
            <a:ext cx="358365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576" name="TextBox 1575"/>
          <p:cNvSpPr txBox="1"/>
          <p:nvPr/>
        </p:nvSpPr>
        <p:spPr>
          <a:xfrm>
            <a:off x="304800" y="2044849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77" name="Rectangle 1576"/>
          <p:cNvSpPr/>
          <p:nvPr/>
        </p:nvSpPr>
        <p:spPr>
          <a:xfrm>
            <a:off x="1236549" y="2091786"/>
            <a:ext cx="2332359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2788908" y="2091786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55</a:t>
            </a:r>
          </a:p>
        </p:txBody>
      </p:sp>
      <p:sp>
        <p:nvSpPr>
          <p:cNvPr id="1579" name="TextBox 1578"/>
          <p:cNvSpPr txBox="1"/>
          <p:nvPr/>
        </p:nvSpPr>
        <p:spPr>
          <a:xfrm>
            <a:off x="304800" y="2279532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580" name="Rectangle 1579"/>
          <p:cNvSpPr/>
          <p:nvPr/>
        </p:nvSpPr>
        <p:spPr>
          <a:xfrm>
            <a:off x="1236549" y="2326469"/>
            <a:ext cx="1993107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2449656" y="2326469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</a:t>
            </a:r>
          </a:p>
        </p:txBody>
      </p:sp>
      <p:sp>
        <p:nvSpPr>
          <p:cNvPr id="1582" name="TextBox 1581"/>
          <p:cNvSpPr txBox="1"/>
          <p:nvPr/>
        </p:nvSpPr>
        <p:spPr>
          <a:xfrm>
            <a:off x="304800" y="2514215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583" name="Rectangle 1582"/>
          <p:cNvSpPr/>
          <p:nvPr/>
        </p:nvSpPr>
        <p:spPr>
          <a:xfrm>
            <a:off x="1236549" y="2561152"/>
            <a:ext cx="296845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TextBox 1583"/>
          <p:cNvSpPr txBox="1"/>
          <p:nvPr/>
        </p:nvSpPr>
        <p:spPr>
          <a:xfrm>
            <a:off x="1558394" y="2561152"/>
            <a:ext cx="78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7</a:t>
            </a:r>
          </a:p>
        </p:txBody>
      </p:sp>
      <p:sp>
        <p:nvSpPr>
          <p:cNvPr id="1585" name="TextBox 1584"/>
          <p:cNvSpPr txBox="1"/>
          <p:nvPr/>
        </p:nvSpPr>
        <p:spPr>
          <a:xfrm>
            <a:off x="304800" y="2748898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586" name="Rectangle 1585"/>
          <p:cNvSpPr/>
          <p:nvPr/>
        </p:nvSpPr>
        <p:spPr>
          <a:xfrm>
            <a:off x="1236549" y="2795835"/>
            <a:ext cx="84813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TextBox 1586"/>
          <p:cNvSpPr txBox="1"/>
          <p:nvPr/>
        </p:nvSpPr>
        <p:spPr>
          <a:xfrm>
            <a:off x="1346362" y="2795835"/>
            <a:ext cx="78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</a:t>
            </a:r>
          </a:p>
        </p:txBody>
      </p:sp>
      <p:sp>
        <p:nvSpPr>
          <p:cNvPr id="1588" name="TextBox 1587"/>
          <p:cNvSpPr txBox="1"/>
          <p:nvPr/>
        </p:nvSpPr>
        <p:spPr>
          <a:xfrm>
            <a:off x="304800" y="2983581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589" name="Rectangle 1588"/>
          <p:cNvSpPr/>
          <p:nvPr/>
        </p:nvSpPr>
        <p:spPr>
          <a:xfrm>
            <a:off x="1236549" y="3030518"/>
            <a:ext cx="1696261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TextBox 1589"/>
          <p:cNvSpPr txBox="1"/>
          <p:nvPr/>
        </p:nvSpPr>
        <p:spPr>
          <a:xfrm>
            <a:off x="2152810" y="3030518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  <p:sp>
        <p:nvSpPr>
          <p:cNvPr id="1591" name="TextBox 1590"/>
          <p:cNvSpPr txBox="1"/>
          <p:nvPr/>
        </p:nvSpPr>
        <p:spPr>
          <a:xfrm>
            <a:off x="304800" y="3218264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592" name="Rectangle 1591"/>
          <p:cNvSpPr/>
          <p:nvPr/>
        </p:nvSpPr>
        <p:spPr>
          <a:xfrm>
            <a:off x="1236549" y="3265201"/>
            <a:ext cx="2162733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TextBox 1592"/>
          <p:cNvSpPr txBox="1"/>
          <p:nvPr/>
        </p:nvSpPr>
        <p:spPr>
          <a:xfrm>
            <a:off x="2619282" y="3265201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51</a:t>
            </a:r>
          </a:p>
        </p:txBody>
      </p:sp>
      <p:sp>
        <p:nvSpPr>
          <p:cNvPr id="1594" name="TextBox 1593"/>
          <p:cNvSpPr txBox="1"/>
          <p:nvPr/>
        </p:nvSpPr>
        <p:spPr>
          <a:xfrm>
            <a:off x="304800" y="3452947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595" name="Rectangle 1594"/>
          <p:cNvSpPr/>
          <p:nvPr/>
        </p:nvSpPr>
        <p:spPr>
          <a:xfrm>
            <a:off x="1236549" y="3499884"/>
            <a:ext cx="1696261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TextBox 1595"/>
          <p:cNvSpPr txBox="1"/>
          <p:nvPr/>
        </p:nvSpPr>
        <p:spPr>
          <a:xfrm>
            <a:off x="2152810" y="3499884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sp>
        <p:nvSpPr>
          <p:cNvPr id="1590" name="TextBox 1589"/>
          <p:cNvSpPr txBox="1"/>
          <p:nvPr/>
        </p:nvSpPr>
        <p:spPr>
          <a:xfrm>
            <a:off x="1544913" y="691450"/>
            <a:ext cx="634552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Volcable 1/2 por día</a:t>
            </a:r>
          </a:p>
        </p:txBody>
      </p:sp>
      <p:sp>
        <p:nvSpPr>
          <p:cNvPr id="1591" name="Rectangle 1590"/>
          <p:cNvSpPr/>
          <p:nvPr/>
        </p:nvSpPr>
        <p:spPr>
          <a:xfrm>
            <a:off x="3321660" y="1021450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TextBox 1591"/>
          <p:cNvSpPr txBox="1"/>
          <p:nvPr/>
        </p:nvSpPr>
        <p:spPr>
          <a:xfrm>
            <a:off x="3501660" y="100145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593" name="Rectangle 1592"/>
          <p:cNvSpPr/>
          <p:nvPr/>
        </p:nvSpPr>
        <p:spPr>
          <a:xfrm>
            <a:off x="5221660" y="1021450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5401660" y="100145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595" name="TextBox 1594"/>
          <p:cNvSpPr txBox="1"/>
          <p:nvPr/>
        </p:nvSpPr>
        <p:spPr>
          <a:xfrm>
            <a:off x="1544913" y="126145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96" name="Rectangle 1595"/>
          <p:cNvSpPr/>
          <p:nvPr/>
        </p:nvSpPr>
        <p:spPr>
          <a:xfrm>
            <a:off x="2814018" y="1288083"/>
            <a:ext cx="3359162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5553180" y="128808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55</a:t>
            </a:r>
          </a:p>
        </p:txBody>
      </p:sp>
      <p:sp>
        <p:nvSpPr>
          <p:cNvPr id="1598" name="Rectangle 1597"/>
          <p:cNvSpPr/>
          <p:nvPr/>
        </p:nvSpPr>
        <p:spPr>
          <a:xfrm>
            <a:off x="2814018" y="1394617"/>
            <a:ext cx="1282589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TextBox 1598"/>
          <p:cNvSpPr txBox="1"/>
          <p:nvPr/>
        </p:nvSpPr>
        <p:spPr>
          <a:xfrm>
            <a:off x="3476607" y="139461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21</a:t>
            </a:r>
          </a:p>
        </p:txBody>
      </p:sp>
      <p:sp>
        <p:nvSpPr>
          <p:cNvPr id="1600" name="TextBox 1599"/>
          <p:cNvSpPr txBox="1"/>
          <p:nvPr/>
        </p:nvSpPr>
        <p:spPr>
          <a:xfrm>
            <a:off x="1544913" y="152778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01" name="Rectangle 1600"/>
          <p:cNvSpPr/>
          <p:nvPr/>
        </p:nvSpPr>
        <p:spPr>
          <a:xfrm>
            <a:off x="2814018" y="1554418"/>
            <a:ext cx="427529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TextBox 1601"/>
          <p:cNvSpPr txBox="1"/>
          <p:nvPr/>
        </p:nvSpPr>
        <p:spPr>
          <a:xfrm>
            <a:off x="6469316" y="1554418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70</a:t>
            </a:r>
          </a:p>
        </p:txBody>
      </p:sp>
      <p:sp>
        <p:nvSpPr>
          <p:cNvPr id="1603" name="Rectangle 1602"/>
          <p:cNvSpPr/>
          <p:nvPr/>
        </p:nvSpPr>
        <p:spPr>
          <a:xfrm>
            <a:off x="2814018" y="1660952"/>
            <a:ext cx="977211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3171229" y="1660952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16</a:t>
            </a:r>
          </a:p>
        </p:txBody>
      </p:sp>
      <p:sp>
        <p:nvSpPr>
          <p:cNvPr id="1605" name="TextBox 1604"/>
          <p:cNvSpPr txBox="1"/>
          <p:nvPr/>
        </p:nvSpPr>
        <p:spPr>
          <a:xfrm>
            <a:off x="1544913" y="179412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06" name="Rectangle 1605"/>
          <p:cNvSpPr/>
          <p:nvPr/>
        </p:nvSpPr>
        <p:spPr>
          <a:xfrm>
            <a:off x="2814018" y="1820753"/>
            <a:ext cx="427529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6469316" y="182075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70</a:t>
            </a:r>
          </a:p>
        </p:txBody>
      </p:sp>
      <p:sp>
        <p:nvSpPr>
          <p:cNvPr id="1608" name="Rectangle 1607"/>
          <p:cNvSpPr/>
          <p:nvPr/>
        </p:nvSpPr>
        <p:spPr>
          <a:xfrm>
            <a:off x="2814018" y="1927287"/>
            <a:ext cx="1038286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3232304" y="192728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17</a:t>
            </a:r>
          </a:p>
        </p:txBody>
      </p:sp>
      <p:sp>
        <p:nvSpPr>
          <p:cNvPr id="1610" name="TextBox 1609"/>
          <p:cNvSpPr txBox="1"/>
          <p:nvPr/>
        </p:nvSpPr>
        <p:spPr>
          <a:xfrm>
            <a:off x="1544913" y="206045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11" name="Rectangle 1610"/>
          <p:cNvSpPr/>
          <p:nvPr/>
        </p:nvSpPr>
        <p:spPr>
          <a:xfrm>
            <a:off x="2814018" y="2087088"/>
            <a:ext cx="610756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3444774" y="2087088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  <p:sp>
        <p:nvSpPr>
          <p:cNvPr id="1613" name="Rectangle 1612"/>
          <p:cNvSpPr/>
          <p:nvPr/>
        </p:nvSpPr>
        <p:spPr>
          <a:xfrm>
            <a:off x="2814018" y="2193622"/>
            <a:ext cx="366454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TextBox 1613"/>
          <p:cNvSpPr txBox="1"/>
          <p:nvPr/>
        </p:nvSpPr>
        <p:spPr>
          <a:xfrm>
            <a:off x="3200472" y="2193622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6</a:t>
            </a:r>
          </a:p>
        </p:txBody>
      </p:sp>
      <p:sp>
        <p:nvSpPr>
          <p:cNvPr id="1615" name="TextBox 1614"/>
          <p:cNvSpPr txBox="1"/>
          <p:nvPr/>
        </p:nvSpPr>
        <p:spPr>
          <a:xfrm>
            <a:off x="1544913" y="232679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16" name="Rectangle 1615"/>
          <p:cNvSpPr/>
          <p:nvPr/>
        </p:nvSpPr>
        <p:spPr>
          <a:xfrm>
            <a:off x="2814018" y="2353423"/>
            <a:ext cx="2198724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TextBox 1616"/>
          <p:cNvSpPr txBox="1"/>
          <p:nvPr/>
        </p:nvSpPr>
        <p:spPr>
          <a:xfrm>
            <a:off x="4392742" y="235342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36</a:t>
            </a:r>
          </a:p>
        </p:txBody>
      </p:sp>
      <p:sp>
        <p:nvSpPr>
          <p:cNvPr id="1618" name="Rectangle 1617"/>
          <p:cNvSpPr/>
          <p:nvPr/>
        </p:nvSpPr>
        <p:spPr>
          <a:xfrm>
            <a:off x="2814018" y="2459957"/>
            <a:ext cx="916135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3110153" y="245995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15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1544913" y="259312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21" name="Rectangle 1620"/>
          <p:cNvSpPr/>
          <p:nvPr/>
        </p:nvSpPr>
        <p:spPr>
          <a:xfrm>
            <a:off x="2814018" y="2619758"/>
            <a:ext cx="384776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6041786" y="2619758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63</a:t>
            </a:r>
          </a:p>
        </p:txBody>
      </p:sp>
      <p:sp>
        <p:nvSpPr>
          <p:cNvPr id="1623" name="Rectangle 1622"/>
          <p:cNvSpPr/>
          <p:nvPr/>
        </p:nvSpPr>
        <p:spPr>
          <a:xfrm>
            <a:off x="2814018" y="2726292"/>
            <a:ext cx="732908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TextBox 1623"/>
          <p:cNvSpPr txBox="1"/>
          <p:nvPr/>
        </p:nvSpPr>
        <p:spPr>
          <a:xfrm>
            <a:off x="2926926" y="2726292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1625" name="TextBox 1624"/>
          <p:cNvSpPr txBox="1"/>
          <p:nvPr/>
        </p:nvSpPr>
        <p:spPr>
          <a:xfrm>
            <a:off x="1544913" y="285946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26" name="Rectangle 1625"/>
          <p:cNvSpPr/>
          <p:nvPr/>
        </p:nvSpPr>
        <p:spPr>
          <a:xfrm>
            <a:off x="2814018" y="2886093"/>
            <a:ext cx="4519600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TextBox 1626"/>
          <p:cNvSpPr txBox="1"/>
          <p:nvPr/>
        </p:nvSpPr>
        <p:spPr>
          <a:xfrm>
            <a:off x="6713618" y="288609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1628" name="Rectangle 1627"/>
          <p:cNvSpPr/>
          <p:nvPr/>
        </p:nvSpPr>
        <p:spPr>
          <a:xfrm>
            <a:off x="2814018" y="2992627"/>
            <a:ext cx="549681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TextBox 1628"/>
          <p:cNvSpPr txBox="1"/>
          <p:nvPr/>
        </p:nvSpPr>
        <p:spPr>
          <a:xfrm>
            <a:off x="3383699" y="2992627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9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2314125" y="944525"/>
            <a:ext cx="50250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621" name="TextBox 1620"/>
          <p:cNvSpPr txBox="1"/>
          <p:nvPr/>
        </p:nvSpPr>
        <p:spPr>
          <a:xfrm>
            <a:off x="2314125" y="127452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622" name="TextBox 1621"/>
          <p:cNvSpPr txBox="1"/>
          <p:nvPr/>
        </p:nvSpPr>
        <p:spPr>
          <a:xfrm>
            <a:off x="3645631" y="135387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2314125" y="167126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24" name="Rectangle 1623"/>
          <p:cNvSpPr/>
          <p:nvPr/>
        </p:nvSpPr>
        <p:spPr>
          <a:xfrm>
            <a:off x="3620631" y="1750607"/>
            <a:ext cx="3567768" cy="238041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6408399" y="1750607"/>
            <a:ext cx="74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30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2314125" y="206799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27" name="Rectangle 1626"/>
          <p:cNvSpPr/>
          <p:nvPr/>
        </p:nvSpPr>
        <p:spPr>
          <a:xfrm>
            <a:off x="3620631" y="2147342"/>
            <a:ext cx="1189256" cy="238041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4029887" y="2147342"/>
            <a:ext cx="74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2314125" y="246473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30" name="TextBox 1629"/>
          <p:cNvSpPr txBox="1"/>
          <p:nvPr/>
        </p:nvSpPr>
        <p:spPr>
          <a:xfrm>
            <a:off x="3645631" y="2544077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1" name="TextBox 1630"/>
          <p:cNvSpPr txBox="1"/>
          <p:nvPr/>
        </p:nvSpPr>
        <p:spPr>
          <a:xfrm>
            <a:off x="2314125" y="286146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3645631" y="294081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3" name="TextBox 1632"/>
          <p:cNvSpPr txBox="1"/>
          <p:nvPr/>
        </p:nvSpPr>
        <p:spPr>
          <a:xfrm>
            <a:off x="2314125" y="325820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34" name="TextBox 1633"/>
          <p:cNvSpPr txBox="1"/>
          <p:nvPr/>
        </p:nvSpPr>
        <p:spPr>
          <a:xfrm>
            <a:off x="3645631" y="3337547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2314125" y="365493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36" name="TextBox 1635"/>
          <p:cNvSpPr txBox="1"/>
          <p:nvPr/>
        </p:nvSpPr>
        <p:spPr>
          <a:xfrm>
            <a:off x="3645631" y="373428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sp>
        <p:nvSpPr>
          <p:cNvPr id="1662" name="TextBox 1661"/>
          <p:cNvSpPr txBox="1"/>
          <p:nvPr/>
        </p:nvSpPr>
        <p:spPr>
          <a:xfrm>
            <a:off x="2198337" y="1754675"/>
            <a:ext cx="503867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663" name="TextBox 1662"/>
          <p:cNvSpPr txBox="1"/>
          <p:nvPr/>
        </p:nvSpPr>
        <p:spPr>
          <a:xfrm>
            <a:off x="2198337" y="2084675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664" name="Rectangle 1663"/>
          <p:cNvSpPr/>
          <p:nvPr/>
        </p:nvSpPr>
        <p:spPr>
          <a:xfrm>
            <a:off x="3508392" y="2164263"/>
            <a:ext cx="3118351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5846743" y="2164263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523</a:t>
            </a:r>
          </a:p>
        </p:txBody>
      </p:sp>
      <p:sp>
        <p:nvSpPr>
          <p:cNvPr id="1666" name="TextBox 1665"/>
          <p:cNvSpPr txBox="1"/>
          <p:nvPr/>
        </p:nvSpPr>
        <p:spPr>
          <a:xfrm>
            <a:off x="2198337" y="2482614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67" name="Rectangle 1666"/>
          <p:cNvSpPr/>
          <p:nvPr/>
        </p:nvSpPr>
        <p:spPr>
          <a:xfrm>
            <a:off x="3508392" y="2562202"/>
            <a:ext cx="2909666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5638058" y="2562202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488</a:t>
            </a:r>
          </a:p>
        </p:txBody>
      </p:sp>
      <p:sp>
        <p:nvSpPr>
          <p:cNvPr id="1669" name="TextBox 1668"/>
          <p:cNvSpPr txBox="1"/>
          <p:nvPr/>
        </p:nvSpPr>
        <p:spPr>
          <a:xfrm>
            <a:off x="2198337" y="2880553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70" name="Rectangle 1669"/>
          <p:cNvSpPr/>
          <p:nvPr/>
        </p:nvSpPr>
        <p:spPr>
          <a:xfrm>
            <a:off x="3508392" y="2960141"/>
            <a:ext cx="2647319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5375711" y="2960141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444</a:t>
            </a:r>
          </a:p>
        </p:txBody>
      </p:sp>
      <p:sp>
        <p:nvSpPr>
          <p:cNvPr id="1672" name="TextBox 1671"/>
          <p:cNvSpPr txBox="1"/>
          <p:nvPr/>
        </p:nvSpPr>
        <p:spPr>
          <a:xfrm>
            <a:off x="2198337" y="3278492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73" name="Rectangle 1672"/>
          <p:cNvSpPr/>
          <p:nvPr/>
        </p:nvSpPr>
        <p:spPr>
          <a:xfrm>
            <a:off x="3508392" y="3358080"/>
            <a:ext cx="321971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3855363" y="3358080"/>
            <a:ext cx="78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54</a:t>
            </a:r>
          </a:p>
        </p:txBody>
      </p:sp>
      <p:sp>
        <p:nvSpPr>
          <p:cNvPr id="1675" name="TextBox 1674"/>
          <p:cNvSpPr txBox="1"/>
          <p:nvPr/>
        </p:nvSpPr>
        <p:spPr>
          <a:xfrm>
            <a:off x="2198337" y="3676431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76" name="Rectangle 1675"/>
          <p:cNvSpPr/>
          <p:nvPr/>
        </p:nvSpPr>
        <p:spPr>
          <a:xfrm>
            <a:off x="3508392" y="3756019"/>
            <a:ext cx="1735067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4463459" y="3756019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291</a:t>
            </a:r>
          </a:p>
        </p:txBody>
      </p:sp>
      <p:sp>
        <p:nvSpPr>
          <p:cNvPr id="1678" name="TextBox 1677"/>
          <p:cNvSpPr txBox="1"/>
          <p:nvPr/>
        </p:nvSpPr>
        <p:spPr>
          <a:xfrm>
            <a:off x="2198337" y="4074370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79" name="Rectangle 1678"/>
          <p:cNvSpPr/>
          <p:nvPr/>
        </p:nvSpPr>
        <p:spPr>
          <a:xfrm>
            <a:off x="3508392" y="4153958"/>
            <a:ext cx="2856004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5584396" y="4153958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479</a:t>
            </a:r>
          </a:p>
        </p:txBody>
      </p:sp>
      <p:sp>
        <p:nvSpPr>
          <p:cNvPr id="1681" name="TextBox 1680"/>
          <p:cNvSpPr txBox="1"/>
          <p:nvPr/>
        </p:nvSpPr>
        <p:spPr>
          <a:xfrm>
            <a:off x="2198337" y="4472309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82" name="Rectangle 1681"/>
          <p:cNvSpPr/>
          <p:nvPr/>
        </p:nvSpPr>
        <p:spPr>
          <a:xfrm>
            <a:off x="3508392" y="4551897"/>
            <a:ext cx="2438634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5167026" y="4551897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sp>
        <p:nvSpPr>
          <p:cNvPr id="1886" name="TextBox 1885"/>
          <p:cNvSpPr txBox="1"/>
          <p:nvPr/>
        </p:nvSpPr>
        <p:spPr>
          <a:xfrm>
            <a:off x="1547273" y="728925"/>
            <a:ext cx="6296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1547273" y="105892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3209337" y="1201456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1547273" y="177158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3209337" y="1914111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1547273" y="248423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92" name="Rectangle 1891"/>
          <p:cNvSpPr/>
          <p:nvPr/>
        </p:nvSpPr>
        <p:spPr>
          <a:xfrm>
            <a:off x="3184337" y="2626766"/>
            <a:ext cx="4470444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TextBox 1892"/>
          <p:cNvSpPr txBox="1"/>
          <p:nvPr/>
        </p:nvSpPr>
        <p:spPr>
          <a:xfrm>
            <a:off x="6874781" y="262676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1547273" y="319689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3184337" y="3339421"/>
            <a:ext cx="3725370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6129707" y="3339421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125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547273" y="390954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3184337" y="4052076"/>
            <a:ext cx="3993596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6397933" y="405207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