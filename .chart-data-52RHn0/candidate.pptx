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08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0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1002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1003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1004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1005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1006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1007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1008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1010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11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012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_rels/chart1013.xml.rels><Relationships xmlns="http://schemas.openxmlformats.org/package/2006/relationships"><Relationship Id="rIdChartSnapshot1" Type="http://schemas.openxmlformats.org/officeDocument/2006/relationships/package" Target="../embeddings/chart-data-snapshot-012.xlsx"/></Relationships>
</file>

<file path=ppt/charts/_rels/chart1014.xml.rels><Relationships xmlns="http://schemas.openxmlformats.org/package/2006/relationships"><Relationship Id="rIdChartSnapshot1" Type="http://schemas.openxmlformats.org/officeDocument/2006/relationships/package" Target="../embeddings/chart-data-snapshot-013.xlsx"/></Relationships>
</file>

<file path=ppt/charts/_rels/chart1015.xml.rels><Relationships xmlns="http://schemas.openxmlformats.org/package/2006/relationships"><Relationship Id="rIdChartSnapshot1" Type="http://schemas.openxmlformats.org/officeDocument/2006/relationships/package" Target="../embeddings/chart-data-snapshot-014.xlsx"/></Relationships>
</file>

<file path=ppt/charts/_rels/chart1016.xml.rels><Relationships xmlns="http://schemas.openxmlformats.org/package/2006/relationships"><Relationship Id="rIdChartSnapshot1" Type="http://schemas.openxmlformats.org/officeDocument/2006/relationships/package" Target="../embeddings/chart-data-snapshot-015.xlsx"/></Relationships>
</file>

<file path=ppt/charts/_rels/chart1017.xml.rels><Relationships xmlns="http://schemas.openxmlformats.org/package/2006/relationships"><Relationship Id="rIdChartSnapshot1" Type="http://schemas.openxmlformats.org/officeDocument/2006/relationships/package" Target="../embeddings/chart-data-snapshot-016.xlsx"/></Relationships>
</file>

<file path=ppt/charts/_rels/chart1018.xml.rels><Relationships xmlns="http://schemas.openxmlformats.org/package/2006/relationships"><Relationship Id="rIdChartSnapshot1" Type="http://schemas.openxmlformats.org/officeDocument/2006/relationships/package" Target="../embeddings/chart-data-snapshot-017.xlsx"/></Relationships>
</file>

<file path=ppt/charts/_rels/chart1019.xml.rels><Relationships xmlns="http://schemas.openxmlformats.org/package/2006/relationships"><Relationship Id="rIdChartSnapshot1" Type="http://schemas.openxmlformats.org/officeDocument/2006/relationships/package" Target="../embeddings/chart-data-snapshot-018.xlsx"/></Relationships>
</file>

<file path=ppt/charts/_rels/chart1020.xml.rels><Relationships xmlns="http://schemas.openxmlformats.org/package/2006/relationships"><Relationship Id="rIdChartSnapshot1" Type="http://schemas.openxmlformats.org/officeDocument/2006/relationships/package" Target="../embeddings/chart-data-snapshot-019.xlsx"/></Relationships>
</file>

<file path=ppt/charts/_rels/chart1021.xml.rels><Relationships xmlns="http://schemas.openxmlformats.org/package/2006/relationships"><Relationship Id="rIdChartSnapshot1" Type="http://schemas.openxmlformats.org/officeDocument/2006/relationships/package" Target="../embeddings/chart-data-snapshot-020.xlsx"/></Relationships>
</file>

<file path=ppt/charts/_rels/chart1022.xml.rels><Relationships xmlns="http://schemas.openxmlformats.org/package/2006/relationships"><Relationship Id="rIdChartSnapshot1" Type="http://schemas.openxmlformats.org/officeDocument/2006/relationships/package" Target="../embeddings/chart-data-snapshot-021.xlsx"/></Relationships>
</file>

<file path=ppt/charts/_rels/chart1023.xml.rels><Relationships xmlns="http://schemas.openxmlformats.org/package/2006/relationships"><Relationship Id="rIdChartSnapshot1" Type="http://schemas.openxmlformats.org/officeDocument/2006/relationships/package" Target="../embeddings/chart-data-snapshot-022.xlsx"/></Relationships>
</file>

<file path=ppt/charts/_rels/chart1024.xml.rels><Relationships xmlns="http://schemas.openxmlformats.org/package/2006/relationships"><Relationship Id="rIdChartSnapshot1" Type="http://schemas.openxmlformats.org/officeDocument/2006/relationships/package" Target="../embeddings/chart-data-snapshot-023.xlsx"/></Relationships>
</file>

<file path=ppt/charts/_rels/chart1025.xml.rels><Relationships xmlns="http://schemas.openxmlformats.org/package/2006/relationships"><Relationship Id="rIdChartSnapshot1" Type="http://schemas.openxmlformats.org/officeDocument/2006/relationships/package" Target="../embeddings/chart-data-snapshot-024.xlsx"/></Relationships>
</file>

<file path=ppt/charts/_rels/chart1026.xml.rels><Relationships xmlns="http://schemas.openxmlformats.org/package/2006/relationships"><Relationship Id="rIdChartSnapshot1" Type="http://schemas.openxmlformats.org/officeDocument/2006/relationships/package" Target="../embeddings/chart-data-snapshot-025.xlsx"/></Relationships>
</file>

<file path=ppt/charts/_rels/chart1027.xml.rels><Relationships xmlns="http://schemas.openxmlformats.org/package/2006/relationships"><Relationship Id="rIdChartSnapshot1" Type="http://schemas.openxmlformats.org/officeDocument/2006/relationships/package" Target="../embeddings/chart-data-snapshot-026.xlsx"/></Relationships>
</file>

<file path=ppt/charts/_rels/chart1028.xml.rels><Relationships xmlns="http://schemas.openxmlformats.org/package/2006/relationships"><Relationship Id="rIdChartSnapshot1" Type="http://schemas.openxmlformats.org/officeDocument/2006/relationships/package" Target="../embeddings/chart-data-snapshot-027.xlsx"/></Relationships>
</file>

<file path=ppt/charts/_rels/chart1029.xml.rels><Relationships xmlns="http://schemas.openxmlformats.org/package/2006/relationships"><Relationship Id="rIdChartSnapshot1" Type="http://schemas.openxmlformats.org/officeDocument/2006/relationships/package" Target="../embeddings/chart-data-snapshot-028.xlsx"/></Relationships>
</file>

<file path=ppt/charts/_rels/chart1030.xml.rels><Relationships xmlns="http://schemas.openxmlformats.org/package/2006/relationships"><Relationship Id="rIdChartSnapshot1" Type="http://schemas.openxmlformats.org/officeDocument/2006/relationships/package" Target="../embeddings/chart-data-snapshot-029.xlsx"/></Relationships>
</file>

<file path=ppt/charts/_rels/chart1031.xml.rels><Relationships xmlns="http://schemas.openxmlformats.org/package/2006/relationships"><Relationship Id="rIdChartSnapshot1" Type="http://schemas.openxmlformats.org/officeDocument/2006/relationships/package" Target="../embeddings/chart-data-snapshot-030.xlsx"/></Relationships>
</file>

<file path=ppt/charts/_rels/chart1032.xml.rels><Relationships xmlns="http://schemas.openxmlformats.org/package/2006/relationships"><Relationship Id="rIdChartSnapshot1" Type="http://schemas.openxmlformats.org/officeDocument/2006/relationships/package" Target="../embeddings/chart-data-snapshot-031.xlsx"/></Relationships>
</file>

<file path=ppt/charts/_rels/chart1033.xml.rels><Relationships xmlns="http://schemas.openxmlformats.org/package/2006/relationships"><Relationship Id="rIdChartSnapshot1" Type="http://schemas.openxmlformats.org/officeDocument/2006/relationships/package" Target="../embeddings/chart-data-snapshot-032.xlsx"/></Relationships>
</file>

<file path=ppt/charts/_rels/chart1034.xml.rels><Relationships xmlns="http://schemas.openxmlformats.org/package/2006/relationships"><Relationship Id="rIdChartSnapshot1" Type="http://schemas.openxmlformats.org/officeDocument/2006/relationships/package" Target="../embeddings/chart-data-snapshot-0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R7 Terminal de embarque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2323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182.1</c:v>
                </c:pt>
                <c:pt idx="1">
                  <c:v>183.8</c:v>
                </c:pt>
                <c:pt idx="2">
                  <c:v>173.9</c:v>
                </c:pt>
                <c:pt idx="3">
                  <c:v>184.5</c:v>
                </c:pt>
                <c:pt idx="4">
                  <c:v>78.5</c:v>
                </c:pt>
                <c:pt idx="5">
                  <c:v>97.9</c:v>
                </c:pt>
                <c:pt idx="6">
                  <c:v>132.6</c:v>
                </c:pt>
              </c:numCache>
            </c:numRef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169.1</c:v>
                </c:pt>
                <c:pt idx="1">
                  <c:v>150.9</c:v>
                </c:pt>
                <c:pt idx="2">
                  <c:v>203.6</c:v>
                </c:pt>
                <c:pt idx="3">
                  <c:v>61.7</c:v>
                </c:pt>
                <c:pt idx="4">
                  <c:v>141.8</c:v>
                </c:pt>
                <c:pt idx="5">
                  <c:v>289.8</c:v>
                </c:pt>
                <c:pt idx="6">
                  <c:v>237.3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151</c:v>
                </c:pt>
                <c:pt idx="1">
                  <c:v>178</c:v>
                </c:pt>
                <c:pt idx="2">
                  <c:v>195</c:v>
                </c:pt>
                <c:pt idx="3">
                  <c:v>6</c:v>
                </c:pt>
                <c:pt idx="4">
                  <c:v>66</c:v>
                </c:pt>
                <c:pt idx="5">
                  <c:v>108</c:v>
                </c:pt>
                <c:pt idx="6">
                  <c:v>128</c:v>
                </c:pt>
              </c:numCache>
            </c:numRef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118</c:v>
                </c:pt>
                <c:pt idx="1">
                  <c:v>78</c:v>
                </c:pt>
                <c:pt idx="2">
                  <c:v>103</c:v>
                </c:pt>
                <c:pt idx="3">
                  <c:v>5</c:v>
                </c:pt>
                <c:pt idx="4">
                  <c:v>36</c:v>
                </c:pt>
                <c:pt idx="5">
                  <c:v>83</c:v>
                </c:pt>
                <c:pt idx="6">
                  <c:v>88</c:v>
                </c:pt>
              </c:numCache>
            </c:numRef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Ref>
              <c:f>'Chart Data'!$E$2:$E$8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Data'!$F$2:$F$8</c:f>
              <c:numCache>
                <c:formatCode>0</c:formatCode>
                <c:ptCount val="7"/>
                <c:pt idx="0">
                  <c:v>104</c:v>
                </c:pt>
                <c:pt idx="1">
                  <c:v>139</c:v>
                </c:pt>
                <c:pt idx="2">
                  <c:v>81</c:v>
                </c:pt>
                <c:pt idx="3">
                  <c:v>9</c:v>
                </c:pt>
                <c:pt idx="4">
                  <c:v>92</c:v>
                </c:pt>
                <c:pt idx="5">
                  <c:v>115</c:v>
                </c:pt>
                <c:pt idx="6">
                  <c:v>93</c:v>
                </c:pt>
              </c:numCache>
            </c:numRef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Ref>
              <c:f>'Chart Data'!$G$2:$G$8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Data'!$H$2:$H$8</c:f>
              <c:numCache>
                <c:formatCode>0</c:formatCode>
                <c:ptCount val="7"/>
                <c:pt idx="0">
                  <c:v>138</c:v>
                </c:pt>
                <c:pt idx="1">
                  <c:v>87</c:v>
                </c:pt>
                <c:pt idx="2">
                  <c:v>40</c:v>
                </c:pt>
                <c:pt idx="3">
                  <c:v>19</c:v>
                </c:pt>
                <c:pt idx="4">
                  <c:v>98</c:v>
                </c:pt>
                <c:pt idx="5">
                  <c:v>87</c:v>
                </c:pt>
                <c:pt idx="6">
                  <c:v>69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416.1</c:v>
                </c:pt>
                <c:pt idx="1">
                  <c:v>339.4</c:v>
                </c:pt>
                <c:pt idx="2">
                  <c:v>400.3</c:v>
                </c:pt>
                <c:pt idx="3">
                  <c:v>437.8</c:v>
                </c:pt>
                <c:pt idx="4">
                  <c:v>286.4</c:v>
                </c:pt>
                <c:pt idx="5">
                  <c:v>405.8</c:v>
                </c:pt>
                <c:pt idx="6">
                  <c:v>436.6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Ref>
              <c:f>'Chart Data'!$E$2:$E$15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Data'!$F$2:$F$15</c:f>
              <c:numCache>
                <c:formatCode>0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144</c:v>
                </c:pt>
                <c:pt idx="1">
                  <c:v>63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127</c:v>
                </c:pt>
                <c:pt idx="1">
                  <c:v>147.3</c:v>
                </c:pt>
              </c:numCache>
            </c:numRef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83.2</c:v>
                </c:pt>
                <c:pt idx="1">
                  <c:v>76.1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R5 Volcable 1</c:v>
                </c:pt>
                <c:pt idx="1">
                  <c:v>R6 Volcable 2</c:v>
                </c:pt>
                <c:pt idx="2">
                  <c:v>R4 Silos Kepler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349</c:v>
                </c:pt>
                <c:pt idx="1">
                  <c:v>77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834</c:v>
                </c:pt>
                <c:pt idx="1">
                  <c:v>838</c:v>
                </c:pt>
                <c:pt idx="2">
                  <c:v>638</c:v>
                </c:pt>
                <c:pt idx="3">
                  <c:v>652</c:v>
                </c:pt>
                <c:pt idx="4">
                  <c:v>3</c:v>
                </c:pt>
                <c:pt idx="5">
                  <c:v>38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102</c:v>
                </c:pt>
                <c:pt idx="1">
                  <c:v>105</c:v>
                </c:pt>
                <c:pt idx="2">
                  <c:v>188</c:v>
                </c:pt>
                <c:pt idx="3">
                  <c:v>184</c:v>
                </c:pt>
                <c:pt idx="4">
                  <c:v>0</c:v>
                </c:pt>
                <c:pt idx="5">
                  <c:v>10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102</c:v>
                </c:pt>
                <c:pt idx="1">
                  <c:v>112</c:v>
                </c:pt>
                <c:pt idx="2">
                  <c:v>182</c:v>
                </c:pt>
                <c:pt idx="3">
                  <c:v>184</c:v>
                </c:pt>
                <c:pt idx="4">
                  <c:v>1</c:v>
                </c:pt>
                <c:pt idx="5">
                  <c:v>6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95</c:v>
                </c:pt>
                <c:pt idx="1">
                  <c:v>92</c:v>
                </c:pt>
                <c:pt idx="2">
                  <c:v>136</c:v>
                </c:pt>
                <c:pt idx="3">
                  <c:v>139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</c:v>
                </c:pt>
                <c:pt idx="1">
                  <c:v>2</c:v>
                </c:pt>
                <c:pt idx="2">
                  <c:v>35</c:v>
                </c:pt>
                <c:pt idx="3">
                  <c:v>39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141</c:v>
                </c:pt>
                <c:pt idx="1">
                  <c:v>139</c:v>
                </c:pt>
                <c:pt idx="2">
                  <c:v>43</c:v>
                </c:pt>
                <c:pt idx="3">
                  <c:v>52</c:v>
                </c:pt>
                <c:pt idx="4">
                  <c:v>0</c:v>
                </c:pt>
                <c:pt idx="5">
                  <c:v>10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215</c:v>
                </c:pt>
                <c:pt idx="1">
                  <c:v>220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11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176</c:v>
                </c:pt>
                <c:pt idx="1">
                  <c:v>169</c:v>
                </c:pt>
                <c:pt idx="2">
                  <c:v>54</c:v>
                </c:pt>
                <c:pt idx="3">
                  <c:v>54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0</c:v>
                </c:pt>
                <c:pt idx="4">
                  <c:v>77</c:v>
                </c:pt>
                <c:pt idx="5">
                  <c:v>27</c:v>
                </c:pt>
                <c:pt idx="6">
                  <c:v>31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55</c:v>
                </c:pt>
                <c:pt idx="1">
                  <c:v>47</c:v>
                </c:pt>
                <c:pt idx="2">
                  <c:v>7</c:v>
                </c:pt>
                <c:pt idx="3">
                  <c:v>3</c:v>
                </c:pt>
                <c:pt idx="4">
                  <c:v>41</c:v>
                </c:pt>
                <c:pt idx="5">
                  <c:v>51</c:v>
                </c:pt>
                <c:pt idx="6">
                  <c:v>40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Volcable 1</c:v>
                </c:pt>
                <c:pt idx="1">
                  <c:v>Volcable 2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371</c:v>
                </c:pt>
                <c:pt idx="1">
                  <c:v>97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55</c:v>
                </c:pt>
                <c:pt idx="1">
                  <c:v>70</c:v>
                </c:pt>
                <c:pt idx="2">
                  <c:v>70</c:v>
                </c:pt>
                <c:pt idx="3">
                  <c:v>15</c:v>
                </c:pt>
                <c:pt idx="4">
                  <c:v>41</c:v>
                </c:pt>
                <c:pt idx="5">
                  <c:v>63</c:v>
                </c:pt>
                <c:pt idx="6">
                  <c:v>74</c:v>
                </c:pt>
              </c:numCache>
            </c:numRef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21</c:v>
                </c:pt>
                <c:pt idx="1">
                  <c:v>16</c:v>
                </c:pt>
                <c:pt idx="2">
                  <c:v>17</c:v>
                </c:pt>
                <c:pt idx="3">
                  <c:v>10</c:v>
                </c:pt>
                <c:pt idx="4">
                  <c:v>18</c:v>
                </c:pt>
                <c:pt idx="5">
                  <c:v>12</c:v>
                </c:pt>
                <c:pt idx="6">
                  <c:v>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</c:v>
                </c:pt>
                <c:pt idx="1">
                  <c:v>31</c:v>
                </c:pt>
                <c:pt idx="2">
                  <c:v>13</c:v>
                </c:pt>
                <c:pt idx="3">
                  <c:v>6</c:v>
                </c:pt>
                <c:pt idx="4">
                  <c:v>7</c:v>
                </c:pt>
                <c:pt idx="5">
                  <c:v>1</c:v>
                </c:pt>
                <c:pt idx="6">
                  <c:v>4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523</c:v>
                </c:pt>
                <c:pt idx="1">
                  <c:v>488</c:v>
                </c:pt>
                <c:pt idx="2">
                  <c:v>444</c:v>
                </c:pt>
                <c:pt idx="3">
                  <c:v>54</c:v>
                </c:pt>
                <c:pt idx="4">
                  <c:v>295</c:v>
                </c:pt>
                <c:pt idx="5">
                  <c:v>479</c:v>
                </c:pt>
                <c:pt idx="6">
                  <c:v>414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504</c:v>
                </c:pt>
                <c:pt idx="1">
                  <c:v>628</c:v>
                </c:pt>
                <c:pt idx="2">
                  <c:v>641</c:v>
                </c:pt>
                <c:pt idx="3">
                  <c:v>228</c:v>
                </c:pt>
                <c:pt idx="4">
                  <c:v>696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150</c:v>
                </c:pt>
                <c:pt idx="1">
                  <c:v>167</c:v>
                </c:pt>
                <c:pt idx="2">
                  <c:v>138</c:v>
                </c:pt>
                <c:pt idx="3">
                  <c:v>28</c:v>
                </c:pt>
                <c:pt idx="4">
                  <c:v>40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150</c:v>
                </c:pt>
                <c:pt idx="1">
                  <c:v>112</c:v>
                </c:pt>
                <c:pt idx="2">
                  <c:v>107</c:v>
                </c:pt>
                <c:pt idx="3">
                  <c:v>0</c:v>
                </c:pt>
                <c:pt idx="4">
                  <c:v>119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44</c:v>
                </c:pt>
                <c:pt idx="1">
                  <c:v>128</c:v>
                </c:pt>
                <c:pt idx="2">
                  <c:v>142</c:v>
                </c:pt>
                <c:pt idx="3">
                  <c:v>0</c:v>
                </c:pt>
                <c:pt idx="4">
                  <c:v>130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18</c:v>
                </c:pt>
                <c:pt idx="3">
                  <c:v>0</c:v>
                </c:pt>
                <c:pt idx="4">
                  <c:v>36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30</c:v>
                </c:pt>
                <c:pt idx="1">
                  <c:v>100</c:v>
                </c:pt>
                <c:pt idx="2">
                  <c:v>28</c:v>
                </c:pt>
                <c:pt idx="3">
                  <c:v>26</c:v>
                </c:pt>
                <c:pt idx="4">
                  <c:v>111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130</c:v>
                </c:pt>
                <c:pt idx="1">
                  <c:v>121</c:v>
                </c:pt>
                <c:pt idx="2">
                  <c:v>57</c:v>
                </c:pt>
                <c:pt idx="3">
                  <c:v>47</c:v>
                </c:pt>
                <c:pt idx="4">
                  <c:v>124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151</c:v>
                </c:pt>
                <c:pt idx="3">
                  <c:v>127</c:v>
                </c:pt>
                <c:pt idx="4">
                  <c:v>136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Relationship Id="rIdManual1008" Type="http://schemas.openxmlformats.org/officeDocument/2006/relationships/chart" Target="../charts/chart100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10/09 al 16/09/2026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16/09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7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3.144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2.323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464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146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211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graphicFrame>
        <p:nvGraphicFramePr>
          <p:cNvPr id="1064" name="D25_G1"/>
          <p:cNvGraphicFramePr/>
          <p:nvPr/>
        </p:nvGraphicFramePr>
        <p:xfrm>
          <a:off x="1625150" y="743124"/>
          <a:ext cx="6801876" cy="4205827"/>
        </p:xfrm>
        <a:graphic>
          <a:graphicData uri="http://schemas.openxmlformats.org/drawingml/2006/chart">
            <c:chart r:id="rIdManual1008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