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0.xml" ContentType="application/vnd.openxmlformats-officedocument.drawingml.chart+xml"/>
  <Override PartName="/ppt/charts/chart1001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9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0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09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21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22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24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25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26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dPt>
            <c:idx val="4"/>
            <c:spPr>
              <a:solidFill>
                <a:srgbClr val="6E7D91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8 lecturas</c:v>
                </c:pt>
                <c:pt idx="1">
                  <c:v>7 lecturas</c:v>
                </c:pt>
                <c:pt idx="2">
                  <c:v>6 lecturas</c:v>
                </c:pt>
                <c:pt idx="3">
                  <c:v>5 lecturas</c:v>
                </c:pt>
                <c:pt idx="4">
                  <c:v>≤4 lecturas</c:v>
                </c:pt>
              </c:strCache>
            </c:strRef>
          </c:cat>
          <c:val>
            <c:numRef>
              <c:f>'Chart Data'!$B$2:$B$6</c:f>
              <c:numCache>
                <c:formatCode>0.##</c:formatCode>
                <c:ptCount val="5"/>
                <c:pt idx="0">
                  <c:v>33</c:v>
                </c:pt>
                <c:pt idx="1">
                  <c:v>28.2</c:v>
                </c:pt>
                <c:pt idx="2">
                  <c:v>18.1</c:v>
                </c:pt>
                <c:pt idx="3">
                  <c:v>12</c:v>
                </c:pt>
                <c:pt idx="4">
                  <c:v>8.6</c:v>
                </c:pt>
              </c:numCache>
            </c:numRef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0.##</c:formatCode>
                <c:ptCount val="1"/>
                <c:pt idx="0">
                  <c:v>2557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0.##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0.##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0.##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0.##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7 lecturas</c:v>
                </c:pt>
                <c:pt idx="1">
                  <c:v>6 lecturas</c:v>
                </c:pt>
                <c:pt idx="2">
                  <c:v>5 lecturas</c:v>
                </c:pt>
                <c:pt idx="3">
                  <c:v>≤4 lecturas</c:v>
                </c:pt>
              </c:strCache>
            </c:strRef>
          </c:cat>
          <c:val>
            <c:numRef>
              <c:f>'Chart Data'!$B$2:$B$5</c:f>
              <c:numCache>
                <c:formatCode>0.##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9.1</c:v>
                </c:pt>
                <c:pt idx="3">
                  <c:v>10.9</c:v>
                </c:pt>
              </c:numCache>
            </c:numRef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361</c:v>
                </c:pt>
                <c:pt idx="1">
                  <c:v>92</c:v>
                </c:pt>
                <c:pt idx="2">
                  <c:v>40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0.##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0.##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0.##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0.##</c:formatCode>
                <c:ptCount val="6"/>
                <c:pt idx="0">
                  <c:v>831</c:v>
                </c:pt>
                <c:pt idx="1">
                  <c:v>837</c:v>
                </c:pt>
                <c:pt idx="2">
                  <c:v>626</c:v>
                </c:pt>
                <c:pt idx="3">
                  <c:v>625</c:v>
                </c:pt>
                <c:pt idx="4">
                  <c:v>3</c:v>
                </c:pt>
                <c:pt idx="5">
                  <c:v>38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0.##</c:formatCode>
                <c:ptCount val="7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0</c:v>
                </c:pt>
                <c:pt idx="4">
                  <c:v>91</c:v>
                </c:pt>
                <c:pt idx="5">
                  <c:v>27</c:v>
                </c:pt>
                <c:pt idx="6">
                  <c:v>30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0.##</c:formatCode>
                <c:ptCount val="7"/>
                <c:pt idx="0">
                  <c:v>55</c:v>
                </c:pt>
                <c:pt idx="1">
                  <c:v>47</c:v>
                </c:pt>
                <c:pt idx="2">
                  <c:v>7</c:v>
                </c:pt>
                <c:pt idx="3">
                  <c:v>2</c:v>
                </c:pt>
                <c:pt idx="4">
                  <c:v>40</c:v>
                </c:pt>
                <c:pt idx="5">
                  <c:v>51</c:v>
                </c:pt>
                <c:pt idx="6">
                  <c:v>40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0.##</c:formatCode>
                <c:ptCount val="2"/>
                <c:pt idx="0">
                  <c:v>361</c:v>
                </c:pt>
                <c:pt idx="1">
                  <c:v>92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0.##</c:formatCode>
                <c:ptCount val="7"/>
                <c:pt idx="0">
                  <c:v>55</c:v>
                </c:pt>
                <c:pt idx="1">
                  <c:v>70</c:v>
                </c:pt>
                <c:pt idx="2">
                  <c:v>70</c:v>
                </c:pt>
                <c:pt idx="3">
                  <c:v>10</c:v>
                </c:pt>
                <c:pt idx="4">
                  <c:v>36</c:v>
                </c:pt>
                <c:pt idx="5">
                  <c:v>63</c:v>
                </c:pt>
                <c:pt idx="6">
                  <c:v>74</c:v>
                </c:pt>
              </c:numCache>
            </c:numRef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0.##</c:formatCode>
                <c:ptCount val="7"/>
                <c:pt idx="0">
                  <c:v>21</c:v>
                </c:pt>
                <c:pt idx="1">
                  <c:v>16</c:v>
                </c:pt>
                <c:pt idx="2">
                  <c:v>17</c:v>
                </c:pt>
                <c:pt idx="3">
                  <c:v>6</c:v>
                </c:pt>
                <c:pt idx="4">
                  <c:v>15</c:v>
                </c:pt>
                <c:pt idx="5">
                  <c:v>12</c:v>
                </c:pt>
                <c:pt idx="6">
                  <c:v>9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0.##</c:formatCode>
                <c:ptCount val="7"/>
                <c:pt idx="0">
                  <c:v>0</c:v>
                </c:pt>
                <c:pt idx="1">
                  <c:v>30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0.##</c:formatCode>
                <c:ptCount val="7"/>
                <c:pt idx="0">
                  <c:v>523</c:v>
                </c:pt>
                <c:pt idx="1">
                  <c:v>488</c:v>
                </c:pt>
                <c:pt idx="2">
                  <c:v>444</c:v>
                </c:pt>
                <c:pt idx="3">
                  <c:v>54</c:v>
                </c:pt>
                <c:pt idx="4">
                  <c:v>291</c:v>
                </c:pt>
                <c:pt idx="5">
                  <c:v>479</c:v>
                </c:pt>
                <c:pt idx="6">
                  <c:v>409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0.##</c:formatCode>
                <c:ptCount val="5"/>
                <c:pt idx="0">
                  <c:v>502</c:v>
                </c:pt>
                <c:pt idx="1">
                  <c:v>627</c:v>
                </c:pt>
                <c:pt idx="2">
                  <c:v>641</c:v>
                </c:pt>
                <c:pt idx="3">
                  <c:v>226</c:v>
                </c:pt>
                <c:pt idx="4">
                  <c:v>692</c:v>
                </c:pt>
              </c:numCache>
            </c:numRef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0" Type="http://schemas.openxmlformats.org/officeDocument/2006/relationships/chart" Target="../charts/chart1000.xml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09" Type="http://schemas.openxmlformats.org/officeDocument/2006/relationships/chart" Target="../charts/chart1009.xml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3.423</a:t>
            </a:r>
            <a:endParaRPr sz="3150"/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valor reportado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2.557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523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155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188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graphicFrame>
        <p:nvGraphicFramePr>
          <p:cNvPr id="130" name="D05_G1"/>
          <p:cNvGraphicFramePr/>
          <p:nvPr/>
        </p:nvGraphicFramePr>
        <p:xfrm>
          <a:off x="4691086" y="1370979"/>
          <a:ext cx="3532260" cy="1921320"/>
        </p:xfrm>
        <a:graphic>
          <a:graphicData uri="http://schemas.openxmlformats.org/drawingml/2006/chart">
            <c:chart r:id="rIdManual1000"/>
          </a:graphicData>
        </a:graphic>
      </p:graphicFrame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281763" y="741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2914213" y="107117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3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4914213" y="107117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5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281763" y="1311174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281763" y="1830577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183</a:t>
            </a:r>
          </a:p>
        </p:txBody>
      </p:sp>
      <p:sp>
        <p:nvSpPr>
          <p:cNvPr id="716" name="Rectangle 715"/>
          <p:cNvSpPr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81763" y="2349980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175</a:t>
            </a:r>
          </a:p>
        </p:txBody>
      </p:sp>
      <p:sp>
        <p:nvSpPr>
          <p:cNvPr id="721" name="Rectangle 720"/>
          <p:cNvSpPr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203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281763" y="2869383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187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281763" y="3388786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281763" y="3908189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284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281763" y="4427592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3591150" y="1341900"/>
            <a:ext cx="54289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Puntuación lograda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3591150" y="16719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764" name="Rectangle 763"/>
          <p:cNvSpPr/>
          <p:nvPr/>
        </p:nvSpPr>
        <p:spPr>
          <a:xfrm>
            <a:off x="5002677" y="1935640"/>
            <a:ext cx="3469099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7691776" y="19356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3591150" y="29906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5002677" y="3254340"/>
            <a:ext cx="1284851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5507528" y="32543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graphicFrame>
        <p:nvGraphicFramePr>
          <p:cNvPr id="1085" name="D28_G1"/>
          <p:cNvGraphicFramePr/>
          <p:nvPr/>
        </p:nvGraphicFramePr>
        <p:xfrm>
          <a:off x="3805154" y="1172153"/>
          <a:ext cx="4118034" cy="2258910"/>
        </p:xfrm>
        <a:graphic>
          <a:graphicData uri="http://schemas.openxmlformats.org/drawingml/2006/chart">
            <c:chart r:id="rIdManual1009"/>
          </a:graphicData>
        </a:graphic>
      </p:graphicFrame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1063050" y="960625"/>
            <a:ext cx="730925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063050" y="1290625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2963455" y="1397672"/>
            <a:ext cx="2646680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4830135" y="1397672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1063050" y="1825862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2963455" y="1932909"/>
            <a:ext cx="272452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4907978" y="1932909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105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063050" y="2361099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01" name="Rectangle 1300"/>
          <p:cNvSpPr/>
          <p:nvPr/>
        </p:nvSpPr>
        <p:spPr>
          <a:xfrm>
            <a:off x="2963455" y="2468146"/>
            <a:ext cx="4878194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7061649" y="2468146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188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1063050" y="2896336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04" name="Rectangle 1303"/>
          <p:cNvSpPr/>
          <p:nvPr/>
        </p:nvSpPr>
        <p:spPr>
          <a:xfrm>
            <a:off x="2963455" y="3003383"/>
            <a:ext cx="477440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6957858" y="3003383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1063050" y="3431573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2988455" y="3538620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1063050" y="3966810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09" name="Rectangle 1308"/>
          <p:cNvSpPr/>
          <p:nvPr/>
        </p:nvSpPr>
        <p:spPr>
          <a:xfrm>
            <a:off x="2963455" y="4073857"/>
            <a:ext cx="259478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TextBox 1309"/>
          <p:cNvSpPr txBox="1"/>
          <p:nvPr/>
        </p:nvSpPr>
        <p:spPr>
          <a:xfrm>
            <a:off x="3247933" y="4073857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sp>
        <p:nvSpPr>
          <p:cNvPr id="1327" name="TextBox 1326"/>
          <p:cNvSpPr txBox="1"/>
          <p:nvPr/>
        </p:nvSpPr>
        <p:spPr>
          <a:xfrm>
            <a:off x="1171063" y="7852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1171063" y="11152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2939550" y="1244468"/>
            <a:ext cx="246295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4622509" y="12444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1171063" y="17612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2939550" y="1890439"/>
            <a:ext cx="27044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4863976" y="18904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1171063" y="24072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2939550" y="2536410"/>
            <a:ext cx="44429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6602536" y="25364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1171063" y="30531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2939550" y="3182381"/>
            <a:ext cx="439469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6554243" y="31823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1171063" y="36991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2939550" y="382835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2988696" y="38283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1171063" y="43451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2939550" y="4474323"/>
            <a:ext cx="14487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3109429" y="44743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1171050" y="7554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1171050" y="10854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2939537" y="1214693"/>
            <a:ext cx="305857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5218114" y="1214693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95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1171050" y="17314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2939537" y="1860664"/>
            <a:ext cx="29619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5121527" y="1860664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92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1171050" y="23774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2939537" y="2506635"/>
            <a:ext cx="437859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6538132" y="25066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136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1171050" y="30234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2939537" y="3152606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6634718" y="31526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1171050" y="36693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2964537" y="37985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1171050" y="43153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2964537" y="44445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1171063" y="8447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1171063" y="11747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2964550" y="130399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1171063" y="18207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2964550" y="1949964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1171063" y="24667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01" name="Rectangle 1400"/>
          <p:cNvSpPr/>
          <p:nvPr/>
        </p:nvSpPr>
        <p:spPr>
          <a:xfrm>
            <a:off x="2939550" y="2595935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TextBox 1401"/>
          <p:cNvSpPr txBox="1"/>
          <p:nvPr/>
        </p:nvSpPr>
        <p:spPr>
          <a:xfrm>
            <a:off x="6505949" y="25959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1171063" y="31127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04" name="Rectangle 1403"/>
          <p:cNvSpPr/>
          <p:nvPr/>
        </p:nvSpPr>
        <p:spPr>
          <a:xfrm>
            <a:off x="2939550" y="3241906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TextBox 1404"/>
          <p:cNvSpPr txBox="1"/>
          <p:nvPr/>
        </p:nvSpPr>
        <p:spPr>
          <a:xfrm>
            <a:off x="6505949" y="32419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1171063" y="37586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2964550" y="38878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1171063" y="44046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2964550" y="45338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1171063" y="800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1171063" y="11301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31" name="Rectangle 1430"/>
          <p:cNvSpPr/>
          <p:nvPr/>
        </p:nvSpPr>
        <p:spPr>
          <a:xfrm>
            <a:off x="2939550" y="1259368"/>
            <a:ext cx="453957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6699123" y="12593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141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1171063" y="17761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34" name="Rectangle 1433"/>
          <p:cNvSpPr/>
          <p:nvPr/>
        </p:nvSpPr>
        <p:spPr>
          <a:xfrm>
            <a:off x="2939550" y="1905339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6634731" y="19053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1171063" y="24221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37" name="Rectangle 1436"/>
          <p:cNvSpPr/>
          <p:nvPr/>
        </p:nvSpPr>
        <p:spPr>
          <a:xfrm>
            <a:off x="2939550" y="2551310"/>
            <a:ext cx="119123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3350785" y="25513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37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1171063" y="30680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2939550" y="3197281"/>
            <a:ext cx="12556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3415176" y="31972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39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1171063" y="37140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2964550" y="38432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44" name="TextBox 1443"/>
          <p:cNvSpPr txBox="1"/>
          <p:nvPr/>
        </p:nvSpPr>
        <p:spPr>
          <a:xfrm>
            <a:off x="1171063" y="43600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45" name="Rectangle 1444"/>
          <p:cNvSpPr/>
          <p:nvPr/>
        </p:nvSpPr>
        <p:spPr>
          <a:xfrm>
            <a:off x="2939550" y="4489223"/>
            <a:ext cx="32195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TextBox 1445"/>
          <p:cNvSpPr txBox="1"/>
          <p:nvPr/>
        </p:nvSpPr>
        <p:spPr>
          <a:xfrm>
            <a:off x="3286505" y="44892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1171063" y="6328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1171063" y="9628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65" name="Rectangle 1464"/>
          <p:cNvSpPr/>
          <p:nvPr/>
        </p:nvSpPr>
        <p:spPr>
          <a:xfrm>
            <a:off x="2939550" y="1092068"/>
            <a:ext cx="41532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6312776" y="10920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215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1171063" y="16088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2939550" y="1738039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6409363" y="17380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220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1171063" y="22548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71" name="TextBox 1470"/>
          <p:cNvSpPr txBox="1"/>
          <p:nvPr/>
        </p:nvSpPr>
        <p:spPr>
          <a:xfrm>
            <a:off x="2964550" y="2384010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2" name="TextBox 1471"/>
          <p:cNvSpPr txBox="1"/>
          <p:nvPr/>
        </p:nvSpPr>
        <p:spPr>
          <a:xfrm>
            <a:off x="1171063" y="29007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2964550" y="3029981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4" name="TextBox 1473"/>
          <p:cNvSpPr txBox="1"/>
          <p:nvPr/>
        </p:nvSpPr>
        <p:spPr>
          <a:xfrm>
            <a:off x="1171063" y="35467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75" name="Rectangle 1474"/>
          <p:cNvSpPr/>
          <p:nvPr/>
        </p:nvSpPr>
        <p:spPr>
          <a:xfrm>
            <a:off x="2939550" y="3675952"/>
            <a:ext cx="1931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2983867" y="36759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477" name="TextBox 1476"/>
          <p:cNvSpPr txBox="1"/>
          <p:nvPr/>
        </p:nvSpPr>
        <p:spPr>
          <a:xfrm>
            <a:off x="1171063" y="41927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78" name="Rectangle 1477"/>
          <p:cNvSpPr/>
          <p:nvPr/>
        </p:nvSpPr>
        <p:spPr>
          <a:xfrm>
            <a:off x="2939550" y="4321923"/>
            <a:ext cx="2124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3177040" y="43219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171063" y="8299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71063" y="115992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2939550" y="1289118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409363" y="128911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176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1063" y="180589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2939550" y="1935089"/>
            <a:ext cx="40807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6240336" y="193508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169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1171063" y="245186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2939550" y="2581060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3463469" y="258106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171063" y="309783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2939550" y="3227031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3463469" y="322703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171063" y="374380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939550" y="387300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988696" y="387300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71063" y="438977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2939550" y="4518973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2988696" y="451897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sp>
        <p:nvSpPr>
          <p:cNvPr id="1682" name="TextBox 1681"/>
          <p:cNvSpPr txBox="1"/>
          <p:nvPr/>
        </p:nvSpPr>
        <p:spPr>
          <a:xfrm>
            <a:off x="1451275" y="6853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1451275" y="10153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3219762" y="1170407"/>
            <a:ext cx="36219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6061761" y="11704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1451275" y="17905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3219762" y="1945572"/>
            <a:ext cx="403249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6472255" y="19455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167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451275" y="25657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3219762" y="2720737"/>
            <a:ext cx="333223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Box 1690"/>
          <p:cNvSpPr txBox="1"/>
          <p:nvPr/>
        </p:nvSpPr>
        <p:spPr>
          <a:xfrm>
            <a:off x="5772001" y="27207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138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1451275" y="33408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693" name="Rectangle 1692"/>
          <p:cNvSpPr/>
          <p:nvPr/>
        </p:nvSpPr>
        <p:spPr>
          <a:xfrm>
            <a:off x="3219762" y="3495902"/>
            <a:ext cx="6761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TextBox 1693"/>
          <p:cNvSpPr txBox="1"/>
          <p:nvPr/>
        </p:nvSpPr>
        <p:spPr>
          <a:xfrm>
            <a:off x="3920868" y="349590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28</a:t>
            </a:r>
          </a:p>
        </p:txBody>
      </p:sp>
      <p:sp>
        <p:nvSpPr>
          <p:cNvPr id="1695" name="TextBox 1694"/>
          <p:cNvSpPr txBox="1"/>
          <p:nvPr/>
        </p:nvSpPr>
        <p:spPr>
          <a:xfrm>
            <a:off x="1451275" y="41160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696" name="Rectangle 1695"/>
          <p:cNvSpPr/>
          <p:nvPr/>
        </p:nvSpPr>
        <p:spPr>
          <a:xfrm>
            <a:off x="3219762" y="427106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TextBox 1696"/>
          <p:cNvSpPr txBox="1"/>
          <p:nvPr/>
        </p:nvSpPr>
        <p:spPr>
          <a:xfrm>
            <a:off x="3405628" y="42710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sp>
        <p:nvSpPr>
          <p:cNvPr id="1716" name="TextBox 1715"/>
          <p:cNvSpPr txBox="1"/>
          <p:nvPr/>
        </p:nvSpPr>
        <p:spPr>
          <a:xfrm>
            <a:off x="1364675" y="80524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1364675" y="113524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3133162" y="1290282"/>
            <a:ext cx="482933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7182495" y="129028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1364675" y="191041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21" name="Rectangle 1720"/>
          <p:cNvSpPr/>
          <p:nvPr/>
        </p:nvSpPr>
        <p:spPr>
          <a:xfrm>
            <a:off x="3133162" y="2065447"/>
            <a:ext cx="360590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TextBox 1721"/>
          <p:cNvSpPr txBox="1"/>
          <p:nvPr/>
        </p:nvSpPr>
        <p:spPr>
          <a:xfrm>
            <a:off x="5959063" y="206544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1364675" y="268557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3133162" y="2840612"/>
            <a:ext cx="344492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TextBox 1724"/>
          <p:cNvSpPr txBox="1"/>
          <p:nvPr/>
        </p:nvSpPr>
        <p:spPr>
          <a:xfrm>
            <a:off x="5798086" y="284061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107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1364675" y="346074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3158162" y="361577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28" name="TextBox 1727"/>
          <p:cNvSpPr txBox="1"/>
          <p:nvPr/>
        </p:nvSpPr>
        <p:spPr>
          <a:xfrm>
            <a:off x="1364675" y="423590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29" name="Rectangle 1728"/>
          <p:cNvSpPr/>
          <p:nvPr/>
        </p:nvSpPr>
        <p:spPr>
          <a:xfrm>
            <a:off x="3133162" y="4390942"/>
            <a:ext cx="383127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TextBox 1729"/>
          <p:cNvSpPr txBox="1"/>
          <p:nvPr/>
        </p:nvSpPr>
        <p:spPr>
          <a:xfrm>
            <a:off x="6184432" y="439094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sp>
        <p:nvSpPr>
          <p:cNvPr id="1750" name="TextBox 1749"/>
          <p:cNvSpPr txBox="1"/>
          <p:nvPr/>
        </p:nvSpPr>
        <p:spPr>
          <a:xfrm>
            <a:off x="1195950" y="7759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1195950" y="11059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52" name="Rectangle 1751"/>
          <p:cNvSpPr/>
          <p:nvPr/>
        </p:nvSpPr>
        <p:spPr>
          <a:xfrm>
            <a:off x="2964437" y="1261032"/>
            <a:ext cx="141660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TextBox 1752"/>
          <p:cNvSpPr txBox="1"/>
          <p:nvPr/>
        </p:nvSpPr>
        <p:spPr>
          <a:xfrm>
            <a:off x="3601041" y="12610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</a:t>
            </a:r>
          </a:p>
        </p:txBody>
      </p:sp>
      <p:sp>
        <p:nvSpPr>
          <p:cNvPr id="1754" name="TextBox 1753"/>
          <p:cNvSpPr txBox="1"/>
          <p:nvPr/>
        </p:nvSpPr>
        <p:spPr>
          <a:xfrm>
            <a:off x="1195950" y="18811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55" name="Rectangle 1754"/>
          <p:cNvSpPr/>
          <p:nvPr/>
        </p:nvSpPr>
        <p:spPr>
          <a:xfrm>
            <a:off x="2964437" y="2036197"/>
            <a:ext cx="412103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6305467" y="20361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128</a:t>
            </a:r>
          </a:p>
        </p:txBody>
      </p:sp>
      <p:sp>
        <p:nvSpPr>
          <p:cNvPr id="1757" name="TextBox 1756"/>
          <p:cNvSpPr txBox="1"/>
          <p:nvPr/>
        </p:nvSpPr>
        <p:spPr>
          <a:xfrm>
            <a:off x="1195950" y="26563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58" name="Rectangle 1757"/>
          <p:cNvSpPr/>
          <p:nvPr/>
        </p:nvSpPr>
        <p:spPr>
          <a:xfrm>
            <a:off x="2964437" y="2811362"/>
            <a:ext cx="457176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TextBox 1758"/>
          <p:cNvSpPr txBox="1"/>
          <p:nvPr/>
        </p:nvSpPr>
        <p:spPr>
          <a:xfrm>
            <a:off x="6756205" y="28113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142</a:t>
            </a:r>
          </a:p>
        </p:txBody>
      </p:sp>
      <p:sp>
        <p:nvSpPr>
          <p:cNvPr id="1760" name="TextBox 1759"/>
          <p:cNvSpPr txBox="1"/>
          <p:nvPr/>
        </p:nvSpPr>
        <p:spPr>
          <a:xfrm>
            <a:off x="1195950" y="34314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2989437" y="358652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62" name="TextBox 1761"/>
          <p:cNvSpPr txBox="1"/>
          <p:nvPr/>
        </p:nvSpPr>
        <p:spPr>
          <a:xfrm>
            <a:off x="1195950" y="42066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63" name="Rectangle 1762"/>
          <p:cNvSpPr/>
          <p:nvPr/>
        </p:nvSpPr>
        <p:spPr>
          <a:xfrm>
            <a:off x="2964437" y="436169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TextBox 1763"/>
          <p:cNvSpPr txBox="1"/>
          <p:nvPr/>
        </p:nvSpPr>
        <p:spPr>
          <a:xfrm>
            <a:off x="6369858" y="43616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sp>
        <p:nvSpPr>
          <p:cNvPr id="1784" name="TextBox 1783"/>
          <p:cNvSpPr txBox="1"/>
          <p:nvPr/>
        </p:nvSpPr>
        <p:spPr>
          <a:xfrm>
            <a:off x="1578275" y="7737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85" name="TextBox 1784"/>
          <p:cNvSpPr txBox="1"/>
          <p:nvPr/>
        </p:nvSpPr>
        <p:spPr>
          <a:xfrm>
            <a:off x="1578275" y="110372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3371762" y="125875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7" name="TextBox 1786"/>
          <p:cNvSpPr txBox="1"/>
          <p:nvPr/>
        </p:nvSpPr>
        <p:spPr>
          <a:xfrm>
            <a:off x="1578275" y="187888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88" name="TextBox 1787"/>
          <p:cNvSpPr txBox="1"/>
          <p:nvPr/>
        </p:nvSpPr>
        <p:spPr>
          <a:xfrm>
            <a:off x="3371762" y="203392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1578275" y="265405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90" name="Rectangle 1789"/>
          <p:cNvSpPr/>
          <p:nvPr/>
        </p:nvSpPr>
        <p:spPr>
          <a:xfrm>
            <a:off x="3346762" y="2809087"/>
            <a:ext cx="21731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4739961" y="280908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1578275" y="342921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93" name="TextBox 1792"/>
          <p:cNvSpPr txBox="1"/>
          <p:nvPr/>
        </p:nvSpPr>
        <p:spPr>
          <a:xfrm>
            <a:off x="3371762" y="358425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94" name="TextBox 1793"/>
          <p:cNvSpPr txBox="1"/>
          <p:nvPr/>
        </p:nvSpPr>
        <p:spPr>
          <a:xfrm>
            <a:off x="1578275" y="420438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95" name="Rectangle 1794"/>
          <p:cNvSpPr/>
          <p:nvPr/>
        </p:nvSpPr>
        <p:spPr>
          <a:xfrm>
            <a:off x="3346762" y="4359417"/>
            <a:ext cx="43463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TextBox 1795"/>
          <p:cNvSpPr txBox="1"/>
          <p:nvPr/>
        </p:nvSpPr>
        <p:spPr>
          <a:xfrm>
            <a:off x="6913161" y="435941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sp>
        <p:nvSpPr>
          <p:cNvPr id="1818" name="TextBox 1817"/>
          <p:cNvSpPr txBox="1"/>
          <p:nvPr/>
        </p:nvSpPr>
        <p:spPr>
          <a:xfrm>
            <a:off x="1376825" y="7017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1376825" y="10317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3145312" y="118680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3331178" y="11868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1376825" y="18069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23" name="Rectangle 1822"/>
          <p:cNvSpPr/>
          <p:nvPr/>
        </p:nvSpPr>
        <p:spPr>
          <a:xfrm>
            <a:off x="3145312" y="1961972"/>
            <a:ext cx="3219555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TextBox 1823"/>
          <p:cNvSpPr txBox="1"/>
          <p:nvPr/>
        </p:nvSpPr>
        <p:spPr>
          <a:xfrm>
            <a:off x="5584867" y="19619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1376825" y="25821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26" name="Rectangle 1825"/>
          <p:cNvSpPr/>
          <p:nvPr/>
        </p:nvSpPr>
        <p:spPr>
          <a:xfrm>
            <a:off x="3145312" y="2737137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TextBox 1826"/>
          <p:cNvSpPr txBox="1"/>
          <p:nvPr/>
        </p:nvSpPr>
        <p:spPr>
          <a:xfrm>
            <a:off x="3234591" y="27371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1376825" y="33572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29" name="Rectangle 1828"/>
          <p:cNvSpPr/>
          <p:nvPr/>
        </p:nvSpPr>
        <p:spPr>
          <a:xfrm>
            <a:off x="3145312" y="3512302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TextBox 1829"/>
          <p:cNvSpPr txBox="1"/>
          <p:nvPr/>
        </p:nvSpPr>
        <p:spPr>
          <a:xfrm>
            <a:off x="3234591" y="351230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31" name="TextBox 1830"/>
          <p:cNvSpPr txBox="1"/>
          <p:nvPr/>
        </p:nvSpPr>
        <p:spPr>
          <a:xfrm>
            <a:off x="1376825" y="41324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32" name="Rectangle 1831"/>
          <p:cNvSpPr/>
          <p:nvPr/>
        </p:nvSpPr>
        <p:spPr>
          <a:xfrm>
            <a:off x="3145312" y="4287467"/>
            <a:ext cx="35737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TextBox 1832"/>
          <p:cNvSpPr txBox="1"/>
          <p:nvPr/>
        </p:nvSpPr>
        <p:spPr>
          <a:xfrm>
            <a:off x="5939018" y="42874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171063" y="7156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53" name="TextBox 1852"/>
          <p:cNvSpPr txBox="1"/>
          <p:nvPr/>
        </p:nvSpPr>
        <p:spPr>
          <a:xfrm>
            <a:off x="1171063" y="10456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54" name="Rectangle 1853"/>
          <p:cNvSpPr/>
          <p:nvPr/>
        </p:nvSpPr>
        <p:spPr>
          <a:xfrm>
            <a:off x="2939550" y="120073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TextBox 1854"/>
          <p:cNvSpPr txBox="1"/>
          <p:nvPr/>
        </p:nvSpPr>
        <p:spPr>
          <a:xfrm>
            <a:off x="6344971" y="12007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1171063" y="18208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57" name="Rectangle 1856"/>
          <p:cNvSpPr/>
          <p:nvPr/>
        </p:nvSpPr>
        <p:spPr>
          <a:xfrm>
            <a:off x="2939550" y="1975897"/>
            <a:ext cx="389566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TextBox 1857"/>
          <p:cNvSpPr txBox="1"/>
          <p:nvPr/>
        </p:nvSpPr>
        <p:spPr>
          <a:xfrm>
            <a:off x="6055211" y="19758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121</a:t>
            </a:r>
          </a:p>
        </p:txBody>
      </p:sp>
      <p:sp>
        <p:nvSpPr>
          <p:cNvPr id="1859" name="TextBox 1858"/>
          <p:cNvSpPr txBox="1"/>
          <p:nvPr/>
        </p:nvSpPr>
        <p:spPr>
          <a:xfrm>
            <a:off x="1171063" y="25960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60" name="Rectangle 1859"/>
          <p:cNvSpPr/>
          <p:nvPr/>
        </p:nvSpPr>
        <p:spPr>
          <a:xfrm>
            <a:off x="2939550" y="2751062"/>
            <a:ext cx="1899537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TextBox 1860"/>
          <p:cNvSpPr txBox="1"/>
          <p:nvPr/>
        </p:nvSpPr>
        <p:spPr>
          <a:xfrm>
            <a:off x="4059087" y="27510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59</a:t>
            </a:r>
          </a:p>
        </p:txBody>
      </p:sp>
      <p:sp>
        <p:nvSpPr>
          <p:cNvPr id="1862" name="TextBox 1861"/>
          <p:cNvSpPr txBox="1"/>
          <p:nvPr/>
        </p:nvSpPr>
        <p:spPr>
          <a:xfrm>
            <a:off x="1171063" y="33711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63" name="Rectangle 1862"/>
          <p:cNvSpPr/>
          <p:nvPr/>
        </p:nvSpPr>
        <p:spPr>
          <a:xfrm>
            <a:off x="2939550" y="3526227"/>
            <a:ext cx="151319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TextBox 1863"/>
          <p:cNvSpPr txBox="1"/>
          <p:nvPr/>
        </p:nvSpPr>
        <p:spPr>
          <a:xfrm>
            <a:off x="3672741" y="352622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1171063" y="41463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66" name="Rectangle 1865"/>
          <p:cNvSpPr/>
          <p:nvPr/>
        </p:nvSpPr>
        <p:spPr>
          <a:xfrm>
            <a:off x="2939550" y="4301392"/>
            <a:ext cx="399224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TextBox 1866"/>
          <p:cNvSpPr txBox="1"/>
          <p:nvPr/>
        </p:nvSpPr>
        <p:spPr>
          <a:xfrm>
            <a:off x="6151798" y="43013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1547273" y="728925"/>
            <a:ext cx="6296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547273" y="105892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209337" y="1201456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1547273" y="177158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209337" y="1914111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1547273" y="248423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3184337" y="2626766"/>
            <a:ext cx="4470444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6874781" y="262676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547273" y="319689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3184337" y="3339421"/>
            <a:ext cx="3725370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6129707" y="3339421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547273" y="390954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3184337" y="4052076"/>
            <a:ext cx="3993596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6397933" y="405207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