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6c3a7fa80848e1" /><Relationship Type="http://schemas.openxmlformats.org/officeDocument/2006/relationships/extended-properties" Target="/docProps/app.xml" Id="Rae6704d2a8b44805" /><Relationship Type="http://schemas.openxmlformats.org/officeDocument/2006/relationships/officeDocument" Target="/ppt/presentation.xml" Id="Ra8c0e45238f3440d" /></Relationships>
</file>

<file path=ppt/presentation.xml><?xml version="1.0" encoding="utf-8"?>
<p:presentation xmlns:p="http://schemas.openxmlformats.org/presentationml/2006/main">
  <p:sldMasterIdLst>
    <p:sldMasterId xmlns:r="http://schemas.openxmlformats.org/officeDocument/2006/relationships" id="2147483648" r:id="R7558ed85d81a48e6"/>
  </p:sldMasterIdLst>
  <p:notesMasterIdLst>
    <p:notesMasterId xmlns:r="http://schemas.openxmlformats.org/officeDocument/2006/relationships" r:id="R622834f97aa54590"/>
  </p:notesMasterIdLst>
  <p:sldIdLst>
    <p:sldId xmlns:r="http://schemas.openxmlformats.org/officeDocument/2006/relationships" id="256" r:id="R3d4aca3697754b67"/>
    <p:sldId xmlns:r="http://schemas.openxmlformats.org/officeDocument/2006/relationships" id="257" r:id="Ra679b5e98d5d4dc2"/>
    <p:sldId xmlns:r="http://schemas.openxmlformats.org/officeDocument/2006/relationships" id="258" r:id="R5c6e55b5030d4fdf"/>
    <p:sldId xmlns:r="http://schemas.openxmlformats.org/officeDocument/2006/relationships" id="259" r:id="Re5f81ddead2a4410"/>
    <p:sldId xmlns:r="http://schemas.openxmlformats.org/officeDocument/2006/relationships" id="260" r:id="R9f5d1709b434409d"/>
    <p:sldId xmlns:r="http://schemas.openxmlformats.org/officeDocument/2006/relationships" id="261" r:id="R62837e3305b74462"/>
    <p:sldId xmlns:r="http://schemas.openxmlformats.org/officeDocument/2006/relationships" id="262" r:id="Ra8be1defe2234c88"/>
    <p:sldId xmlns:r="http://schemas.openxmlformats.org/officeDocument/2006/relationships" id="263" r:id="R66a1b9b8499e4c03"/>
    <p:sldId xmlns:r="http://schemas.openxmlformats.org/officeDocument/2006/relationships" id="264" r:id="R8f36e1d582a34294"/>
    <p:sldId xmlns:r="http://schemas.openxmlformats.org/officeDocument/2006/relationships" id="265" r:id="Rb691f05f4ac1492f"/>
    <p:sldId xmlns:r="http://schemas.openxmlformats.org/officeDocument/2006/relationships" id="266" r:id="R3405369d3e404344"/>
    <p:sldId xmlns:r="http://schemas.openxmlformats.org/officeDocument/2006/relationships" id="267" r:id="R1303911db5454ac9"/>
    <p:sldId xmlns:r="http://schemas.openxmlformats.org/officeDocument/2006/relationships" id="268" r:id="R53d03cf628b245fe"/>
    <p:sldId xmlns:r="http://schemas.openxmlformats.org/officeDocument/2006/relationships" id="269" r:id="Rfac1775f19cb4746"/>
    <p:sldId xmlns:r="http://schemas.openxmlformats.org/officeDocument/2006/relationships" id="270" r:id="Rf5589654b30843d8"/>
    <p:sldId xmlns:r="http://schemas.openxmlformats.org/officeDocument/2006/relationships" id="271" r:id="R0af417e87d5c482f"/>
    <p:sldId xmlns:r="http://schemas.openxmlformats.org/officeDocument/2006/relationships" id="272" r:id="R9ba60f97564244bf"/>
    <p:sldId xmlns:r="http://schemas.openxmlformats.org/officeDocument/2006/relationships" id="273" r:id="R5f79a7ee21564f39"/>
    <p:sldId xmlns:r="http://schemas.openxmlformats.org/officeDocument/2006/relationships" id="274" r:id="Reaab4fb37eb34d1d"/>
    <p:sldId xmlns:r="http://schemas.openxmlformats.org/officeDocument/2006/relationships" id="275" r:id="Rec9a6363fe1e4273"/>
    <p:sldId xmlns:r="http://schemas.openxmlformats.org/officeDocument/2006/relationships" id="276" r:id="R37168ffb1eed4677"/>
    <p:sldId xmlns:r="http://schemas.openxmlformats.org/officeDocument/2006/relationships" id="277" r:id="R4617e972b457449e"/>
    <p:sldId xmlns:r="http://schemas.openxmlformats.org/officeDocument/2006/relationships" id="278" r:id="R2f4a55042e704d50"/>
    <p:sldId xmlns:r="http://schemas.openxmlformats.org/officeDocument/2006/relationships" id="279" r:id="R5dad83ad6d7c417a"/>
    <p:sldId xmlns:r="http://schemas.openxmlformats.org/officeDocument/2006/relationships" id="280" r:id="Rf0e3d05a8e434849"/>
    <p:sldId xmlns:r="http://schemas.openxmlformats.org/officeDocument/2006/relationships" id="281" r:id="R092140cea07c480e"/>
    <p:sldId xmlns:r="http://schemas.openxmlformats.org/officeDocument/2006/relationships" id="282" r:id="R9266e59bc5f842b5"/>
    <p:sldId xmlns:r="http://schemas.openxmlformats.org/officeDocument/2006/relationships" id="283" r:id="R88ac58abddf94430"/>
    <p:sldId xmlns:r="http://schemas.openxmlformats.org/officeDocument/2006/relationships" id="284" r:id="Rf50e6639b1854a59"/>
    <p:sldId xmlns:r="http://schemas.openxmlformats.org/officeDocument/2006/relationships" id="285" r:id="R649cfdaaf2d24bf8"/>
    <p:sldId xmlns:r="http://schemas.openxmlformats.org/officeDocument/2006/relationships" id="286" r:id="R873d1b0e2b0d40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e10e49cf014826" /><Relationship Type="http://schemas.openxmlformats.org/officeDocument/2006/relationships/slideMaster" Target="/ppt/slideMasters/slideMaster1.xml" Id="R7558ed85d81a48e6" /><Relationship Type="http://schemas.openxmlformats.org/officeDocument/2006/relationships/notesMaster" Target="/ppt/notesMasters/notesMaster1.xml" Id="R622834f97aa54590" /><Relationship Type="http://schemas.openxmlformats.org/officeDocument/2006/relationships/presProps" Target="/ppt/presProps.xml" Id="R04b4e656e7234a2c" /><Relationship Type="http://schemas.openxmlformats.org/officeDocument/2006/relationships/viewProps" Target="/ppt/viewProps.xml" Id="Rcd97c1978e2440c2" /><Relationship Type="http://schemas.openxmlformats.org/officeDocument/2006/relationships/tableStyles" Target="/ppt/tableStyles.xml" Id="R1a8bc315b87247e3" /><Relationship Type="http://schemas.openxmlformats.org/officeDocument/2006/relationships/slide" Target="/ppt/slides/slide1.xml" Id="R3d4aca3697754b67" /><Relationship Type="http://schemas.openxmlformats.org/officeDocument/2006/relationships/slide" Target="/ppt/slides/slide2.xml" Id="Ra679b5e98d5d4dc2" /><Relationship Type="http://schemas.openxmlformats.org/officeDocument/2006/relationships/slide" Target="/ppt/slides/slide3.xml" Id="R5c6e55b5030d4fdf" /><Relationship Type="http://schemas.openxmlformats.org/officeDocument/2006/relationships/slide" Target="/ppt/slides/slide4.xml" Id="Re5f81ddead2a4410" /><Relationship Type="http://schemas.openxmlformats.org/officeDocument/2006/relationships/slide" Target="/ppt/slides/slide5.xml" Id="R9f5d1709b434409d" /><Relationship Type="http://schemas.openxmlformats.org/officeDocument/2006/relationships/slide" Target="/ppt/slides/slide6.xml" Id="R62837e3305b74462" /><Relationship Type="http://schemas.openxmlformats.org/officeDocument/2006/relationships/slide" Target="/ppt/slides/slide7.xml" Id="Ra8be1defe2234c88" /><Relationship Type="http://schemas.openxmlformats.org/officeDocument/2006/relationships/slide" Target="/ppt/slides/slide8.xml" Id="R66a1b9b8499e4c03" /><Relationship Type="http://schemas.openxmlformats.org/officeDocument/2006/relationships/slide" Target="/ppt/slides/slide9.xml" Id="R8f36e1d582a34294" /><Relationship Type="http://schemas.openxmlformats.org/officeDocument/2006/relationships/slide" Target="/ppt/slides/slide10.xml" Id="Rb691f05f4ac1492f" /><Relationship Type="http://schemas.openxmlformats.org/officeDocument/2006/relationships/slide" Target="/ppt/slides/slide11.xml" Id="R3405369d3e404344" /><Relationship Type="http://schemas.openxmlformats.org/officeDocument/2006/relationships/slide" Target="/ppt/slides/slide12.xml" Id="R1303911db5454ac9" /><Relationship Type="http://schemas.openxmlformats.org/officeDocument/2006/relationships/slide" Target="/ppt/slides/slide13.xml" Id="R53d03cf628b245fe" /><Relationship Type="http://schemas.openxmlformats.org/officeDocument/2006/relationships/slide" Target="/ppt/slides/slide14.xml" Id="Rfac1775f19cb4746" /><Relationship Type="http://schemas.openxmlformats.org/officeDocument/2006/relationships/slide" Target="/ppt/slides/slide15.xml" Id="Rf5589654b30843d8" /><Relationship Type="http://schemas.openxmlformats.org/officeDocument/2006/relationships/slide" Target="/ppt/slides/slide16.xml" Id="R0af417e87d5c482f" /><Relationship Type="http://schemas.openxmlformats.org/officeDocument/2006/relationships/slide" Target="/ppt/slides/slide17.xml" Id="R9ba60f97564244bf" /><Relationship Type="http://schemas.openxmlformats.org/officeDocument/2006/relationships/slide" Target="/ppt/slides/slide18.xml" Id="R5f79a7ee21564f39" /><Relationship Type="http://schemas.openxmlformats.org/officeDocument/2006/relationships/slide" Target="/ppt/slides/slide19.xml" Id="Reaab4fb37eb34d1d" /><Relationship Type="http://schemas.openxmlformats.org/officeDocument/2006/relationships/slide" Target="/ppt/slides/slide20.xml" Id="Rec9a6363fe1e4273" /><Relationship Type="http://schemas.openxmlformats.org/officeDocument/2006/relationships/slide" Target="/ppt/slides/slide21.xml" Id="R37168ffb1eed4677" /><Relationship Type="http://schemas.openxmlformats.org/officeDocument/2006/relationships/slide" Target="/ppt/slides/slide22.xml" Id="R4617e972b457449e" /><Relationship Type="http://schemas.openxmlformats.org/officeDocument/2006/relationships/slide" Target="/ppt/slides/slide23.xml" Id="R2f4a55042e704d50" /><Relationship Type="http://schemas.openxmlformats.org/officeDocument/2006/relationships/slide" Target="/ppt/slides/slide24.xml" Id="R5dad83ad6d7c417a" /><Relationship Type="http://schemas.openxmlformats.org/officeDocument/2006/relationships/slide" Target="/ppt/slides/slide25.xml" Id="Rf0e3d05a8e434849" /><Relationship Type="http://schemas.openxmlformats.org/officeDocument/2006/relationships/slide" Target="/ppt/slides/slide26.xml" Id="R092140cea07c480e" /><Relationship Type="http://schemas.openxmlformats.org/officeDocument/2006/relationships/slide" Target="/ppt/slides/slide27.xml" Id="R9266e59bc5f842b5" /><Relationship Type="http://schemas.openxmlformats.org/officeDocument/2006/relationships/slide" Target="/ppt/slides/slide28.xml" Id="R88ac58abddf94430" /><Relationship Type="http://schemas.openxmlformats.org/officeDocument/2006/relationships/slide" Target="/ppt/slides/slide29.xml" Id="Rf50e6639b1854a59" /><Relationship Type="http://schemas.openxmlformats.org/officeDocument/2006/relationships/slide" Target="/ppt/slides/slide30.xml" Id="R649cfdaaf2d24bf8" /><Relationship Type="http://schemas.openxmlformats.org/officeDocument/2006/relationships/slide" Target="/ppt/slides/slide31.xml" Id="R873d1b0e2b0d40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21e51c05fc4d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e6e98f8f4c44e5" /><Relationship Type="http://schemas.openxmlformats.org/officeDocument/2006/relationships/notesMaster" Target="/ppt/notesMasters/notesMaster1.xml" Id="R82cdb8fc61e24a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1df99577134c57" /><Relationship Type="http://schemas.openxmlformats.org/officeDocument/2006/relationships/notesMaster" Target="/ppt/notesMasters/notesMaster1.xml" Id="R6f3ff2a9a3fa4d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c36b889a964011" /><Relationship Type="http://schemas.openxmlformats.org/officeDocument/2006/relationships/notesMaster" Target="/ppt/notesMasters/notesMaster1.xml" Id="R74a0dfa5459e44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d96afe634a47da" /><Relationship Type="http://schemas.openxmlformats.org/officeDocument/2006/relationships/notesMaster" Target="/ppt/notesMasters/notesMaster1.xml" Id="R02509335c9d947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a88c860f234d45" /><Relationship Type="http://schemas.openxmlformats.org/officeDocument/2006/relationships/notesMaster" Target="/ppt/notesMasters/notesMaster1.xml" Id="R4be72fd9069a4f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6f043433f64a91" /><Relationship Type="http://schemas.openxmlformats.org/officeDocument/2006/relationships/notesMaster" Target="/ppt/notesMasters/notesMaster1.xml" Id="R0e705898328241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9d5a6c77af4cea" /><Relationship Type="http://schemas.openxmlformats.org/officeDocument/2006/relationships/notesMaster" Target="/ppt/notesMasters/notesMaster1.xml" Id="R556054b752de42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e599e493364476" /><Relationship Type="http://schemas.openxmlformats.org/officeDocument/2006/relationships/notesMaster" Target="/ppt/notesMasters/notesMaster1.xml" Id="R4b0eabcd76f54f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b7cdb5d64b4972" /><Relationship Type="http://schemas.openxmlformats.org/officeDocument/2006/relationships/notesMaster" Target="/ppt/notesMasters/notesMaster1.xml" Id="R7d4106225b0b4c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e0e8f201734a9a" /><Relationship Type="http://schemas.openxmlformats.org/officeDocument/2006/relationships/notesMaster" Target="/ppt/notesMasters/notesMaster1.xml" Id="R4e60e6d292f040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88e1eb0fd44aa6" /><Relationship Type="http://schemas.openxmlformats.org/officeDocument/2006/relationships/notesMaster" Target="/ppt/notesMasters/notesMaster1.xml" Id="R9888e51f5b334f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743ca0cab04293" /><Relationship Type="http://schemas.openxmlformats.org/officeDocument/2006/relationships/notesMaster" Target="/ppt/notesMasters/notesMaster1.xml" Id="Rdb374df31aa14f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b4af4a909343ec" /><Relationship Type="http://schemas.openxmlformats.org/officeDocument/2006/relationships/notesMaster" Target="/ppt/notesMasters/notesMaster1.xml" Id="R16ef75c7a7324d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e3f4d3b971443e" /><Relationship Type="http://schemas.openxmlformats.org/officeDocument/2006/relationships/notesMaster" Target="/ppt/notesMasters/notesMaster1.xml" Id="Rbfb5e187d73c46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5b3e7285a94111" /><Relationship Type="http://schemas.openxmlformats.org/officeDocument/2006/relationships/notesMaster" Target="/ppt/notesMasters/notesMaster1.xml" Id="Rd490b6d38fab44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a782e064e244a4" /><Relationship Type="http://schemas.openxmlformats.org/officeDocument/2006/relationships/notesMaster" Target="/ppt/notesMasters/notesMaster1.xml" Id="R9598c92685df44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f6a814c90d4a22" /><Relationship Type="http://schemas.openxmlformats.org/officeDocument/2006/relationships/notesMaster" Target="/ppt/notesMasters/notesMaster1.xml" Id="R944531b31f3b43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0b424fec8f46a3" /><Relationship Type="http://schemas.openxmlformats.org/officeDocument/2006/relationships/notesMaster" Target="/ppt/notesMasters/notesMaster1.xml" Id="Rb79bc1fc30de4f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56bccc05624ae7" /><Relationship Type="http://schemas.openxmlformats.org/officeDocument/2006/relationships/notesMaster" Target="/ppt/notesMasters/notesMaster1.xml" Id="R2430ccef443040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50faecff464ecc" /><Relationship Type="http://schemas.openxmlformats.org/officeDocument/2006/relationships/notesMaster" Target="/ppt/notesMasters/notesMaster1.xml" Id="R5225683933124ad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4374ca293146bb" /><Relationship Type="http://schemas.openxmlformats.org/officeDocument/2006/relationships/notesMaster" Target="/ppt/notesMasters/notesMaster1.xml" Id="Rfadf397e3dfc48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d264e391a24022" /><Relationship Type="http://schemas.openxmlformats.org/officeDocument/2006/relationships/notesMaster" Target="/ppt/notesMasters/notesMaster1.xml" Id="R707c0f100c4d403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7db8b746e444b82" /><Relationship Type="http://schemas.openxmlformats.org/officeDocument/2006/relationships/notesMaster" Target="/ppt/notesMasters/notesMaster1.xml" Id="Rb2fa736225cc4c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13daf384bb14187" /><Relationship Type="http://schemas.openxmlformats.org/officeDocument/2006/relationships/notesMaster" Target="/ppt/notesMasters/notesMaster1.xml" Id="Rcfa6f1830ff2414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fd75f2271048bb" /><Relationship Type="http://schemas.openxmlformats.org/officeDocument/2006/relationships/notesMaster" Target="/ppt/notesMasters/notesMaster1.xml" Id="Ra0909d7fe38b4be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9e4f8702ba3404f" /><Relationship Type="http://schemas.openxmlformats.org/officeDocument/2006/relationships/notesMaster" Target="/ppt/notesMasters/notesMaster1.xml" Id="Rb98ac2678ee14b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90483be1fd0412a" /><Relationship Type="http://schemas.openxmlformats.org/officeDocument/2006/relationships/notesMaster" Target="/ppt/notesMasters/notesMaster1.xml" Id="R3cb52994e41649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356660936634c98" /><Relationship Type="http://schemas.openxmlformats.org/officeDocument/2006/relationships/notesMaster" Target="/ppt/notesMasters/notesMaster1.xml" Id="R4131617469a246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b2a3bb392cb4fe3" /><Relationship Type="http://schemas.openxmlformats.org/officeDocument/2006/relationships/notesMaster" Target="/ppt/notesMasters/notesMaster1.xml" Id="R6ec6fef60c6d4e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40cfee608374450" /><Relationship Type="http://schemas.openxmlformats.org/officeDocument/2006/relationships/notesMaster" Target="/ppt/notesMasters/notesMaster1.xml" Id="R5e6b302113674af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d44ee380ffc486f" /><Relationship Type="http://schemas.openxmlformats.org/officeDocument/2006/relationships/notesMaster" Target="/ppt/notesMasters/notesMaster1.xml" Id="R95cc46c4599a42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Comité de Logística Nodo Sur, semana 24–30/09. Datos: planilla de movimientos por contrato y lecturas de cámaras de Ricardone y del puerto.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R7, promedio semanal por tramo en minutos: ingreso 5, Playa 1 74, salida 12, interplanta 11, Playa OSL 113, descarga 55, egreso 20. Suman 290; el puerta a puerta medido de punta a punta (ingreso → salida de la planilla) da 265. Semana anterior (comité 25/09):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Líneas: evolución semanal por fecha de comité (cada punto informa la semana previa), del 17/06 al 02/10. Promedios de la serie: total 344 min, Playa 1 120 min, San Lorenzo 176 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día operativo (planilla) y tiempo puerta a puerta medio del día. PV2 el 28/09: 0 descargas contra una mediana de 22; PV4: 29 contra 4.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Minutos promedio por planta y por día. Ricardone = ingreso + Playa 1 + egreso. San Lorenzo = Playa OSL + descarga + salida.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cuarto del día operativo y por día. Suma = 770. Franjas: 22–04 / 04–10 / 10–16 / 16–22.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puerta a puerta R7 por comité (rótulo = fecha del comité, que informa la semana previa). 265 min queda por debajo del mínimo previo (276, punto 11/9).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Viajes por camión y por día según la planilla (fecha del movimiento). Máximo = el camión con más viajes ese día.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Ciclo, Ricardone y San Lorenzo por día, medidos con cámaras. Cuartos = viajes por cuarto del día según la hora de pre-ingreso (Q1 22–04, Q2 04–10, Q3 10–16, Q4 16–22). Viajes =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Líquidos según excel_operations_with_truckflow: 383 movimientos, 150 ingresos y 233 egresos. Tiempo puerta a puerta: media 328 min, mediana 249 min. Semana anterior con el mismo criterio: 282.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Movimientos de líquidos por día operativo: 71, 52, 17, 9, 79, 81 y 74; total 383. Fuente: excel_operations_with_truckflow.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Recorridos de cámara clasificados como ACEITE: R8 34, SL1 156, SL2 42; total 232. No usar este total como conteo de movimientos: los 383 corresponden a excel_operations_with_truckflow. Fuente de circuitos: final_circuits / paquete ejecutivo.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discutir en comité; no son conclusiones cerradas. Ricardone (ingreso + Playa 1 + egreso): 104→91. San Lorenzo (Playa OSL + descarga + salida): 184→188.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ec159c35f749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71efe4985e4ec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0635A6B-F499-400D-84E0-E5EE804493FF}"/>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BD3063D5-97DF-4AE3-BC2E-0CF611867240}"/>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9085b30d4a4062" /><Relationship Type="http://schemas.openxmlformats.org/officeDocument/2006/relationships/slideLayout" Target="/ppt/slideLayouts/slideLayout1.xml" Id="Rabec569c145748f0" /><Relationship Type="http://schemas.openxmlformats.org/officeDocument/2006/relationships/slideLayout" Target="/ppt/slideLayouts/slideLayout2.xml" Id="Rc5a3c077e34a4a4e" /></Relationships>
</file>

<file path=ppt/slideMasters/slideMaster1.xml><?xml version="1.0" encoding="utf-8"?>
<p:sldMaster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9BC709F-B6EC-4EC7-AB37-62ECC8E362A0}"/>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5EC21CFB-886A-489B-9D18-B3C5F86288FC}"/>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ec569c145748f0"/>
    <p:sldLayoutId xmlns:r="http://schemas.openxmlformats.org/officeDocument/2006/relationships" id="2147483650" r:id="Rc5a3c077e34a4a4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c936faff97740c6" /><Relationship Type="http://schemas.openxmlformats.org/officeDocument/2006/relationships/image" Target="/ppt/media/image.jpeg" Id="R53f518a93acb413f" /><Relationship Type="http://schemas.openxmlformats.org/officeDocument/2006/relationships/image" Target="/ppt/media/image2.jpeg" Id="R3df5fab557ed4676" /><Relationship Type="http://schemas.openxmlformats.org/officeDocument/2006/relationships/image" Target="/ppt/media/image.png" Id="R2a4675a7d82c4df9" /><Relationship Type="http://schemas.openxmlformats.org/officeDocument/2006/relationships/image" Target="/ppt/media/image2.png" Id="R9378fddbf8f2476a" /><Relationship Type="http://schemas.openxmlformats.org/officeDocument/2006/relationships/notesSlide" Target="/ppt/notesSlides/notesSlide1.xml" Id="R7120ae85ed1d4c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ffb3dc010cb4d07" /><Relationship Type="http://schemas.openxmlformats.org/officeDocument/2006/relationships/image" Target="/ppt/media/image3.png" Id="Rf5b51127f31748ad" /><Relationship Type="http://schemas.openxmlformats.org/officeDocument/2006/relationships/image" Target="/ppt/media/image4.png" Id="Rb0e6b4d8b1ae4c18" /><Relationship Type="http://schemas.openxmlformats.org/officeDocument/2006/relationships/image" Target="/ppt/media/image5.png" Id="R7dae4b5694b5423e" /><Relationship Type="http://schemas.openxmlformats.org/officeDocument/2006/relationships/image" Target="/ppt/media/image6.png" Id="Rac2db29e0cd44a9e" /><Relationship Type="http://schemas.openxmlformats.org/officeDocument/2006/relationships/image" Target="/ppt/media/image7.png" Id="Rd2902eb969834892" /><Relationship Type="http://schemas.openxmlformats.org/officeDocument/2006/relationships/image" Target="/ppt/media/image8.png" Id="R6cfb3758c6fc40f0" /><Relationship Type="http://schemas.openxmlformats.org/officeDocument/2006/relationships/notesSlide" Target="/ppt/notesSlides/notesSlide2.xml" Id="R2bbb573177124c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933415a64d14213" /><Relationship Type="http://schemas.openxmlformats.org/officeDocument/2006/relationships/image" Target="/ppt/media/image9.png" Id="R798699ba0dcf439f" /><Relationship Type="http://schemas.openxmlformats.org/officeDocument/2006/relationships/image" Target="/ppt/media/image10.png" Id="R36c9c51fc8ac41fb" /><Relationship Type="http://schemas.openxmlformats.org/officeDocument/2006/relationships/notesSlide" Target="/ppt/notesSlides/notesSlide3.xml" Id="R4b40082794bc49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42becd77dcd4dd0" /><Relationship Type="http://schemas.openxmlformats.org/officeDocument/2006/relationships/image" Target="/ppt/media/image11.png" Id="Rf39157d57ee44cfc" /><Relationship Type="http://schemas.openxmlformats.org/officeDocument/2006/relationships/image" Target="/ppt/media/image12.png" Id="R916edd9f87054b4d" /><Relationship Type="http://schemas.openxmlformats.org/officeDocument/2006/relationships/notesSlide" Target="/ppt/notesSlides/notesSlide4.xml" Id="R090afbc3deb34f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e844e5d62ff4397" /><Relationship Type="http://schemas.openxmlformats.org/officeDocument/2006/relationships/image" Target="/ppt/media/image13.png" Id="R6fa3db273a79447a" /><Relationship Type="http://schemas.openxmlformats.org/officeDocument/2006/relationships/image" Target="/ppt/media/image14.png" Id="R7ce35570e95543f8" /><Relationship Type="http://schemas.openxmlformats.org/officeDocument/2006/relationships/notesSlide" Target="/ppt/notesSlides/notesSlide5.xml" Id="R93e09b8c0eb44d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68e87e6e4c243c0" /><Relationship Type="http://schemas.openxmlformats.org/officeDocument/2006/relationships/image" Target="/ppt/media/image15.png" Id="Ra765060df58245ad" /><Relationship Type="http://schemas.openxmlformats.org/officeDocument/2006/relationships/image" Target="/ppt/media/image16.png" Id="R6c3dac078de9477e" /><Relationship Type="http://schemas.openxmlformats.org/officeDocument/2006/relationships/notesSlide" Target="/ppt/notesSlides/notesSlide6.xml" Id="R9208e0542f4b4e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384262effd34fce" /><Relationship Type="http://schemas.openxmlformats.org/officeDocument/2006/relationships/image" Target="/ppt/media/image17.png" Id="Re019989fe41446da" /><Relationship Type="http://schemas.openxmlformats.org/officeDocument/2006/relationships/image" Target="/ppt/media/image18.png" Id="R24d10729add84242" /><Relationship Type="http://schemas.openxmlformats.org/officeDocument/2006/relationships/image" Target="/ppt/media/image19.png" Id="R4b35587f80f74b01" /><Relationship Type="http://schemas.openxmlformats.org/officeDocument/2006/relationships/image" Target="/ppt/media/image20.png" Id="R2125a82cdfe04911" /><Relationship Type="http://schemas.openxmlformats.org/officeDocument/2006/relationships/image" Target="/ppt/media/image21.png" Id="R8b394388bb784e9e" /><Relationship Type="http://schemas.openxmlformats.org/officeDocument/2006/relationships/notesSlide" Target="/ppt/notesSlides/notesSlide7.xml" Id="R540683ae70da4a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ffa422dd11c4eb0" /><Relationship Type="http://schemas.openxmlformats.org/officeDocument/2006/relationships/image" Target="/ppt/media/image22.png" Id="Rfa7936a458364aa6" /><Relationship Type="http://schemas.openxmlformats.org/officeDocument/2006/relationships/image" Target="/ppt/media/image23.png" Id="Reee2872530504bb0" /><Relationship Type="http://schemas.openxmlformats.org/officeDocument/2006/relationships/notesSlide" Target="/ppt/notesSlides/notesSlide8.xml" Id="Rc7eb0d881e5849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329a13b43bd411d" /><Relationship Type="http://schemas.openxmlformats.org/officeDocument/2006/relationships/image" Target="/ppt/media/image24.png" Id="R3b540c85142e42c1" /><Relationship Type="http://schemas.openxmlformats.org/officeDocument/2006/relationships/image" Target="/ppt/media/image25.png" Id="R23e8027e5347407e" /><Relationship Type="http://schemas.openxmlformats.org/officeDocument/2006/relationships/notesSlide" Target="/ppt/notesSlides/notesSlide9.xml" Id="Refe138e1a7bf48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681bcca546d4ebb" /><Relationship Type="http://schemas.openxmlformats.org/officeDocument/2006/relationships/image" Target="/ppt/media/image26.png" Id="R958da2a0a0b44f95" /><Relationship Type="http://schemas.openxmlformats.org/officeDocument/2006/relationships/image" Target="/ppt/media/image27.png" Id="R53619b5a952e456a" /><Relationship Type="http://schemas.openxmlformats.org/officeDocument/2006/relationships/notesSlide" Target="/ppt/notesSlides/notesSlide10.xml" Id="R5c9954afcdde43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b93f028f4614a4b" /><Relationship Type="http://schemas.openxmlformats.org/officeDocument/2006/relationships/image" Target="/ppt/media/image28.png" Id="R41fd5cc983ae48cb" /><Relationship Type="http://schemas.openxmlformats.org/officeDocument/2006/relationships/image" Target="/ppt/media/image29.png" Id="R8f47b09b68bb4d7d" /><Relationship Type="http://schemas.openxmlformats.org/officeDocument/2006/relationships/image" Target="/ppt/media/image30.png" Id="R15e24802955a447f" /><Relationship Type="http://schemas.openxmlformats.org/officeDocument/2006/relationships/image" Target="/ppt/media/image31.png" Id="Rcd85f12451c64074" /><Relationship Type="http://schemas.openxmlformats.org/officeDocument/2006/relationships/image" Target="/ppt/media/image32.png" Id="Ra69be35175ee47c5" /><Relationship Type="http://schemas.openxmlformats.org/officeDocument/2006/relationships/notesSlide" Target="/ppt/notesSlides/notesSlide11.xml" Id="R505dd6e4764444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a427834429b4c86" /><Relationship Type="http://schemas.openxmlformats.org/officeDocument/2006/relationships/image" Target="/ppt/media/image33.png" Id="R41b4fb4b71d54900" /><Relationship Type="http://schemas.openxmlformats.org/officeDocument/2006/relationships/image" Target="/ppt/media/image34.png" Id="Rcf8fd94929ac4bc2" /><Relationship Type="http://schemas.openxmlformats.org/officeDocument/2006/relationships/notesSlide" Target="/ppt/notesSlides/notesSlide12.xml" Id="R76b84e32b53340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31303ef8a2e4268" /><Relationship Type="http://schemas.openxmlformats.org/officeDocument/2006/relationships/image" Target="/ppt/media/image35.png" Id="R5e799164f1114795" /><Relationship Type="http://schemas.openxmlformats.org/officeDocument/2006/relationships/image" Target="/ppt/media/image36.png" Id="R2f34c7f6f8514f46" /><Relationship Type="http://schemas.openxmlformats.org/officeDocument/2006/relationships/notesSlide" Target="/ppt/notesSlides/notesSlide13.xml" Id="R7a4df14b813c4a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584ecb9e6d34122" /><Relationship Type="http://schemas.openxmlformats.org/officeDocument/2006/relationships/image" Target="/ppt/media/image37.png" Id="R55754f89716a456f" /><Relationship Type="http://schemas.openxmlformats.org/officeDocument/2006/relationships/image" Target="/ppt/media/image38.png" Id="Rdbce29faab7a4f03" /><Relationship Type="http://schemas.openxmlformats.org/officeDocument/2006/relationships/notesSlide" Target="/ppt/notesSlides/notesSlide14.xml" Id="R1db74ebafcbf4c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b815549a6664cac" /><Relationship Type="http://schemas.openxmlformats.org/officeDocument/2006/relationships/image" Target="/ppt/media/image39.png" Id="Ra57f800de0884a21" /><Relationship Type="http://schemas.openxmlformats.org/officeDocument/2006/relationships/image" Target="/ppt/media/image40.png" Id="Re166f65290e94375" /><Relationship Type="http://schemas.openxmlformats.org/officeDocument/2006/relationships/notesSlide" Target="/ppt/notesSlides/notesSlide15.xml" Id="Rf386c6ca1ae44c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e899ad3b00b4d22" /><Relationship Type="http://schemas.openxmlformats.org/officeDocument/2006/relationships/image" Target="/ppt/media/image41.png" Id="R070aa6ecb4524e6d" /><Relationship Type="http://schemas.openxmlformats.org/officeDocument/2006/relationships/image" Target="/ppt/media/image42.png" Id="R98c19087c9064e97" /><Relationship Type="http://schemas.openxmlformats.org/officeDocument/2006/relationships/notesSlide" Target="/ppt/notesSlides/notesSlide16.xml" Id="R4b2408dc49fc42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de9b0b947d74662" /><Relationship Type="http://schemas.openxmlformats.org/officeDocument/2006/relationships/image" Target="/ppt/media/image43.png" Id="Rf0a1136a0de042be" /><Relationship Type="http://schemas.openxmlformats.org/officeDocument/2006/relationships/image" Target="/ppt/media/image44.png" Id="R62092bf8595448fe" /><Relationship Type="http://schemas.openxmlformats.org/officeDocument/2006/relationships/notesSlide" Target="/ppt/notesSlides/notesSlide17.xml" Id="R4ab552e01f584e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b2fc122b05a4033" /><Relationship Type="http://schemas.openxmlformats.org/officeDocument/2006/relationships/image" Target="/ppt/media/image45.png" Id="R8fcd58502ce84a98" /><Relationship Type="http://schemas.openxmlformats.org/officeDocument/2006/relationships/image" Target="/ppt/media/image46.png" Id="Rbb66170dd0594103" /><Relationship Type="http://schemas.openxmlformats.org/officeDocument/2006/relationships/notesSlide" Target="/ppt/notesSlides/notesSlide18.xml" Id="Rb2e0814dfe7c48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3bf346c0a7e4ad6" /><Relationship Type="http://schemas.openxmlformats.org/officeDocument/2006/relationships/image" Target="/ppt/media/image47.png" Id="R43e2c0b07d464414" /><Relationship Type="http://schemas.openxmlformats.org/officeDocument/2006/relationships/image" Target="/ppt/media/image48.png" Id="R80259300ad704ca0" /><Relationship Type="http://schemas.openxmlformats.org/officeDocument/2006/relationships/notesSlide" Target="/ppt/notesSlides/notesSlide19.xml" Id="Rfe646233071d48c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002b80093c4a4315" /><Relationship Type="http://schemas.openxmlformats.org/officeDocument/2006/relationships/image" Target="/ppt/media/image49.png" Id="R52a7fbe9bb4540e0" /><Relationship Type="http://schemas.openxmlformats.org/officeDocument/2006/relationships/image" Target="/ppt/media/image50.png" Id="R8772ae9e938f49a0" /><Relationship Type="http://schemas.openxmlformats.org/officeDocument/2006/relationships/notesSlide" Target="/ppt/notesSlides/notesSlide20.xml" Id="R943d6ef53de64e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ea9650b15dde4574" /><Relationship Type="http://schemas.openxmlformats.org/officeDocument/2006/relationships/image" Target="/ppt/media/image51.png" Id="R59d8b03b110f4d55" /><Relationship Type="http://schemas.openxmlformats.org/officeDocument/2006/relationships/image" Target="/ppt/media/image52.png" Id="R9d886285ce654a5c" /><Relationship Type="http://schemas.openxmlformats.org/officeDocument/2006/relationships/notesSlide" Target="/ppt/notesSlides/notesSlide21.xml" Id="R7d43aee850f34f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f81b2f2430f4029" /><Relationship Type="http://schemas.openxmlformats.org/officeDocument/2006/relationships/image" Target="/ppt/media/image53.png" Id="Rac031742a34f4b7c" /><Relationship Type="http://schemas.openxmlformats.org/officeDocument/2006/relationships/image" Target="/ppt/media/image54.png" Id="R7f9866de50d64b57" /><Relationship Type="http://schemas.openxmlformats.org/officeDocument/2006/relationships/image" Target="/ppt/media/image55.png" Id="Rc9519c0b06bf485d" /><Relationship Type="http://schemas.openxmlformats.org/officeDocument/2006/relationships/image" Target="/ppt/media/image56.png" Id="R59d7e385efa546ba" /><Relationship Type="http://schemas.openxmlformats.org/officeDocument/2006/relationships/image" Target="/ppt/media/image57.png" Id="R8c43dc0e8b684856" /><Relationship Type="http://schemas.openxmlformats.org/officeDocument/2006/relationships/notesSlide" Target="/ppt/notesSlides/notesSlide22.xml" Id="R2c93bd5f9c53402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09afaacf5fab401a" /><Relationship Type="http://schemas.openxmlformats.org/officeDocument/2006/relationships/image" Target="/ppt/media/image11.png" Id="R17674445bcca4eac" /><Relationship Type="http://schemas.openxmlformats.org/officeDocument/2006/relationships/image" Target="/ppt/media/image12.png" Id="R229c4341483c4f31" /><Relationship Type="http://schemas.openxmlformats.org/officeDocument/2006/relationships/notesSlide" Target="/ppt/notesSlides/notesSlide23.xml" Id="R9ae3767856e84f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f22735b31744a41" /><Relationship Type="http://schemas.openxmlformats.org/officeDocument/2006/relationships/image" Target="/ppt/media/image17.png" Id="R9d2e4c45f3f34581" /><Relationship Type="http://schemas.openxmlformats.org/officeDocument/2006/relationships/image" Target="/ppt/media/image18.png" Id="R0c12ad842deb4c37" /><Relationship Type="http://schemas.openxmlformats.org/officeDocument/2006/relationships/image" Target="/ppt/media/image19.png" Id="R6519c44ccd8f432a" /><Relationship Type="http://schemas.openxmlformats.org/officeDocument/2006/relationships/image" Target="/ppt/media/image20.png" Id="Rb985904728fa428a" /><Relationship Type="http://schemas.openxmlformats.org/officeDocument/2006/relationships/image" Target="/ppt/media/image21.png" Id="Re195437f0eb14045" /><Relationship Type="http://schemas.openxmlformats.org/officeDocument/2006/relationships/notesSlide" Target="/ppt/notesSlides/notesSlide24.xml" Id="R48d30eaca02049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7d81874d0874689" /><Relationship Type="http://schemas.openxmlformats.org/officeDocument/2006/relationships/image" Target="/ppt/media/image22.png" Id="Ra87fd08d57ab4603" /><Relationship Type="http://schemas.openxmlformats.org/officeDocument/2006/relationships/image" Target="/ppt/media/image23.png" Id="Rcede488649294acd" /><Relationship Type="http://schemas.openxmlformats.org/officeDocument/2006/relationships/chart" Target="/ppt/slides/charts/chart1.xml" Id="R15b93c8be2014ab8" /><Relationship Type="http://schemas.openxmlformats.org/officeDocument/2006/relationships/notesSlide" Target="/ppt/notesSlides/notesSlide25.xml" Id="R1d6990c028c649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8457795b5e44588" /><Relationship Type="http://schemas.openxmlformats.org/officeDocument/2006/relationships/image" Target="/ppt/media/image24.png" Id="Rc4329b9f4dcb41e0" /><Relationship Type="http://schemas.openxmlformats.org/officeDocument/2006/relationships/image" Target="/ppt/media/image25.png" Id="R7b62c52d88fa4c1c" /><Relationship Type="http://schemas.openxmlformats.org/officeDocument/2006/relationships/chart" Target="/ppt/slides/charts/chart2.xml" Id="Ra569bf7ee7c54dad" /><Relationship Type="http://schemas.openxmlformats.org/officeDocument/2006/relationships/notesSlide" Target="/ppt/notesSlides/notesSlide26.xml" Id="Rfef07ee2e44c44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637d81f781f49e2" /><Relationship Type="http://schemas.openxmlformats.org/officeDocument/2006/relationships/image" Target="/ppt/media/image58.png" Id="Ree67503f504a4211" /><Relationship Type="http://schemas.openxmlformats.org/officeDocument/2006/relationships/image" Target="/ppt/media/image59.png" Id="Re5bfb68a317f4fb9" /><Relationship Type="http://schemas.openxmlformats.org/officeDocument/2006/relationships/notesSlide" Target="/ppt/notesSlides/notesSlide27.xml" Id="Rbd4d76e8acaa40d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703f37e0ccf4b74" /><Relationship Type="http://schemas.openxmlformats.org/officeDocument/2006/relationships/image" Target="/ppt/media/image60.png" Id="R9c462d39833b4d50" /><Relationship Type="http://schemas.openxmlformats.org/officeDocument/2006/relationships/image" Target="/ppt/media/image61.png" Id="Rcb9cf62f86a0450f" /><Relationship Type="http://schemas.openxmlformats.org/officeDocument/2006/relationships/notesSlide" Target="/ppt/notesSlides/notesSlide28.xml" Id="Rbae7db674956443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392ebe1388304a4d" /><Relationship Type="http://schemas.openxmlformats.org/officeDocument/2006/relationships/image" Target="/ppt/media/image62.png" Id="R34de6f89b8e24153" /><Relationship Type="http://schemas.openxmlformats.org/officeDocument/2006/relationships/image" Target="/ppt/media/image63.png" Id="R29ab59dda9bd4696" /><Relationship Type="http://schemas.openxmlformats.org/officeDocument/2006/relationships/notesSlide" Target="/ppt/notesSlides/notesSlide29.xml" Id="Rcb28dcac426846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79961506226420f" /><Relationship Type="http://schemas.openxmlformats.org/officeDocument/2006/relationships/image" Target="/ppt/media/image64.png" Id="R0f847fc200484f12" /><Relationship Type="http://schemas.openxmlformats.org/officeDocument/2006/relationships/image" Target="/ppt/media/image65.png" Id="Re82c575ec376430b" /><Relationship Type="http://schemas.openxmlformats.org/officeDocument/2006/relationships/notesSlide" Target="/ppt/notesSlides/notesSlide30.xml" Id="Ra829e59656a440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2e627f6faee24e1c" /><Relationship Type="http://schemas.openxmlformats.org/officeDocument/2006/relationships/image" Target="/ppt/media/image66.png" Id="Reb772e6d30644d96" /><Relationship Type="http://schemas.openxmlformats.org/officeDocument/2006/relationships/image" Target="/ppt/media/image67.png" Id="Rd654a060b28646b3" /><Relationship Type="http://schemas.openxmlformats.org/officeDocument/2006/relationships/notesSlide" Target="/ppt/notesSlides/notesSlide31.xml" Id="R40d84b7cbaa3415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style val="10"/>
  <c:chart>
    <c:plotArea>
      <c:barChart>
        <c:barDir val="col"/>
        <c:grouping val="clustered"/>
        <c:varyColors val="0"/>
        <c:ser>
          <c:idx val="0"/>
          <c:order val="0"/>
          <c:tx>
            <c:v>Movimientos</c:v>
          </c:tx>
          <c:spPr>
            <a:solidFill xmlns:a="http://schemas.openxmlformats.org/drawingml/2006/main">
              <a:srgbClr val="3F7FB5"/>
            </a:solidFill>
          </c:spPr>
          <c:cat>
            <c:strRef>
              <c:f>'Chart Data'!$A$2:$A$8</c:f>
              <c:strCache>
                <c:ptCount val="7"/>
                <c:pt idx="0">
                  <c:v>Jue 24</c:v>
                </c:pt>
                <c:pt idx="1">
                  <c:v>Vie 25</c:v>
                </c:pt>
                <c:pt idx="2">
                  <c:v>Sáb 26</c:v>
                </c:pt>
                <c:pt idx="3">
                  <c:v>Dom 27</c:v>
                </c:pt>
                <c:pt idx="4">
                  <c:v>Lun 28</c:v>
                </c:pt>
                <c:pt idx="5">
                  <c:v>Mar 29</c:v>
                </c:pt>
                <c:pt idx="6">
                  <c:v>Mié 30</c:v>
                </c:pt>
              </c:strCache>
            </c:strRef>
          </c:cat>
          <c:val>
            <c:numRef>
              <c:f>'Chart Data'!$B$2:$B$8</c:f>
              <c:numCache>
                <c:formatCode>General</c:formatCode>
                <c:ptCount val="7"/>
                <c:pt idx="0">
                  <c:v>71</c:v>
                </c:pt>
                <c:pt idx="1">
                  <c:v>52</c:v>
                </c:pt>
                <c:pt idx="2">
                  <c:v>17</c:v>
                </c:pt>
                <c:pt idx="3">
                  <c:v>9</c:v>
                </c:pt>
                <c:pt idx="4">
                  <c:v>79</c:v>
                </c:pt>
                <c:pt idx="5">
                  <c:v>81</c:v>
                </c:pt>
                <c:pt idx="6">
                  <c:v>74</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4281E"/>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E2D7"/>
            </a:solidFill>
          </a:ln>
        </c:spPr>
        <c:txPr>
          <a:bodyPr xmlns:a="http://schemas.openxmlformats.org/drawingml/2006/main" anchorCtr="1"/>
          <a:lstStyle xmlns:a="http://schemas.openxmlformats.org/drawingml/2006/main"/>
          <a:p xmlns:a="http://schemas.openxmlformats.org/drawingml/2006/main">
            <a:pPr>
              <a:defRPr sz="975">
                <a:solidFill>
                  <a:srgbClr val="4A5D52"/>
                </a:solidFill>
                <a:latin typeface="IBM Plex Sans"/>
                <a:ea typeface="IBM Plex Sans"/>
                <a:cs typeface="IBM Plex Sans"/>
              </a:defRPr>
            </a:pPr>
          </a:p>
        </c:txPr>
        <c:crossAx val="48672768"/>
      </c:catAx>
      <c:valAx>
        <c:axId val="48672768"/>
        <c:scaling>
          <c:orientation val="minMax"/>
          <c:max val="9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Recorridos</c:v>
          </c:tx>
          <c:spPr>
            <a:solidFill xmlns:a="http://schemas.openxmlformats.org/drawingml/2006/main">
              <a:srgbClr val="3F7FB5"/>
            </a:solidFill>
          </c:spPr>
          <c:cat>
            <c:strRef>
              <c:f>'Chart Data'!$A$2:$A$4</c:f>
              <c:strCache>
                <c:ptCount val="3"/>
                <c:pt idx="0">
                  <c:v>R8 · Recepción líquida</c:v>
                </c:pt>
                <c:pt idx="1">
                  <c:v>SL1 · Recepción OSL</c:v>
                </c:pt>
                <c:pt idx="2">
                  <c:v>SL2 · Aceite PTO</c:v>
                </c:pt>
              </c:strCache>
            </c:strRef>
          </c:cat>
          <c:val>
            <c:numRef>
              <c:f>'Chart Data'!$B$2:$B$4</c:f>
              <c:numCache>
                <c:formatCode>General</c:formatCode>
                <c:ptCount val="3"/>
                <c:pt idx="0">
                  <c:v>34</c:v>
                </c:pt>
                <c:pt idx="1">
                  <c:v>156</c:v>
                </c:pt>
                <c:pt idx="2">
                  <c:v>42</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4281E"/>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4A5D52"/>
                </a:solidFill>
                <a:latin typeface="IBM Plex Sans"/>
                <a:ea typeface="IBM Plex Sans"/>
                <a:cs typeface="IBM Plex Sans"/>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BC97C80-F0F2-463B-ACDB-BC4C7D2D2A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0B5638"/>
              </a:gs>
              <a:gs pos="60000">
                <a:srgbClr val="0E4A33"/>
              </a:gs>
              <a:gs pos="100000">
                <a:srgbClr val="2E1B4E"/>
              </a:gs>
            </a:gsLst>
            <a:lin ang="4200000" scaled="0"/>
          </a:gradFill>
        </p:spPr>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53f518a93acb413f"/>
          <a:srcRect xmlns:a="http://schemas.openxmlformats.org/drawingml/2006/main" l="1921" t="0" r="1921" b="0"/>
          <a:stretch xmlns:a="http://schemas.openxmlformats.org/drawingml/2006/main"/>
        </p:blipFill>
        <p:spPr>
          <a:xfrm xmlns:a="http://schemas.openxmlformats.org/drawingml/2006/main">
            <a:off x="5715000" y="0"/>
            <a:ext cx="6477000" cy="3403600"/>
          </a:xfrm>
          <a:prstGeom xmlns:a="http://schemas.openxmlformats.org/drawingml/2006/main" prst="rect">
            <a:avLst/>
          </a:prstGeom>
        </p:spPr>
      </p:pic>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3df5fab557ed4676"/>
          <a:srcRect xmlns:a="http://schemas.openxmlformats.org/drawingml/2006/main" l="1921" t="0" r="1921" b="0"/>
          <a:stretch xmlns:a="http://schemas.openxmlformats.org/drawingml/2006/main"/>
        </p:blipFill>
        <p:spPr>
          <a:xfrm xmlns:a="http://schemas.openxmlformats.org/drawingml/2006/main">
            <a:off x="5715000" y="3454400"/>
            <a:ext cx="6477000" cy="34036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02944720-F757-4048-94DA-A221E15D3820}"/>
              </a:ext>
            </a:extLst>
          </p:cNvPr>
          <p:cNvSpPr>
            <a:spLocks xmlns:a="http://schemas.openxmlformats.org/drawingml/2006/main" noGrp="1"/>
          </p:cNvSpPr>
          <p:nvPr/>
        </p:nvSpPr>
        <p:spPr>
          <a:xfrm xmlns:a="http://schemas.openxmlformats.org/drawingml/2006/main">
            <a:off x="5715000" y="0"/>
            <a:ext cx="2921000" cy="6858000"/>
          </a:xfrm>
          <a:prstGeom xmlns:a="http://schemas.openxmlformats.org/drawingml/2006/main" prst="rect">
            <a:avLst/>
          </a:prstGeom>
          <a:gradFill xmlns:a="http://schemas.openxmlformats.org/drawingml/2006/main" rotWithShape="1">
            <a:gsLst>
              <a:gs pos="0">
                <a:srgbClr val="0B5638"/>
              </a:gs>
              <a:gs pos="45000">
                <a:srgbClr val="0B5638">
                  <a:alpha val="55000"/>
                </a:srgbClr>
              </a:gs>
              <a:gs pos="100000">
                <a:srgbClr val="0B5638">
                  <a:alpha val="0"/>
                </a:srgbClr>
              </a:gs>
            </a:gsLst>
            <a:lin ang="0" scaled="0"/>
          </a:gradFill>
        </p:spPr>
      </p:sp>
      <p:sp>
        <p:nvSpPr>
          <p:cNvPr id="6" name="Shape 2">
            <a:extLst xmlns:a="http://schemas.openxmlformats.org/drawingml/2006/main">
              <a:ext uri="{FF2B5EF4-FFF2-40B4-BE49-F238E27FC236}">
                <a16:creationId xmlns:a16="http://schemas.microsoft.com/office/drawing/2014/main" id="{5F39019E-9628-4994-B9F2-F885DF92D9BA}"/>
              </a:ext>
            </a:extLst>
          </p:cNvPr>
          <p:cNvSpPr>
            <a:spLocks xmlns:a="http://schemas.openxmlformats.org/drawingml/2006/main" noGrp="1"/>
          </p:cNvSpPr>
          <p:nvPr/>
        </p:nvSpPr>
        <p:spPr>
          <a:xfrm xmlns:a="http://schemas.openxmlformats.org/drawingml/2006/main">
            <a:off x="5715000" y="3403600"/>
            <a:ext cx="6477000" cy="50800"/>
          </a:xfrm>
          <a:prstGeom xmlns:a="http://schemas.openxmlformats.org/drawingml/2006/main" prst="rect">
            <a:avLst/>
          </a:prstGeom>
          <a:solidFill xmlns:a="http://schemas.openxmlformats.org/drawingml/2006/main">
            <a:srgbClr val="9CCBAE"/>
          </a:solidFill>
        </p:spPr>
      </p:sp>
      <p:sp>
        <p:nvSpPr>
          <p:cNvPr id="7" name="Text 3">
            <a:extLst xmlns:a="http://schemas.openxmlformats.org/drawingml/2006/main">
              <a:ext uri="{FF2B5EF4-FFF2-40B4-BE49-F238E27FC236}">
                <a16:creationId xmlns:a16="http://schemas.microsoft.com/office/drawing/2014/main" id="{B88C82C9-1DAF-40D1-BC45-9AD68FC59D02}"/>
              </a:ext>
            </a:extLst>
          </p:cNvPr>
          <p:cNvSpPr>
            <a:spLocks xmlns:a="http://schemas.openxmlformats.org/drawingml/2006/main" noGrp="1"/>
          </p:cNvSpPr>
          <p:nvPr/>
        </p:nvSpPr>
        <p:spPr>
          <a:xfrm xmlns:a="http://schemas.openxmlformats.org/drawingml/2006/main">
            <a:off x="9601200" y="2844800"/>
            <a:ext cx="2336800" cy="381000"/>
          </a:xfrm>
          <a:prstGeom xmlns:a="http://schemas.openxmlformats.org/drawingml/2006/main" prst="roundRect">
            <a:avLst>
              <a:gd name="adj" fmla="val 16667"/>
            </a:avLst>
          </a:prstGeom>
          <a:solidFill xmlns:a="http://schemas.openxmlformats.org/drawingml/2006/main">
            <a:srgbClr val="0E281C">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PLANTA RICARDONE</a:t>
            </a:r>
            <a:endParaRPr sz="1200"/>
          </a:p>
        </p:txBody>
      </p:sp>
      <p:sp>
        <p:nvSpPr>
          <p:cNvPr id="8" name="Shape 4">
            <a:extLst xmlns:a="http://schemas.openxmlformats.org/drawingml/2006/main">
              <a:ext uri="{FF2B5EF4-FFF2-40B4-BE49-F238E27FC236}">
                <a16:creationId xmlns:a16="http://schemas.microsoft.com/office/drawing/2014/main" id="{CA1C9B82-9F6B-4FE2-BBCB-47523D5BE655}"/>
              </a:ext>
            </a:extLst>
          </p:cNvPr>
          <p:cNvSpPr>
            <a:spLocks xmlns:a="http://schemas.openxmlformats.org/drawingml/2006/main" noGrp="1"/>
          </p:cNvSpPr>
          <p:nvPr/>
        </p:nvSpPr>
        <p:spPr>
          <a:xfrm xmlns:a="http://schemas.openxmlformats.org/drawingml/2006/main">
            <a:off x="9601200" y="28448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9CCBAE"/>
          </a:solidFill>
        </p:spPr>
      </p:sp>
      <p:sp>
        <p:nvSpPr>
          <p:cNvPr id="9" name="Text 5">
            <a:extLst xmlns:a="http://schemas.openxmlformats.org/drawingml/2006/main">
              <a:ext uri="{FF2B5EF4-FFF2-40B4-BE49-F238E27FC236}">
                <a16:creationId xmlns:a16="http://schemas.microsoft.com/office/drawing/2014/main" id="{1B7AAB44-0623-4422-B59F-2B7ADB4282CB}"/>
              </a:ext>
            </a:extLst>
          </p:cNvPr>
          <p:cNvSpPr>
            <a:spLocks xmlns:a="http://schemas.openxmlformats.org/drawingml/2006/main" noGrp="1"/>
          </p:cNvSpPr>
          <p:nvPr/>
        </p:nvSpPr>
        <p:spPr>
          <a:xfrm xmlns:a="http://schemas.openxmlformats.org/drawingml/2006/main">
            <a:off x="9601200" y="6299200"/>
            <a:ext cx="2336800" cy="381000"/>
          </a:xfrm>
          <a:prstGeom xmlns:a="http://schemas.openxmlformats.org/drawingml/2006/main" prst="roundRect">
            <a:avLst>
              <a:gd name="adj" fmla="val 16667"/>
            </a:avLst>
          </a:prstGeom>
          <a:solidFill xmlns:a="http://schemas.openxmlformats.org/drawingml/2006/main">
            <a:srgbClr val="1E1234">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PUERTO SAN LORENZO</a:t>
            </a:r>
            <a:endParaRPr sz="1200"/>
          </a:p>
        </p:txBody>
      </p:sp>
      <p:sp>
        <p:nvSpPr>
          <p:cNvPr id="10" name="Shape 6">
            <a:extLst xmlns:a="http://schemas.openxmlformats.org/drawingml/2006/main">
              <a:ext uri="{FF2B5EF4-FFF2-40B4-BE49-F238E27FC236}">
                <a16:creationId xmlns:a16="http://schemas.microsoft.com/office/drawing/2014/main" id="{19401E3C-2793-4D08-A4DC-681C404010B7}"/>
              </a:ext>
            </a:extLst>
          </p:cNvPr>
          <p:cNvSpPr>
            <a:spLocks xmlns:a="http://schemas.openxmlformats.org/drawingml/2006/main" noGrp="1"/>
          </p:cNvSpPr>
          <p:nvPr/>
        </p:nvSpPr>
        <p:spPr>
          <a:xfrm xmlns:a="http://schemas.openxmlformats.org/drawingml/2006/main">
            <a:off x="9601200" y="62992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B9A8E0"/>
          </a:solidFill>
        </p:spPr>
      </p:sp>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2a4675a7d82c4df9"/>
          <a:srcRect xmlns:a="http://schemas.openxmlformats.org/drawingml/2006/main" l="-167" t="0" r="-167" b="0"/>
          <a:stretch xmlns:a="http://schemas.openxmlformats.org/drawingml/2006/main"/>
        </p:blipFill>
        <p:spPr>
          <a:xfrm xmlns:a="http://schemas.openxmlformats.org/drawingml/2006/main">
            <a:off x="812800" y="609600"/>
            <a:ext cx="1524000" cy="812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5E566A05-64A5-4029-BA83-5A5BDB71C4C9}"/>
              </a:ext>
            </a:extLst>
          </p:cNvPr>
          <p:cNvSpPr>
            <a:spLocks xmlns:a="http://schemas.openxmlformats.org/drawingml/2006/main" noGrp="1"/>
          </p:cNvSpPr>
          <p:nvPr/>
        </p:nvSpPr>
        <p:spPr>
          <a:xfrm xmlns:a="http://schemas.openxmlformats.org/drawingml/2006/main">
            <a:off x="812800" y="1797348"/>
            <a:ext cx="45783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LOGÍSTICA · RICARDONE Y SAN LORENZO</a:t>
            </a:r>
            <a:endParaRPr sz="1400"/>
          </a:p>
        </p:txBody>
      </p:sp>
      <p:sp>
        <p:nvSpPr>
          <p:cNvPr id="13" name="Text 8">
            <a:extLst xmlns:a="http://schemas.openxmlformats.org/drawingml/2006/main">
              <a:ext uri="{FF2B5EF4-FFF2-40B4-BE49-F238E27FC236}">
                <a16:creationId xmlns:a16="http://schemas.microsoft.com/office/drawing/2014/main" id="{BCAE445E-925D-4015-85A0-B97C5F4D5D17}"/>
              </a:ext>
            </a:extLst>
          </p:cNvPr>
          <p:cNvSpPr>
            <a:spLocks xmlns:a="http://schemas.openxmlformats.org/drawingml/2006/main" noGrp="1"/>
          </p:cNvSpPr>
          <p:nvPr>
            <p:ph type="title" idx="0"/>
          </p:nvPr>
        </p:nvSpPr>
        <p:spPr>
          <a:xfrm xmlns:a="http://schemas.openxmlformats.org/drawingml/2006/main">
            <a:off x="812800" y="2185888"/>
            <a:ext cx="4709160" cy="22015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712"/>
              </a:lnSpc>
              <a:buNone/>
            </a:pPr>
            <a:r>
              <a:rPr sz="5600" b="1" i="0">
                <a:solidFill>
                  <a:srgbClr val="F1F6F2"/>
                </a:solidFill>
                <a:latin typeface="IBM Plex Sans"/>
                <a:ea typeface="IBM Plex Sans"/>
                <a:cs typeface="IBM Plex Sans"/>
              </a:rPr>
              <a:t>Comité de Logística Nodo Sur</a:t>
            </a:r>
            <a:endParaRPr sz="5600"/>
          </a:p>
        </p:txBody>
      </p:sp>
      <p:sp>
        <p:nvSpPr>
          <p:cNvPr id="14" name="Shape 9">
            <a:extLst xmlns:a="http://schemas.openxmlformats.org/drawingml/2006/main">
              <a:ext uri="{FF2B5EF4-FFF2-40B4-BE49-F238E27FC236}">
                <a16:creationId xmlns:a16="http://schemas.microsoft.com/office/drawing/2014/main" id="{BEBCFEBD-0F50-42EA-AD84-2431765FDE3C}"/>
              </a:ext>
            </a:extLst>
          </p:cNvPr>
          <p:cNvSpPr>
            <a:spLocks xmlns:a="http://schemas.openxmlformats.org/drawingml/2006/main" noGrp="1"/>
          </p:cNvSpPr>
          <p:nvPr/>
        </p:nvSpPr>
        <p:spPr>
          <a:xfrm xmlns:a="http://schemas.openxmlformats.org/drawingml/2006/main">
            <a:off x="812800" y="4501753"/>
            <a:ext cx="1016000" cy="50800"/>
          </a:xfrm>
          <a:prstGeom xmlns:a="http://schemas.openxmlformats.org/drawingml/2006/main" prst="roundRect">
            <a:avLst>
              <a:gd name="adj" fmla="val 50000"/>
            </a:avLst>
          </a:prstGeom>
          <a:solidFill xmlns:a="http://schemas.openxmlformats.org/drawingml/2006/main">
            <a:srgbClr val="9CCBAE"/>
          </a:solidFill>
        </p:spPr>
      </p:sp>
      <p:sp>
        <p:nvSpPr>
          <p:cNvPr id="15" name="Text 10">
            <a:extLst xmlns:a="http://schemas.openxmlformats.org/drawingml/2006/main">
              <a:ext uri="{FF2B5EF4-FFF2-40B4-BE49-F238E27FC236}">
                <a16:creationId xmlns:a16="http://schemas.microsoft.com/office/drawing/2014/main" id="{69A6AC51-95B7-45FF-92FC-4B3083A1A2C1}"/>
              </a:ext>
            </a:extLst>
          </p:cNvPr>
          <p:cNvSpPr>
            <a:spLocks xmlns:a="http://schemas.openxmlformats.org/drawingml/2006/main" noGrp="1"/>
          </p:cNvSpPr>
          <p:nvPr/>
        </p:nvSpPr>
        <p:spPr>
          <a:xfrm xmlns:a="http://schemas.openxmlformats.org/drawingml/2006/main">
            <a:off x="812800" y="4692253"/>
            <a:ext cx="45783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00"/>
              </a:lnSpc>
              <a:buNone/>
            </a:pPr>
            <a:r>
              <a:rPr sz="2000">
                <a:solidFill>
                  <a:srgbClr val="D6E4DA"/>
                </a:solidFill>
                <a:latin typeface="IBM Plex Sans"/>
                <a:ea typeface="IBM Plex Sans"/>
                <a:cs typeface="IBM Plex Sans"/>
              </a:rPr>
              <a:t>Semana del 24 al 30 de septiembre de 2026</a:t>
            </a:r>
            <a:endParaRPr sz="2000"/>
          </a:p>
        </p:txBody>
      </p:sp>
      <p:pic>
        <p:nvPicPr>
          <p:cNvPr id="34" name="Image 3"/>
          <p:cNvPicPr>
            <a:picLocks xmlns:a="http://schemas.openxmlformats.org/drawingml/2006/main" noChangeAspect="1"/>
          </p:cNvPicPr>
          <p:nvPr/>
        </p:nvPicPr>
        <p:blipFill>
          <a:blip xmlns:r="http://schemas.openxmlformats.org/officeDocument/2006/relationships" xmlns:a="http://schemas.openxmlformats.org/drawingml/2006/main" r:embed="R9378fddbf8f2476a"/>
          <a:srcRect xmlns:a="http://schemas.openxmlformats.org/drawingml/2006/main" l="0" t="-392" r="0" b="-392"/>
          <a:stretch xmlns:a="http://schemas.openxmlformats.org/drawingml/2006/main"/>
        </p:blipFill>
        <p:spPr>
          <a:xfrm xmlns:a="http://schemas.openxmlformats.org/drawingml/2006/main">
            <a:off x="812800" y="5727700"/>
            <a:ext cx="1206500" cy="571500"/>
          </a:xfrm>
          <a:prstGeom xmlns:a="http://schemas.openxmlformats.org/drawingml/2006/main" prst="rect">
            <a:avLst/>
          </a:prstGeom>
        </p:spPr>
      </p:pic>
    </p:spTree>
    <p:extLst>
      <p:ext uri="{BB962C8B-B14F-4D97-AF65-F5344CB8AC3E}">
        <p14:creationId xmlns:p14="http://schemas.microsoft.com/office/powerpoint/2010/main" val="1918057665"/>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4AF63D-5E58-487C-8173-0BC26D2C2213}"/>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BC93329A-204D-45DB-9E61-68B912CC1D84}"/>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Qué entró a la planta, cuándo y cuánto tardó</a:t>
            </a:r>
            <a:endParaRPr sz="3200"/>
          </a:p>
        </p:txBody>
      </p:sp>
      <p:sp>
        <p:nvSpPr>
          <p:cNvPr id="4" name="Shape 2">
            <a:extLst xmlns:a="http://schemas.openxmlformats.org/drawingml/2006/main">
              <a:ext uri="{FF2B5EF4-FFF2-40B4-BE49-F238E27FC236}">
                <a16:creationId xmlns:a16="http://schemas.microsoft.com/office/drawing/2014/main" id="{9A058F0C-8BDC-4898-9E68-EBCE9D861326}"/>
              </a:ext>
            </a:extLst>
          </p:cNvPr>
          <p:cNvSpPr>
            <a:spLocks xmlns:a="http://schemas.openxmlformats.org/drawingml/2006/main" noGrp="1"/>
          </p:cNvSpPr>
          <p:nvPr/>
        </p:nvSpPr>
        <p:spPr>
          <a:xfrm xmlns:a="http://schemas.openxmlformats.org/drawingml/2006/main">
            <a:off x="8159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BEB300BA-FA42-4569-B3C0-B738C606EC52}"/>
              </a:ext>
            </a:extLst>
          </p:cNvPr>
          <p:cNvSpPr>
            <a:spLocks xmlns:a="http://schemas.openxmlformats.org/drawingml/2006/main" noGrp="1"/>
          </p:cNvSpPr>
          <p:nvPr/>
        </p:nvSpPr>
        <p:spPr>
          <a:xfrm xmlns:a="http://schemas.openxmlformats.org/drawingml/2006/main">
            <a:off x="9842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0B5638"/>
                </a:solidFill>
                <a:latin typeface="IBM Plex Sans"/>
                <a:ea typeface="IBM Plex Sans"/>
                <a:cs typeface="IBM Plex Sans"/>
              </a:rPr>
              <a:t>SOJA · R7</a:t>
            </a:r>
            <a:endParaRPr sz="1200"/>
          </a:p>
        </p:txBody>
      </p:sp>
      <p:sp>
        <p:nvSpPr>
          <p:cNvPr id="6" name="Text 4">
            <a:extLst xmlns:a="http://schemas.openxmlformats.org/drawingml/2006/main">
              <a:ext uri="{FF2B5EF4-FFF2-40B4-BE49-F238E27FC236}">
                <a16:creationId xmlns:a16="http://schemas.microsoft.com/office/drawing/2014/main" id="{06C511C2-EE6E-4E7E-A052-F69851B8E0DA}"/>
              </a:ext>
            </a:extLst>
          </p:cNvPr>
          <p:cNvSpPr>
            <a:spLocks xmlns:a="http://schemas.openxmlformats.org/drawingml/2006/main" noGrp="1"/>
          </p:cNvSpPr>
          <p:nvPr/>
        </p:nvSpPr>
        <p:spPr>
          <a:xfrm xmlns:a="http://schemas.openxmlformats.org/drawingml/2006/main">
            <a:off x="9842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0B5638"/>
                </a:solidFill>
                <a:latin typeface="IBM Plex Sans"/>
                <a:ea typeface="IBM Plex Sans"/>
                <a:cs typeface="IBM Plex Sans"/>
              </a:rPr>
              <a:t>770</a:t>
            </a:r>
            <a:endParaRPr sz="3000"/>
          </a:p>
        </p:txBody>
      </p:sp>
      <p:sp>
        <p:nvSpPr>
          <p:cNvPr id="7" name="Text 5">
            <a:extLst xmlns:a="http://schemas.openxmlformats.org/drawingml/2006/main">
              <a:ext uri="{FF2B5EF4-FFF2-40B4-BE49-F238E27FC236}">
                <a16:creationId xmlns:a16="http://schemas.microsoft.com/office/drawing/2014/main" id="{616AEA68-CBD9-4A63-88E7-6D1A035C70D7}"/>
              </a:ext>
            </a:extLst>
          </p:cNvPr>
          <p:cNvSpPr>
            <a:spLocks xmlns:a="http://schemas.openxmlformats.org/drawingml/2006/main" noGrp="1"/>
          </p:cNvSpPr>
          <p:nvPr/>
        </p:nvSpPr>
        <p:spPr>
          <a:xfrm xmlns:a="http://schemas.openxmlformats.org/drawingml/2006/main">
            <a:off x="17335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8" name="Text 6">
            <a:extLst xmlns:a="http://schemas.openxmlformats.org/drawingml/2006/main">
              <a:ext uri="{FF2B5EF4-FFF2-40B4-BE49-F238E27FC236}">
                <a16:creationId xmlns:a16="http://schemas.microsoft.com/office/drawing/2014/main" id="{FB075597-6775-469C-A1AC-466DC22B74F2}"/>
              </a:ext>
            </a:extLst>
          </p:cNvPr>
          <p:cNvSpPr>
            <a:spLocks xmlns:a="http://schemas.openxmlformats.org/drawingml/2006/main" noGrp="1"/>
          </p:cNvSpPr>
          <p:nvPr/>
        </p:nvSpPr>
        <p:spPr>
          <a:xfrm xmlns:a="http://schemas.openxmlformats.org/drawingml/2006/main">
            <a:off x="9842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265 min</a:t>
            </a:r>
            <a:r>
              <a:rPr sz="1200">
                <a:solidFill>
                  <a:srgbClr val="14281E"/>
                </a:solidFill>
                <a:latin typeface="IBM Plex Sans"/>
                <a:ea typeface="IBM Plex Sans"/>
                <a:cs typeface="IBM Plex Sans"/>
              </a:rPr>
              <a:t> puerta a puerta</a:t>
            </a:r>
            <a:endParaRPr sz="1200"/>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f5b51127f31748ad"/>
          <a:srcRect xmlns:a="http://schemas.openxmlformats.org/drawingml/2006/main" l="0" t="0" r="0" b="0"/>
          <a:stretch xmlns:a="http://schemas.openxmlformats.org/drawingml/2006/main"/>
        </p:blipFill>
        <p:spPr>
          <a:xfrm xmlns:a="http://schemas.openxmlformats.org/drawingml/2006/main">
            <a:off x="984250" y="2890341"/>
            <a:ext cx="2171700" cy="635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4974C480-23D8-4030-B2E3-07FBAA9A753E}"/>
              </a:ext>
            </a:extLst>
          </p:cNvPr>
          <p:cNvSpPr>
            <a:spLocks xmlns:a="http://schemas.openxmlformats.org/drawingml/2006/main" noGrp="1"/>
          </p:cNvSpPr>
          <p:nvPr/>
        </p:nvSpPr>
        <p:spPr>
          <a:xfrm xmlns:a="http://schemas.openxmlformats.org/drawingml/2006/main">
            <a:off x="984250" y="3588841"/>
            <a:ext cx="224993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Lun 28: el día más cargado.</a:t>
            </a:r>
            <a:endParaRPr sz="1200"/>
          </a:p>
        </p:txBody>
      </p:sp>
      <p:sp>
        <p:nvSpPr>
          <p:cNvPr id="11" name="Shape 8">
            <a:extLst xmlns:a="http://schemas.openxmlformats.org/drawingml/2006/main">
              <a:ext uri="{FF2B5EF4-FFF2-40B4-BE49-F238E27FC236}">
                <a16:creationId xmlns:a16="http://schemas.microsoft.com/office/drawing/2014/main" id="{0BDF9984-139F-404B-A48A-AB541B44FECE}"/>
              </a:ext>
            </a:extLst>
          </p:cNvPr>
          <p:cNvSpPr>
            <a:spLocks xmlns:a="http://schemas.openxmlformats.org/drawingml/2006/main" noGrp="1"/>
          </p:cNvSpPr>
          <p:nvPr/>
        </p:nvSpPr>
        <p:spPr>
          <a:xfrm xmlns:a="http://schemas.openxmlformats.org/drawingml/2006/main">
            <a:off x="34956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9">
            <a:extLst xmlns:a="http://schemas.openxmlformats.org/drawingml/2006/main">
              <a:ext uri="{FF2B5EF4-FFF2-40B4-BE49-F238E27FC236}">
                <a16:creationId xmlns:a16="http://schemas.microsoft.com/office/drawing/2014/main" id="{4C1F34B1-0D09-4365-91C5-6DB79DC5EFDD}"/>
              </a:ext>
            </a:extLst>
          </p:cNvPr>
          <p:cNvSpPr>
            <a:spLocks xmlns:a="http://schemas.openxmlformats.org/drawingml/2006/main" noGrp="1"/>
          </p:cNvSpPr>
          <p:nvPr/>
        </p:nvSpPr>
        <p:spPr>
          <a:xfrm xmlns:a="http://schemas.openxmlformats.org/drawingml/2006/main">
            <a:off x="36639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7A5608"/>
                </a:solidFill>
                <a:latin typeface="IBM Plex Sans"/>
                <a:ea typeface="IBM Plex Sans"/>
                <a:cs typeface="IBM Plex Sans"/>
              </a:rPr>
              <a:t>GIRASOL · R5+R6</a:t>
            </a:r>
            <a:endParaRPr sz="1200"/>
          </a:p>
        </p:txBody>
      </p:sp>
      <p:sp>
        <p:nvSpPr>
          <p:cNvPr id="13" name="Text 10">
            <a:extLst xmlns:a="http://schemas.openxmlformats.org/drawingml/2006/main">
              <a:ext uri="{FF2B5EF4-FFF2-40B4-BE49-F238E27FC236}">
                <a16:creationId xmlns:a16="http://schemas.microsoft.com/office/drawing/2014/main" id="{4CE4794D-348D-4C7B-AF0E-982E23E6F4E7}"/>
              </a:ext>
            </a:extLst>
          </p:cNvPr>
          <p:cNvSpPr>
            <a:spLocks xmlns:a="http://schemas.openxmlformats.org/drawingml/2006/main" noGrp="1"/>
          </p:cNvSpPr>
          <p:nvPr/>
        </p:nvSpPr>
        <p:spPr>
          <a:xfrm xmlns:a="http://schemas.openxmlformats.org/drawingml/2006/main">
            <a:off x="36639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7A5608"/>
                </a:solidFill>
                <a:latin typeface="IBM Plex Sans"/>
                <a:ea typeface="IBM Plex Sans"/>
                <a:cs typeface="IBM Plex Sans"/>
              </a:rPr>
              <a:t>208</a:t>
            </a:r>
            <a:endParaRPr sz="3000"/>
          </a:p>
        </p:txBody>
      </p:sp>
      <p:sp>
        <p:nvSpPr>
          <p:cNvPr id="14" name="Text 11">
            <a:extLst xmlns:a="http://schemas.openxmlformats.org/drawingml/2006/main">
              <a:ext uri="{FF2B5EF4-FFF2-40B4-BE49-F238E27FC236}">
                <a16:creationId xmlns:a16="http://schemas.microsoft.com/office/drawing/2014/main" id="{37E6B618-C006-48E5-BB83-663B79216F9C}"/>
              </a:ext>
            </a:extLst>
          </p:cNvPr>
          <p:cNvSpPr>
            <a:spLocks xmlns:a="http://schemas.openxmlformats.org/drawingml/2006/main" noGrp="1"/>
          </p:cNvSpPr>
          <p:nvPr/>
        </p:nvSpPr>
        <p:spPr>
          <a:xfrm xmlns:a="http://schemas.openxmlformats.org/drawingml/2006/main">
            <a:off x="44132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15" name="Text 12">
            <a:extLst xmlns:a="http://schemas.openxmlformats.org/drawingml/2006/main">
              <a:ext uri="{FF2B5EF4-FFF2-40B4-BE49-F238E27FC236}">
                <a16:creationId xmlns:a16="http://schemas.microsoft.com/office/drawing/2014/main" id="{5848A909-8010-433C-99B5-48329D43A9E0}"/>
              </a:ext>
            </a:extLst>
          </p:cNvPr>
          <p:cNvSpPr>
            <a:spLocks xmlns:a="http://schemas.openxmlformats.org/drawingml/2006/main" noGrp="1"/>
          </p:cNvSpPr>
          <p:nvPr/>
        </p:nvSpPr>
        <p:spPr>
          <a:xfrm xmlns:a="http://schemas.openxmlformats.org/drawingml/2006/main">
            <a:off x="36639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14 h</a:t>
            </a:r>
            <a:r>
              <a:rPr sz="1200">
                <a:solidFill>
                  <a:srgbClr val="14281E"/>
                </a:solidFill>
                <a:latin typeface="IBM Plex Sans"/>
                <a:ea typeface="IBM Plex Sans"/>
                <a:cs typeface="IBM Plex Sans"/>
              </a:rPr>
              <a:t> en planta, mediana</a:t>
            </a:r>
            <a:endParaRPr sz="1200"/>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b0e6b4d8b1ae4c18"/>
          <a:srcRect xmlns:a="http://schemas.openxmlformats.org/drawingml/2006/main" l="0" t="0" r="0" b="0"/>
          <a:stretch xmlns:a="http://schemas.openxmlformats.org/drawingml/2006/main"/>
        </p:blipFill>
        <p:spPr>
          <a:xfrm xmlns:a="http://schemas.openxmlformats.org/drawingml/2006/main">
            <a:off x="3663950" y="2890341"/>
            <a:ext cx="2171700" cy="635000"/>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1CD13727-99F2-4F6C-95F5-A0BF58231BBD}"/>
              </a:ext>
            </a:extLst>
          </p:cNvPr>
          <p:cNvSpPr>
            <a:spLocks xmlns:a="http://schemas.openxmlformats.org/drawingml/2006/main" noGrp="1"/>
          </p:cNvSpPr>
          <p:nvPr/>
        </p:nvSpPr>
        <p:spPr>
          <a:xfrm xmlns:a="http://schemas.openxmlformats.org/drawingml/2006/main">
            <a:off x="36639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Volcable 1: 118 · volcable 2: 74.</a:t>
            </a:r>
            <a:endParaRPr sz="1200"/>
          </a:p>
        </p:txBody>
      </p:sp>
      <p:sp>
        <p:nvSpPr>
          <p:cNvPr id="18" name="Shape 14">
            <a:extLst xmlns:a="http://schemas.openxmlformats.org/drawingml/2006/main">
              <a:ext uri="{FF2B5EF4-FFF2-40B4-BE49-F238E27FC236}">
                <a16:creationId xmlns:a16="http://schemas.microsoft.com/office/drawing/2014/main" id="{975C7E30-32CB-4C69-8A59-DA7F20594545}"/>
              </a:ext>
            </a:extLst>
          </p:cNvPr>
          <p:cNvSpPr>
            <a:spLocks xmlns:a="http://schemas.openxmlformats.org/drawingml/2006/main" noGrp="1"/>
          </p:cNvSpPr>
          <p:nvPr/>
        </p:nvSpPr>
        <p:spPr>
          <a:xfrm xmlns:a="http://schemas.openxmlformats.org/drawingml/2006/main">
            <a:off x="61753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9" name="Text 15">
            <a:extLst xmlns:a="http://schemas.openxmlformats.org/drawingml/2006/main">
              <a:ext uri="{FF2B5EF4-FFF2-40B4-BE49-F238E27FC236}">
                <a16:creationId xmlns:a16="http://schemas.microsoft.com/office/drawing/2014/main" id="{A99CF97A-2926-4CE7-90BE-A3EE5E7A1286}"/>
              </a:ext>
            </a:extLst>
          </p:cNvPr>
          <p:cNvSpPr>
            <a:spLocks xmlns:a="http://schemas.openxmlformats.org/drawingml/2006/main" noGrp="1"/>
          </p:cNvSpPr>
          <p:nvPr/>
        </p:nvSpPr>
        <p:spPr>
          <a:xfrm xmlns:a="http://schemas.openxmlformats.org/drawingml/2006/main">
            <a:off x="63436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1F4E7A"/>
                </a:solidFill>
                <a:latin typeface="IBM Plex Sans"/>
                <a:ea typeface="IBM Plex Sans"/>
                <a:cs typeface="IBM Plex Sans"/>
              </a:rPr>
              <a:t>LÍQUIDOS</a:t>
            </a:r>
            <a:endParaRPr sz="1200"/>
          </a:p>
        </p:txBody>
      </p:sp>
      <p:sp>
        <p:nvSpPr>
          <p:cNvPr id="20" name="Text 16">
            <a:extLst xmlns:a="http://schemas.openxmlformats.org/drawingml/2006/main">
              <a:ext uri="{FF2B5EF4-FFF2-40B4-BE49-F238E27FC236}">
                <a16:creationId xmlns:a16="http://schemas.microsoft.com/office/drawing/2014/main" id="{016B02F3-06AD-449F-A5BF-6A84D0CECA1C}"/>
              </a:ext>
            </a:extLst>
          </p:cNvPr>
          <p:cNvSpPr>
            <a:spLocks xmlns:a="http://schemas.openxmlformats.org/drawingml/2006/main" noGrp="1"/>
          </p:cNvSpPr>
          <p:nvPr/>
        </p:nvSpPr>
        <p:spPr>
          <a:xfrm xmlns:a="http://schemas.openxmlformats.org/drawingml/2006/main">
            <a:off x="63436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1F4E7A"/>
                </a:solidFill>
                <a:latin typeface="IBM Plex Sans"/>
                <a:ea typeface="IBM Plex Sans"/>
                <a:cs typeface="IBM Plex Sans"/>
              </a:rPr>
              <a:t>383</a:t>
            </a:r>
            <a:endParaRPr sz="3000"/>
          </a:p>
        </p:txBody>
      </p:sp>
      <p:sp>
        <p:nvSpPr>
          <p:cNvPr id="21" name="Text 17">
            <a:extLst xmlns:a="http://schemas.openxmlformats.org/drawingml/2006/main">
              <a:ext uri="{FF2B5EF4-FFF2-40B4-BE49-F238E27FC236}">
                <a16:creationId xmlns:a16="http://schemas.microsoft.com/office/drawing/2014/main" id="{BE8FE5D8-A4B2-4E27-B837-EF76A757F2AF}"/>
              </a:ext>
            </a:extLst>
          </p:cNvPr>
          <p:cNvSpPr>
            <a:spLocks xmlns:a="http://schemas.openxmlformats.org/drawingml/2006/main" noGrp="1"/>
          </p:cNvSpPr>
          <p:nvPr/>
        </p:nvSpPr>
        <p:spPr>
          <a:xfrm xmlns:a="http://schemas.openxmlformats.org/drawingml/2006/main">
            <a:off x="7092950" y="2334121"/>
            <a:ext cx="79081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a:t>
            </a:r>
            <a:endParaRPr sz="1200"/>
          </a:p>
        </p:txBody>
      </p:sp>
      <p:sp>
        <p:nvSpPr>
          <p:cNvPr id="22" name="Text 18">
            <a:extLst xmlns:a="http://schemas.openxmlformats.org/drawingml/2006/main">
              <a:ext uri="{FF2B5EF4-FFF2-40B4-BE49-F238E27FC236}">
                <a16:creationId xmlns:a16="http://schemas.microsoft.com/office/drawing/2014/main" id="{DDED5D27-FF71-4B32-8DBF-1F2E731EA775}"/>
              </a:ext>
            </a:extLst>
          </p:cNvPr>
          <p:cNvSpPr>
            <a:spLocks xmlns:a="http://schemas.openxmlformats.org/drawingml/2006/main" noGrp="1"/>
          </p:cNvSpPr>
          <p:nvPr/>
        </p:nvSpPr>
        <p:spPr>
          <a:xfrm xmlns:a="http://schemas.openxmlformats.org/drawingml/2006/main">
            <a:off x="63436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328 min</a:t>
            </a:r>
            <a:r>
              <a:rPr sz="1200">
                <a:solidFill>
                  <a:srgbClr val="14281E"/>
                </a:solidFill>
                <a:latin typeface="IBM Plex Sans"/>
                <a:ea typeface="IBM Plex Sans"/>
                <a:cs typeface="IBM Plex Sans"/>
              </a:rPr>
              <a:t> puerta a puerta</a:t>
            </a:r>
            <a:endParaRPr sz="1200"/>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7dae4b5694b5423e"/>
          <a:srcRect xmlns:a="http://schemas.openxmlformats.org/drawingml/2006/main" l="0" t="0" r="0" b="0"/>
          <a:stretch xmlns:a="http://schemas.openxmlformats.org/drawingml/2006/main"/>
        </p:blipFill>
        <p:spPr>
          <a:xfrm xmlns:a="http://schemas.openxmlformats.org/drawingml/2006/main">
            <a:off x="6343650" y="2890341"/>
            <a:ext cx="2171700" cy="635000"/>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C45469F9-33BF-4D8F-8B44-A756B57005F5}"/>
              </a:ext>
            </a:extLst>
          </p:cNvPr>
          <p:cNvSpPr>
            <a:spLocks xmlns:a="http://schemas.openxmlformats.org/drawingml/2006/main" noGrp="1"/>
          </p:cNvSpPr>
          <p:nvPr/>
        </p:nvSpPr>
        <p:spPr>
          <a:xfrm xmlns:a="http://schemas.openxmlformats.org/drawingml/2006/main">
            <a:off x="63436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Aceites, borras y glicerina. Pico lunes a miércoles.</a:t>
            </a:r>
            <a:endParaRPr sz="1200"/>
          </a:p>
        </p:txBody>
      </p:sp>
      <p:sp>
        <p:nvSpPr>
          <p:cNvPr id="25" name="Shape 20">
            <a:extLst xmlns:a="http://schemas.openxmlformats.org/drawingml/2006/main">
              <a:ext uri="{FF2B5EF4-FFF2-40B4-BE49-F238E27FC236}">
                <a16:creationId xmlns:a16="http://schemas.microsoft.com/office/drawing/2014/main" id="{EF1376D0-0748-4A8A-9E8E-8750D5678748}"/>
              </a:ext>
            </a:extLst>
          </p:cNvPr>
          <p:cNvSpPr>
            <a:spLocks xmlns:a="http://schemas.openxmlformats.org/drawingml/2006/main" noGrp="1"/>
          </p:cNvSpPr>
          <p:nvPr/>
        </p:nvSpPr>
        <p:spPr>
          <a:xfrm xmlns:a="http://schemas.openxmlformats.org/drawingml/2006/main">
            <a:off x="88550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26" name="Text 21">
            <a:extLst xmlns:a="http://schemas.openxmlformats.org/drawingml/2006/main">
              <a:ext uri="{FF2B5EF4-FFF2-40B4-BE49-F238E27FC236}">
                <a16:creationId xmlns:a16="http://schemas.microsoft.com/office/drawing/2014/main" id="{BAC52BC2-DD2F-45D8-B6AF-C48953359C50}"/>
              </a:ext>
            </a:extLst>
          </p:cNvPr>
          <p:cNvSpPr>
            <a:spLocks xmlns:a="http://schemas.openxmlformats.org/drawingml/2006/main" noGrp="1"/>
          </p:cNvSpPr>
          <p:nvPr/>
        </p:nvSpPr>
        <p:spPr>
          <a:xfrm xmlns:a="http://schemas.openxmlformats.org/drawingml/2006/main">
            <a:off x="90233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5E4428"/>
                </a:solidFill>
                <a:latin typeface="IBM Plex Sans"/>
                <a:ea typeface="IBM Plex Sans"/>
                <a:cs typeface="IBM Plex Sans"/>
              </a:rPr>
              <a:t>PELLET</a:t>
            </a:r>
            <a:endParaRPr sz="1200"/>
          </a:p>
        </p:txBody>
      </p:sp>
      <p:sp>
        <p:nvSpPr>
          <p:cNvPr id="27" name="Text 22">
            <a:extLst xmlns:a="http://schemas.openxmlformats.org/drawingml/2006/main">
              <a:ext uri="{FF2B5EF4-FFF2-40B4-BE49-F238E27FC236}">
                <a16:creationId xmlns:a16="http://schemas.microsoft.com/office/drawing/2014/main" id="{91387C9A-5800-4165-83AB-FBDDF781224C}"/>
              </a:ext>
            </a:extLst>
          </p:cNvPr>
          <p:cNvSpPr>
            <a:spLocks xmlns:a="http://schemas.openxmlformats.org/drawingml/2006/main" noGrp="1"/>
          </p:cNvSpPr>
          <p:nvPr/>
        </p:nvSpPr>
        <p:spPr>
          <a:xfrm xmlns:a="http://schemas.openxmlformats.org/drawingml/2006/main">
            <a:off x="90233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307</a:t>
            </a:r>
            <a:endParaRPr sz="3000"/>
          </a:p>
        </p:txBody>
      </p:sp>
      <p:sp>
        <p:nvSpPr>
          <p:cNvPr id="28" name="Text 23">
            <a:extLst xmlns:a="http://schemas.openxmlformats.org/drawingml/2006/main">
              <a:ext uri="{FF2B5EF4-FFF2-40B4-BE49-F238E27FC236}">
                <a16:creationId xmlns:a16="http://schemas.microsoft.com/office/drawing/2014/main" id="{D018C3DC-B67C-4E5C-A558-5C14BC0EAB74}"/>
              </a:ext>
            </a:extLst>
          </p:cNvPr>
          <p:cNvSpPr>
            <a:spLocks xmlns:a="http://schemas.openxmlformats.org/drawingml/2006/main" noGrp="1"/>
          </p:cNvSpPr>
          <p:nvPr/>
        </p:nvSpPr>
        <p:spPr>
          <a:xfrm xmlns:a="http://schemas.openxmlformats.org/drawingml/2006/main">
            <a:off x="9772650" y="2334121"/>
            <a:ext cx="46863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a:t>
            </a:r>
            <a:endParaRPr sz="1200"/>
          </a:p>
        </p:txBody>
      </p:sp>
      <p:sp>
        <p:nvSpPr>
          <p:cNvPr id="29" name="Text 24">
            <a:extLst xmlns:a="http://schemas.openxmlformats.org/drawingml/2006/main">
              <a:ext uri="{FF2B5EF4-FFF2-40B4-BE49-F238E27FC236}">
                <a16:creationId xmlns:a16="http://schemas.microsoft.com/office/drawing/2014/main" id="{750B9CE0-D7D0-4434-BBEA-237990F35994}"/>
              </a:ext>
            </a:extLst>
          </p:cNvPr>
          <p:cNvSpPr>
            <a:spLocks xmlns:a="http://schemas.openxmlformats.org/drawingml/2006/main" noGrp="1"/>
          </p:cNvSpPr>
          <p:nvPr/>
        </p:nvSpPr>
        <p:spPr>
          <a:xfrm xmlns:a="http://schemas.openxmlformats.org/drawingml/2006/main">
            <a:off x="90233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9.210 t</a:t>
            </a:r>
            <a:r>
              <a:rPr sz="1200">
                <a:solidFill>
                  <a:srgbClr val="14281E"/>
                </a:solidFill>
                <a:latin typeface="IBM Plex Sans"/>
                <a:ea typeface="IBM Plex Sans"/>
                <a:cs typeface="IBM Plex Sans"/>
              </a:rPr>
              <a:t> al puerto</a:t>
            </a:r>
            <a:endParaRPr sz="1200"/>
          </a:p>
        </p:txBody>
      </p:sp>
      <p:pic>
        <p:nvPicPr>
          <p:cNvPr id="77" name="Image 3"/>
          <p:cNvPicPr>
            <a:picLocks xmlns:a="http://schemas.openxmlformats.org/drawingml/2006/main" noChangeAspect="1"/>
          </p:cNvPicPr>
          <p:nvPr/>
        </p:nvPicPr>
        <p:blipFill>
          <a:blip xmlns:r="http://schemas.openxmlformats.org/officeDocument/2006/relationships" xmlns:a="http://schemas.openxmlformats.org/drawingml/2006/main" r:embed="Rac2db29e0cd44a9e"/>
          <a:srcRect xmlns:a="http://schemas.openxmlformats.org/drawingml/2006/main" l="0" t="0" r="0" b="0"/>
          <a:stretch xmlns:a="http://schemas.openxmlformats.org/drawingml/2006/main"/>
        </p:blipFill>
        <p:spPr>
          <a:xfrm xmlns:a="http://schemas.openxmlformats.org/drawingml/2006/main">
            <a:off x="9023350" y="2890341"/>
            <a:ext cx="2171700" cy="6350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84F5370D-233B-4941-BEF5-E92594BD4C7F}"/>
              </a:ext>
            </a:extLst>
          </p:cNvPr>
          <p:cNvSpPr>
            <a:spLocks xmlns:a="http://schemas.openxmlformats.org/drawingml/2006/main" noGrp="1"/>
          </p:cNvSpPr>
          <p:nvPr/>
        </p:nvSpPr>
        <p:spPr>
          <a:xfrm xmlns:a="http://schemas.openxmlformats.org/drawingml/2006/main">
            <a:off x="90233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Operativo de transile, jueves a sábado y miércoles.</a:t>
            </a:r>
            <a:endParaRPr sz="1200"/>
          </a:p>
        </p:txBody>
      </p:sp>
      <p:sp>
        <p:nvSpPr>
          <p:cNvPr id="32" name="Shape 26">
            <a:extLst xmlns:a="http://schemas.openxmlformats.org/drawingml/2006/main">
              <a:ext uri="{FF2B5EF4-FFF2-40B4-BE49-F238E27FC236}">
                <a16:creationId xmlns:a16="http://schemas.microsoft.com/office/drawing/2014/main" id="{AF81DB6F-DE62-48B5-A624-4D8528F84D2B}"/>
              </a:ext>
            </a:extLst>
          </p:cNvPr>
          <p:cNvSpPr>
            <a:spLocks xmlns:a="http://schemas.openxmlformats.org/drawingml/2006/main" noGrp="1"/>
          </p:cNvSpPr>
          <p:nvPr/>
        </p:nvSpPr>
        <p:spPr>
          <a:xfrm xmlns:a="http://schemas.openxmlformats.org/drawingml/2006/main">
            <a:off x="838200"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3" name="Text 27">
            <a:extLst xmlns:a="http://schemas.openxmlformats.org/drawingml/2006/main">
              <a:ext uri="{FF2B5EF4-FFF2-40B4-BE49-F238E27FC236}">
                <a16:creationId xmlns:a16="http://schemas.microsoft.com/office/drawing/2014/main" id="{5636865E-EA25-45B7-9436-13FDF24B680D}"/>
              </a:ext>
            </a:extLst>
          </p:cNvPr>
          <p:cNvSpPr>
            <a:spLocks xmlns:a="http://schemas.openxmlformats.org/drawingml/2006/main" noGrp="1"/>
          </p:cNvSpPr>
          <p:nvPr/>
        </p:nvSpPr>
        <p:spPr>
          <a:xfrm xmlns:a="http://schemas.openxmlformats.org/drawingml/2006/main">
            <a:off x="977900"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Calada sólida Ricardone</a:t>
            </a:r>
            <a:endParaRPr sz="1200"/>
          </a:p>
        </p:txBody>
      </p:sp>
      <p:sp>
        <p:nvSpPr>
          <p:cNvPr id="34" name="Text 28">
            <a:extLst xmlns:a="http://schemas.openxmlformats.org/drawingml/2006/main">
              <a:ext uri="{FF2B5EF4-FFF2-40B4-BE49-F238E27FC236}">
                <a16:creationId xmlns:a16="http://schemas.microsoft.com/office/drawing/2014/main" id="{895A8891-82BC-47F4-BC67-030BD08C113B}"/>
              </a:ext>
            </a:extLst>
          </p:cNvPr>
          <p:cNvSpPr>
            <a:spLocks xmlns:a="http://schemas.openxmlformats.org/drawingml/2006/main" noGrp="1"/>
          </p:cNvSpPr>
          <p:nvPr/>
        </p:nvSpPr>
        <p:spPr>
          <a:xfrm xmlns:a="http://schemas.openxmlformats.org/drawingml/2006/main">
            <a:off x="977900"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de cámara · activa el 87 % de las horas</a:t>
            </a:r>
            <a:endParaRPr sz="1200"/>
          </a:p>
        </p:txBody>
      </p:sp>
      <p:sp>
        <p:nvSpPr>
          <p:cNvPr id="35" name="Shape 29">
            <a:extLst xmlns:a="http://schemas.openxmlformats.org/drawingml/2006/main">
              <a:ext uri="{FF2B5EF4-FFF2-40B4-BE49-F238E27FC236}">
                <a16:creationId xmlns:a16="http://schemas.microsoft.com/office/drawing/2014/main" id="{A7CDA185-0F1F-4BC6-82DC-8FD67A531815}"/>
              </a:ext>
            </a:extLst>
          </p:cNvPr>
          <p:cNvSpPr>
            <a:spLocks xmlns:a="http://schemas.openxmlformats.org/drawingml/2006/main" noGrp="1"/>
          </p:cNvSpPr>
          <p:nvPr/>
        </p:nvSpPr>
        <p:spPr>
          <a:xfrm xmlns:a="http://schemas.openxmlformats.org/drawingml/2006/main">
            <a:off x="4428034"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6" name="Text 30">
            <a:extLst xmlns:a="http://schemas.openxmlformats.org/drawingml/2006/main">
              <a:ext uri="{FF2B5EF4-FFF2-40B4-BE49-F238E27FC236}">
                <a16:creationId xmlns:a16="http://schemas.microsoft.com/office/drawing/2014/main" id="{605E1C66-2FF1-4C8D-A8ED-1CD56BB21227}"/>
              </a:ext>
            </a:extLst>
          </p:cNvPr>
          <p:cNvSpPr>
            <a:spLocks xmlns:a="http://schemas.openxmlformats.org/drawingml/2006/main" noGrp="1"/>
          </p:cNvSpPr>
          <p:nvPr/>
        </p:nvSpPr>
        <p:spPr>
          <a:xfrm xmlns:a="http://schemas.openxmlformats.org/drawingml/2006/main">
            <a:off x="4567734" y="433417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Volcables puerto</a:t>
            </a:r>
            <a:endParaRPr sz="1200"/>
          </a:p>
        </p:txBody>
      </p:sp>
      <p:sp>
        <p:nvSpPr>
          <p:cNvPr id="37" name="Text 31">
            <a:extLst xmlns:a="http://schemas.openxmlformats.org/drawingml/2006/main">
              <a:ext uri="{FF2B5EF4-FFF2-40B4-BE49-F238E27FC236}">
                <a16:creationId xmlns:a16="http://schemas.microsoft.com/office/drawing/2014/main" id="{CA0D4F9B-185C-41B1-962E-52BFED8CA58C}"/>
              </a:ext>
            </a:extLst>
          </p:cNvPr>
          <p:cNvSpPr>
            <a:spLocks xmlns:a="http://schemas.openxmlformats.org/drawingml/2006/main" noGrp="1"/>
          </p:cNvSpPr>
          <p:nvPr/>
        </p:nvSpPr>
        <p:spPr>
          <a:xfrm xmlns:a="http://schemas.openxmlformats.org/drawingml/2006/main">
            <a:off x="4567734" y="456019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911 recorridos de cámara · V5 hizo el 53 %</a:t>
            </a:r>
            <a:endParaRPr sz="1200"/>
          </a:p>
        </p:txBody>
      </p:sp>
      <p:sp>
        <p:nvSpPr>
          <p:cNvPr id="38" name="Shape 32">
            <a:extLst xmlns:a="http://schemas.openxmlformats.org/drawingml/2006/main">
              <a:ext uri="{FF2B5EF4-FFF2-40B4-BE49-F238E27FC236}">
                <a16:creationId xmlns:a16="http://schemas.microsoft.com/office/drawing/2014/main" id="{490FC4C3-1A0E-4FB0-BC0F-B657BCB4B2DA}"/>
              </a:ext>
            </a:extLst>
          </p:cNvPr>
          <p:cNvSpPr>
            <a:spLocks xmlns:a="http://schemas.openxmlformats.org/drawingml/2006/main" noGrp="1"/>
          </p:cNvSpPr>
          <p:nvPr/>
        </p:nvSpPr>
        <p:spPr>
          <a:xfrm xmlns:a="http://schemas.openxmlformats.org/drawingml/2006/main">
            <a:off x="8017966"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9" name="Text 33">
            <a:extLst xmlns:a="http://schemas.openxmlformats.org/drawingml/2006/main">
              <a:ext uri="{FF2B5EF4-FFF2-40B4-BE49-F238E27FC236}">
                <a16:creationId xmlns:a16="http://schemas.microsoft.com/office/drawing/2014/main" id="{BB424B21-83EE-4A9E-91AC-3836F3BB2596}"/>
              </a:ext>
            </a:extLst>
          </p:cNvPr>
          <p:cNvSpPr>
            <a:spLocks xmlns:a="http://schemas.openxmlformats.org/drawingml/2006/main" noGrp="1"/>
          </p:cNvSpPr>
          <p:nvPr/>
        </p:nvSpPr>
        <p:spPr>
          <a:xfrm xmlns:a="http://schemas.openxmlformats.org/drawingml/2006/main">
            <a:off x="8157666"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Silos Ricardone</a:t>
            </a:r>
            <a:endParaRPr sz="1200"/>
          </a:p>
        </p:txBody>
      </p:sp>
      <p:sp>
        <p:nvSpPr>
          <p:cNvPr id="40" name="Text 34">
            <a:extLst xmlns:a="http://schemas.openxmlformats.org/drawingml/2006/main">
              <a:ext uri="{FF2B5EF4-FFF2-40B4-BE49-F238E27FC236}">
                <a16:creationId xmlns:a16="http://schemas.microsoft.com/office/drawing/2014/main" id="{DEFA0D2A-6F0B-4C15-ADB7-53F65DE661A7}"/>
              </a:ext>
            </a:extLst>
          </p:cNvPr>
          <p:cNvSpPr>
            <a:spLocks xmlns:a="http://schemas.openxmlformats.org/drawingml/2006/main" noGrp="1"/>
          </p:cNvSpPr>
          <p:nvPr/>
        </p:nvSpPr>
        <p:spPr>
          <a:xfrm xmlns:a="http://schemas.openxmlformats.org/drawingml/2006/main">
            <a:off x="8157666"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516 transiles de soja (R29), casi toda la semana</a:t>
            </a:r>
            <a:endParaRPr sz="1200"/>
          </a:p>
        </p:txBody>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d2902eb96983489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6859FC8C-0DB0-4A7E-951E-BEF9888DF98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a:t>
            </a:r>
            <a:endParaRPr sz="1200"/>
          </a:p>
        </p:txBody>
      </p:sp>
      <p:pic>
        <p:nvPicPr>
          <p:cNvPr id="90" name="Image 5"/>
          <p:cNvPicPr>
            <a:picLocks xmlns:a="http://schemas.openxmlformats.org/drawingml/2006/main" noChangeAspect="1"/>
          </p:cNvPicPr>
          <p:nvPr/>
        </p:nvPicPr>
        <p:blipFill>
          <a:blip xmlns:r="http://schemas.openxmlformats.org/officeDocument/2006/relationships" xmlns:a="http://schemas.openxmlformats.org/drawingml/2006/main" r:embed="R6cfb3758c6fc40f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20244360"/>
      </p:ext>
    </p:extLst>
  </p:cSld>
</p:sld>
</file>

<file path=ppt/slides/slide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87E20B-C8F0-45ED-8814-8F14B9CA722F}"/>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E8F5D915-2BF9-41B6-92C0-6C87DAE025CB}"/>
              </a:ext>
            </a:extLst>
          </p:cNvPr>
          <p:cNvSpPr>
            <a:spLocks xmlns:a="http://schemas.openxmlformats.org/drawingml/2006/main" noGrp="1"/>
          </p:cNvSpPr>
          <p:nvPr>
            <p:ph type="title" idx="0"/>
          </p:nvPr>
        </p:nvSpPr>
        <p:spPr>
          <a:xfrm xmlns:a="http://schemas.openxmlformats.org/drawingml/2006/main">
            <a:off x="812800" y="11023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a:solidFill>
                  <a:srgbClr val="14281E"/>
                </a:solidFill>
                <a:latin typeface="IBM Plex Sans"/>
                <a:ea typeface="IBM Plex Sans"/>
                <a:cs typeface="IBM Plex Sans"/>
              </a:rPr>
              <a:t>El lunes fue el día con más camiones adentro de la planta</a:t>
            </a:r>
            <a:endParaRPr sz="3000"/>
          </a:p>
        </p:txBody>
      </p:sp>
      <p:sp>
        <p:nvSpPr>
          <p:cNvPr id="4" name="Text 2">
            <a:extLst xmlns:a="http://schemas.openxmlformats.org/drawingml/2006/main">
              <a:ext uri="{FF2B5EF4-FFF2-40B4-BE49-F238E27FC236}">
                <a16:creationId xmlns:a16="http://schemas.microsoft.com/office/drawing/2014/main" id="{42B64CCF-F7AF-405A-91A0-CFE091EF649A}"/>
              </a:ext>
            </a:extLst>
          </p:cNvPr>
          <p:cNvSpPr>
            <a:spLocks xmlns:a="http://schemas.openxmlformats.org/drawingml/2006/main" noGrp="1"/>
          </p:cNvSpPr>
          <p:nvPr/>
        </p:nvSpPr>
        <p:spPr>
          <a:xfrm xmlns:a="http://schemas.openxmlformats.org/drawingml/2006/main">
            <a:off x="812800" y="1648420"/>
            <a:ext cx="10883392"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adentro:</a:t>
            </a:r>
            <a:r>
              <a:rPr sz="1300">
                <a:solidFill>
                  <a:srgbClr val="4A5D52"/>
                </a:solidFill>
                <a:latin typeface="IBM Plex Sans"/>
                <a:ea typeface="IBM Plex Sans"/>
                <a:cs typeface="IBM Plex Sans"/>
              </a:rPr>
              <a:t> cuántos hay en promedio a cualquier hora. Sube si entran más o si tardan más en salir.</a:t>
            </a:r>
            <a:endParaRPr sz="1300"/>
          </a:p>
        </p:txBody>
      </p:sp>
      <p:sp>
        <p:nvSpPr>
          <p:cNvPr id="5" name="Shape 3">
            <a:extLst xmlns:a="http://schemas.openxmlformats.org/drawingml/2006/main">
              <a:ext uri="{FF2B5EF4-FFF2-40B4-BE49-F238E27FC236}">
                <a16:creationId xmlns:a16="http://schemas.microsoft.com/office/drawing/2014/main" id="{D55FBFF3-3007-4A9A-B2E6-634AFF2020FE}"/>
              </a:ext>
            </a:extLst>
          </p:cNvPr>
          <p:cNvSpPr>
            <a:spLocks xmlns:a="http://schemas.openxmlformats.org/drawingml/2006/main" noGrp="1"/>
          </p:cNvSpPr>
          <p:nvPr/>
        </p:nvSpPr>
        <p:spPr>
          <a:xfrm xmlns:a="http://schemas.openxmlformats.org/drawingml/2006/main">
            <a:off x="812800" y="212586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6" name="Text 4">
            <a:extLst xmlns:a="http://schemas.openxmlformats.org/drawingml/2006/main">
              <a:ext uri="{FF2B5EF4-FFF2-40B4-BE49-F238E27FC236}">
                <a16:creationId xmlns:a16="http://schemas.microsoft.com/office/drawing/2014/main" id="{1E9824D8-9D38-4691-8838-276B8047B0C2}"/>
              </a:ext>
            </a:extLst>
          </p:cNvPr>
          <p:cNvSpPr>
            <a:spLocks xmlns:a="http://schemas.openxmlformats.org/drawingml/2006/main" noGrp="1"/>
          </p:cNvSpPr>
          <p:nvPr/>
        </p:nvSpPr>
        <p:spPr>
          <a:xfrm xmlns:a="http://schemas.openxmlformats.org/drawingml/2006/main">
            <a:off x="1066800" y="210810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7" name="Shape 5">
            <a:extLst xmlns:a="http://schemas.openxmlformats.org/drawingml/2006/main">
              <a:ext uri="{FF2B5EF4-FFF2-40B4-BE49-F238E27FC236}">
                <a16:creationId xmlns:a16="http://schemas.microsoft.com/office/drawing/2014/main" id="{12443D48-DD19-4009-BD58-7AC78726F722}"/>
              </a:ext>
            </a:extLst>
          </p:cNvPr>
          <p:cNvSpPr>
            <a:spLocks xmlns:a="http://schemas.openxmlformats.org/drawingml/2006/main" noGrp="1"/>
          </p:cNvSpPr>
          <p:nvPr/>
        </p:nvSpPr>
        <p:spPr>
          <a:xfrm xmlns:a="http://schemas.openxmlformats.org/drawingml/2006/main">
            <a:off x="1835745" y="212586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8" name="Text 6">
            <a:extLst xmlns:a="http://schemas.openxmlformats.org/drawingml/2006/main">
              <a:ext uri="{FF2B5EF4-FFF2-40B4-BE49-F238E27FC236}">
                <a16:creationId xmlns:a16="http://schemas.microsoft.com/office/drawing/2014/main" id="{418096A2-6C51-43A1-9980-9FA984C5B213}"/>
              </a:ext>
            </a:extLst>
          </p:cNvPr>
          <p:cNvSpPr>
            <a:spLocks xmlns:a="http://schemas.openxmlformats.org/drawingml/2006/main" noGrp="1"/>
          </p:cNvSpPr>
          <p:nvPr/>
        </p:nvSpPr>
        <p:spPr>
          <a:xfrm xmlns:a="http://schemas.openxmlformats.org/drawingml/2006/main">
            <a:off x="2089745" y="210810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9" name="Text 7">
            <a:extLst xmlns:a="http://schemas.openxmlformats.org/drawingml/2006/main">
              <a:ext uri="{FF2B5EF4-FFF2-40B4-BE49-F238E27FC236}">
                <a16:creationId xmlns:a16="http://schemas.microsoft.com/office/drawing/2014/main" id="{B075D0DC-E175-4B39-846A-A3C17DE676A2}"/>
              </a:ext>
            </a:extLst>
          </p:cNvPr>
          <p:cNvSpPr>
            <a:spLocks xmlns:a="http://schemas.openxmlformats.org/drawingml/2006/main" noGrp="1"/>
          </p:cNvSpPr>
          <p:nvPr/>
        </p:nvSpPr>
        <p:spPr>
          <a:xfrm xmlns:a="http://schemas.openxmlformats.org/drawingml/2006/main">
            <a:off x="5625604" y="2108101"/>
            <a:ext cx="2211200"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Abajo: camiones de soja del día</a:t>
            </a:r>
            <a:endParaRPr sz="1200"/>
          </a:p>
        </p:txBody>
      </p:sp>
      <p:sp>
        <p:nvSpPr>
          <p:cNvPr id="10" name="Text 8">
            <a:extLst xmlns:a="http://schemas.openxmlformats.org/drawingml/2006/main">
              <a:ext uri="{FF2B5EF4-FFF2-40B4-BE49-F238E27FC236}">
                <a16:creationId xmlns:a16="http://schemas.microsoft.com/office/drawing/2014/main" id="{E11638D9-2F1F-442D-9922-A9F00A61F001}"/>
              </a:ext>
            </a:extLst>
          </p:cNvPr>
          <p:cNvSpPr>
            <a:spLocks xmlns:a="http://schemas.openxmlformats.org/drawingml/2006/main" noGrp="1"/>
          </p:cNvSpPr>
          <p:nvPr/>
        </p:nvSpPr>
        <p:spPr>
          <a:xfrm xmlns:a="http://schemas.openxmlformats.org/drawingml/2006/main">
            <a:off x="1170186" y="3797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23</a:t>
            </a:r>
            <a:endParaRPr sz="1500"/>
          </a:p>
        </p:txBody>
      </p:sp>
      <p:sp>
        <p:nvSpPr>
          <p:cNvPr id="11" name="Text 9">
            <a:extLst xmlns:a="http://schemas.openxmlformats.org/drawingml/2006/main">
              <a:ext uri="{FF2B5EF4-FFF2-40B4-BE49-F238E27FC236}">
                <a16:creationId xmlns:a16="http://schemas.microsoft.com/office/drawing/2014/main" id="{3797BCE3-52EB-42B7-8422-6936BDBF39C4}"/>
              </a:ext>
            </a:extLst>
          </p:cNvPr>
          <p:cNvSpPr>
            <a:spLocks xmlns:a="http://schemas.openxmlformats.org/drawingml/2006/main" noGrp="1"/>
          </p:cNvSpPr>
          <p:nvPr/>
        </p:nvSpPr>
        <p:spPr>
          <a:xfrm xmlns:a="http://schemas.openxmlformats.org/drawingml/2006/main">
            <a:off x="992386" y="4064099"/>
            <a:ext cx="635000" cy="285750"/>
          </a:xfrm>
          <a:custGeom xmlns:a="http://schemas.openxmlformats.org/drawingml/2006/main">
            <a:rect l="l" t="t" r="r" b="b"/>
            <a:pathLst>
              <a:path w="635000" h="285750">
                <a:moveTo>
                  <a:pt x="0" y="38100"/>
                </a:moveTo>
                <a:arcTo wR="38100" hR="38100" stAng="10800000" swAng="5400000"/>
                <a:lnTo>
                  <a:pt x="596900" y="0"/>
                </a:lnTo>
                <a:arcTo wR="38100" hR="38100" stAng="16200000" swAng="5400000"/>
                <a:lnTo>
                  <a:pt x="635000" y="285750"/>
                </a:lnTo>
                <a:lnTo>
                  <a:pt x="0" y="2857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5</a:t>
            </a:r>
            <a:endParaRPr sz="1200"/>
          </a:p>
        </p:txBody>
      </p:sp>
      <p:sp>
        <p:nvSpPr>
          <p:cNvPr id="12" name="Text 10">
            <a:extLst xmlns:a="http://schemas.openxmlformats.org/drawingml/2006/main">
              <a:ext uri="{FF2B5EF4-FFF2-40B4-BE49-F238E27FC236}">
                <a16:creationId xmlns:a16="http://schemas.microsoft.com/office/drawing/2014/main" id="{765B1212-B2CE-4DA9-B1B1-A4E342F75FAB}"/>
              </a:ext>
            </a:extLst>
          </p:cNvPr>
          <p:cNvSpPr>
            <a:spLocks xmlns:a="http://schemas.openxmlformats.org/drawingml/2006/main" noGrp="1"/>
          </p:cNvSpPr>
          <p:nvPr/>
        </p:nvSpPr>
        <p:spPr>
          <a:xfrm xmlns:a="http://schemas.openxmlformats.org/drawingml/2006/main">
            <a:off x="992386" y="4349849"/>
            <a:ext cx="635000" cy="10350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18</a:t>
            </a:r>
            <a:endParaRPr sz="1200"/>
          </a:p>
        </p:txBody>
      </p:sp>
      <p:sp>
        <p:nvSpPr>
          <p:cNvPr id="13" name="Shape 11">
            <a:extLst xmlns:a="http://schemas.openxmlformats.org/drawingml/2006/main">
              <a:ext uri="{FF2B5EF4-FFF2-40B4-BE49-F238E27FC236}">
                <a16:creationId xmlns:a16="http://schemas.microsoft.com/office/drawing/2014/main" id="{6680C937-8B61-4813-8266-093F0FC5FC78}"/>
              </a:ext>
            </a:extLst>
          </p:cNvPr>
          <p:cNvSpPr>
            <a:spLocks xmlns:a="http://schemas.openxmlformats.org/drawingml/2006/main" noGrp="1"/>
          </p:cNvSpPr>
          <p:nvPr/>
        </p:nvSpPr>
        <p:spPr>
          <a:xfrm xmlns:a="http://schemas.openxmlformats.org/drawingml/2006/main">
            <a:off x="812800"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14" name="Text 12">
            <a:extLst xmlns:a="http://schemas.openxmlformats.org/drawingml/2006/main">
              <a:ext uri="{FF2B5EF4-FFF2-40B4-BE49-F238E27FC236}">
                <a16:creationId xmlns:a16="http://schemas.microsoft.com/office/drawing/2014/main" id="{EF3EDD4B-F891-4926-A4DE-39F4785556FE}"/>
              </a:ext>
            </a:extLst>
          </p:cNvPr>
          <p:cNvSpPr>
            <a:spLocks xmlns:a="http://schemas.openxmlformats.org/drawingml/2006/main" noGrp="1"/>
          </p:cNvSpPr>
          <p:nvPr/>
        </p:nvSpPr>
        <p:spPr>
          <a:xfrm xmlns:a="http://schemas.openxmlformats.org/drawingml/2006/main">
            <a:off x="1000085" y="5448399"/>
            <a:ext cx="61960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Jue 24</a:t>
            </a:r>
            <a:endParaRPr sz="1300"/>
          </a:p>
        </p:txBody>
      </p:sp>
      <p:sp>
        <p:nvSpPr>
          <p:cNvPr id="15" name="Text 13">
            <a:extLst xmlns:a="http://schemas.openxmlformats.org/drawingml/2006/main">
              <a:ext uri="{FF2B5EF4-FFF2-40B4-BE49-F238E27FC236}">
                <a16:creationId xmlns:a16="http://schemas.microsoft.com/office/drawing/2014/main" id="{785DAD2C-9023-4F35-905F-1F7A73449C0C}"/>
              </a:ext>
            </a:extLst>
          </p:cNvPr>
          <p:cNvSpPr>
            <a:spLocks xmlns:a="http://schemas.openxmlformats.org/drawingml/2006/main" noGrp="1"/>
          </p:cNvSpPr>
          <p:nvPr/>
        </p:nvSpPr>
        <p:spPr>
          <a:xfrm xmlns:a="http://schemas.openxmlformats.org/drawingml/2006/main">
            <a:off x="956270"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109</a:t>
            </a:r>
            <a:endParaRPr sz="1200"/>
          </a:p>
        </p:txBody>
      </p:sp>
      <p:sp>
        <p:nvSpPr>
          <p:cNvPr id="16" name="Text 14">
            <a:extLst xmlns:a="http://schemas.openxmlformats.org/drawingml/2006/main">
              <a:ext uri="{FF2B5EF4-FFF2-40B4-BE49-F238E27FC236}">
                <a16:creationId xmlns:a16="http://schemas.microsoft.com/office/drawing/2014/main" id="{328D53C0-A6B1-4190-BA29-648F4DCAAAFA}"/>
              </a:ext>
            </a:extLst>
          </p:cNvPr>
          <p:cNvSpPr>
            <a:spLocks xmlns:a="http://schemas.openxmlformats.org/drawingml/2006/main" noGrp="1"/>
          </p:cNvSpPr>
          <p:nvPr/>
        </p:nvSpPr>
        <p:spPr>
          <a:xfrm xmlns:a="http://schemas.openxmlformats.org/drawingml/2006/main">
            <a:off x="2164358" y="3162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34</a:t>
            </a:r>
            <a:endParaRPr sz="1500"/>
          </a:p>
        </p:txBody>
      </p:sp>
      <p:sp>
        <p:nvSpPr>
          <p:cNvPr id="17" name="Text 15">
            <a:extLst xmlns:a="http://schemas.openxmlformats.org/drawingml/2006/main">
              <a:ext uri="{FF2B5EF4-FFF2-40B4-BE49-F238E27FC236}">
                <a16:creationId xmlns:a16="http://schemas.microsoft.com/office/drawing/2014/main" id="{D1A30726-90D7-4F51-B8F0-E6C28F58F3B7}"/>
              </a:ext>
            </a:extLst>
          </p:cNvPr>
          <p:cNvSpPr>
            <a:spLocks xmlns:a="http://schemas.openxmlformats.org/drawingml/2006/main" noGrp="1"/>
          </p:cNvSpPr>
          <p:nvPr/>
        </p:nvSpPr>
        <p:spPr>
          <a:xfrm xmlns:a="http://schemas.openxmlformats.org/drawingml/2006/main">
            <a:off x="1986558" y="3429099"/>
            <a:ext cx="635000" cy="1206500"/>
          </a:xfrm>
          <a:custGeom xmlns:a="http://schemas.openxmlformats.org/drawingml/2006/main">
            <a:rect l="l" t="t" r="r" b="b"/>
            <a:pathLst>
              <a:path w="635000" h="1206500">
                <a:moveTo>
                  <a:pt x="0" y="38100"/>
                </a:moveTo>
                <a:arcTo wR="38100" hR="38100" stAng="10800000" swAng="5400000"/>
                <a:lnTo>
                  <a:pt x="596900" y="0"/>
                </a:lnTo>
                <a:arcTo wR="38100" hR="38100" stAng="16200000" swAng="5400000"/>
                <a:lnTo>
                  <a:pt x="635000" y="1206500"/>
                </a:lnTo>
                <a:lnTo>
                  <a:pt x="0" y="12065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21</a:t>
            </a:r>
            <a:endParaRPr sz="1200"/>
          </a:p>
        </p:txBody>
      </p:sp>
      <p:sp>
        <p:nvSpPr>
          <p:cNvPr id="18" name="Text 16">
            <a:extLst xmlns:a="http://schemas.openxmlformats.org/drawingml/2006/main">
              <a:ext uri="{FF2B5EF4-FFF2-40B4-BE49-F238E27FC236}">
                <a16:creationId xmlns:a16="http://schemas.microsoft.com/office/drawing/2014/main" id="{DA312E8D-C2BB-4D90-9184-A806987A19F1}"/>
              </a:ext>
            </a:extLst>
          </p:cNvPr>
          <p:cNvSpPr>
            <a:spLocks xmlns:a="http://schemas.openxmlformats.org/drawingml/2006/main" noGrp="1"/>
          </p:cNvSpPr>
          <p:nvPr/>
        </p:nvSpPr>
        <p:spPr>
          <a:xfrm xmlns:a="http://schemas.openxmlformats.org/drawingml/2006/main">
            <a:off x="1986558" y="4635599"/>
            <a:ext cx="635000" cy="7493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13</a:t>
            </a:r>
            <a:endParaRPr sz="1200"/>
          </a:p>
        </p:txBody>
      </p:sp>
      <p:sp>
        <p:nvSpPr>
          <p:cNvPr id="19" name="Shape 17">
            <a:extLst xmlns:a="http://schemas.openxmlformats.org/drawingml/2006/main">
              <a:ext uri="{FF2B5EF4-FFF2-40B4-BE49-F238E27FC236}">
                <a16:creationId xmlns:a16="http://schemas.microsoft.com/office/drawing/2014/main" id="{932BEE93-02B0-47F5-B91E-9F90AD00F8A5}"/>
              </a:ext>
            </a:extLst>
          </p:cNvPr>
          <p:cNvSpPr>
            <a:spLocks xmlns:a="http://schemas.openxmlformats.org/drawingml/2006/main" noGrp="1"/>
          </p:cNvSpPr>
          <p:nvPr/>
        </p:nvSpPr>
        <p:spPr>
          <a:xfrm xmlns:a="http://schemas.openxmlformats.org/drawingml/2006/main">
            <a:off x="1806972"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0" name="Text 18">
            <a:extLst xmlns:a="http://schemas.openxmlformats.org/drawingml/2006/main">
              <a:ext uri="{FF2B5EF4-FFF2-40B4-BE49-F238E27FC236}">
                <a16:creationId xmlns:a16="http://schemas.microsoft.com/office/drawing/2014/main" id="{27185819-16CC-468E-91A8-09D36A448A5B}"/>
              </a:ext>
            </a:extLst>
          </p:cNvPr>
          <p:cNvSpPr>
            <a:spLocks xmlns:a="http://schemas.openxmlformats.org/drawingml/2006/main" noGrp="1"/>
          </p:cNvSpPr>
          <p:nvPr/>
        </p:nvSpPr>
        <p:spPr>
          <a:xfrm xmlns:a="http://schemas.openxmlformats.org/drawingml/2006/main">
            <a:off x="2016046" y="5448399"/>
            <a:ext cx="576024"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Vie 25</a:t>
            </a:r>
            <a:endParaRPr sz="1300"/>
          </a:p>
        </p:txBody>
      </p:sp>
      <p:sp>
        <p:nvSpPr>
          <p:cNvPr id="21" name="Text 19">
            <a:extLst xmlns:a="http://schemas.openxmlformats.org/drawingml/2006/main">
              <a:ext uri="{FF2B5EF4-FFF2-40B4-BE49-F238E27FC236}">
                <a16:creationId xmlns:a16="http://schemas.microsoft.com/office/drawing/2014/main" id="{0ECCB585-93F9-4DB0-A40A-00D0D3E0A48C}"/>
              </a:ext>
            </a:extLst>
          </p:cNvPr>
          <p:cNvSpPr>
            <a:spLocks xmlns:a="http://schemas.openxmlformats.org/drawingml/2006/main" noGrp="1"/>
          </p:cNvSpPr>
          <p:nvPr/>
        </p:nvSpPr>
        <p:spPr>
          <a:xfrm xmlns:a="http://schemas.openxmlformats.org/drawingml/2006/main">
            <a:off x="1950442"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131</a:t>
            </a:r>
            <a:endParaRPr sz="1200"/>
          </a:p>
        </p:txBody>
      </p:sp>
      <p:sp>
        <p:nvSpPr>
          <p:cNvPr id="22" name="Text 20">
            <a:extLst xmlns:a="http://schemas.openxmlformats.org/drawingml/2006/main">
              <a:ext uri="{FF2B5EF4-FFF2-40B4-BE49-F238E27FC236}">
                <a16:creationId xmlns:a16="http://schemas.microsoft.com/office/drawing/2014/main" id="{8D7573A0-0B81-4A7A-A00B-FBAE684B6B22}"/>
              </a:ext>
            </a:extLst>
          </p:cNvPr>
          <p:cNvSpPr>
            <a:spLocks xmlns:a="http://schemas.openxmlformats.org/drawingml/2006/main" noGrp="1"/>
          </p:cNvSpPr>
          <p:nvPr/>
        </p:nvSpPr>
        <p:spPr>
          <a:xfrm xmlns:a="http://schemas.openxmlformats.org/drawingml/2006/main">
            <a:off x="3158629" y="40831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18</a:t>
            </a:r>
            <a:endParaRPr sz="1500"/>
          </a:p>
        </p:txBody>
      </p:sp>
      <p:sp>
        <p:nvSpPr>
          <p:cNvPr id="23" name="Text 21">
            <a:extLst xmlns:a="http://schemas.openxmlformats.org/drawingml/2006/main">
              <a:ext uri="{FF2B5EF4-FFF2-40B4-BE49-F238E27FC236}">
                <a16:creationId xmlns:a16="http://schemas.microsoft.com/office/drawing/2014/main" id="{23C1A175-50DF-4C03-B8A1-49DDE1F51EC4}"/>
              </a:ext>
            </a:extLst>
          </p:cNvPr>
          <p:cNvSpPr>
            <a:spLocks xmlns:a="http://schemas.openxmlformats.org/drawingml/2006/main" noGrp="1"/>
          </p:cNvSpPr>
          <p:nvPr/>
        </p:nvSpPr>
        <p:spPr>
          <a:xfrm xmlns:a="http://schemas.openxmlformats.org/drawingml/2006/main">
            <a:off x="2980829" y="4349849"/>
            <a:ext cx="635000" cy="577850"/>
          </a:xfrm>
          <a:custGeom xmlns:a="http://schemas.openxmlformats.org/drawingml/2006/main">
            <a:rect l="l" t="t" r="r" b="b"/>
            <a:pathLst>
              <a:path w="635000" h="577850">
                <a:moveTo>
                  <a:pt x="0" y="38100"/>
                </a:moveTo>
                <a:arcTo wR="38100" hR="38100" stAng="10800000" swAng="5400000"/>
                <a:lnTo>
                  <a:pt x="596900" y="0"/>
                </a:lnTo>
                <a:arcTo wR="38100" hR="38100" stAng="16200000" swAng="5400000"/>
                <a:lnTo>
                  <a:pt x="635000" y="577850"/>
                </a:lnTo>
                <a:lnTo>
                  <a:pt x="0" y="5778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10</a:t>
            </a:r>
            <a:endParaRPr sz="1200"/>
          </a:p>
        </p:txBody>
      </p:sp>
      <p:sp>
        <p:nvSpPr>
          <p:cNvPr id="24" name="Text 22">
            <a:extLst xmlns:a="http://schemas.openxmlformats.org/drawingml/2006/main">
              <a:ext uri="{FF2B5EF4-FFF2-40B4-BE49-F238E27FC236}">
                <a16:creationId xmlns:a16="http://schemas.microsoft.com/office/drawing/2014/main" id="{13FC2029-37A3-4E00-BCBC-DE4390C67D07}"/>
              </a:ext>
            </a:extLst>
          </p:cNvPr>
          <p:cNvSpPr>
            <a:spLocks xmlns:a="http://schemas.openxmlformats.org/drawingml/2006/main" noGrp="1"/>
          </p:cNvSpPr>
          <p:nvPr/>
        </p:nvSpPr>
        <p:spPr>
          <a:xfrm xmlns:a="http://schemas.openxmlformats.org/drawingml/2006/main">
            <a:off x="2980829" y="4927699"/>
            <a:ext cx="635000" cy="4572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8</a:t>
            </a:r>
            <a:endParaRPr sz="1200"/>
          </a:p>
        </p:txBody>
      </p:sp>
      <p:sp>
        <p:nvSpPr>
          <p:cNvPr id="25" name="Shape 23">
            <a:extLst xmlns:a="http://schemas.openxmlformats.org/drawingml/2006/main">
              <a:ext uri="{FF2B5EF4-FFF2-40B4-BE49-F238E27FC236}">
                <a16:creationId xmlns:a16="http://schemas.microsoft.com/office/drawing/2014/main" id="{47184671-9ED5-47C9-B7E6-F3B2785ED23E}"/>
              </a:ext>
            </a:extLst>
          </p:cNvPr>
          <p:cNvSpPr>
            <a:spLocks xmlns:a="http://schemas.openxmlformats.org/drawingml/2006/main" noGrp="1"/>
          </p:cNvSpPr>
          <p:nvPr/>
        </p:nvSpPr>
        <p:spPr>
          <a:xfrm xmlns:a="http://schemas.openxmlformats.org/drawingml/2006/main">
            <a:off x="2801243"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6" name="Text 24">
            <a:extLst xmlns:a="http://schemas.openxmlformats.org/drawingml/2006/main">
              <a:ext uri="{FF2B5EF4-FFF2-40B4-BE49-F238E27FC236}">
                <a16:creationId xmlns:a16="http://schemas.microsoft.com/office/drawing/2014/main" id="{7D22E4C0-E75D-4CA5-9888-A1DD586BB1CE}"/>
              </a:ext>
            </a:extLst>
          </p:cNvPr>
          <p:cNvSpPr>
            <a:spLocks xmlns:a="http://schemas.openxmlformats.org/drawingml/2006/main" noGrp="1"/>
          </p:cNvSpPr>
          <p:nvPr/>
        </p:nvSpPr>
        <p:spPr>
          <a:xfrm xmlns:a="http://schemas.openxmlformats.org/drawingml/2006/main">
            <a:off x="2980680" y="5448399"/>
            <a:ext cx="635198"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Sáb 26</a:t>
            </a:r>
            <a:endParaRPr sz="1300"/>
          </a:p>
        </p:txBody>
      </p:sp>
      <p:sp>
        <p:nvSpPr>
          <p:cNvPr id="27" name="Text 25">
            <a:extLst xmlns:a="http://schemas.openxmlformats.org/drawingml/2006/main">
              <a:ext uri="{FF2B5EF4-FFF2-40B4-BE49-F238E27FC236}">
                <a16:creationId xmlns:a16="http://schemas.microsoft.com/office/drawing/2014/main" id="{BA215F96-6325-410E-834C-3544DC62BBA8}"/>
              </a:ext>
            </a:extLst>
          </p:cNvPr>
          <p:cNvSpPr>
            <a:spLocks xmlns:a="http://schemas.openxmlformats.org/drawingml/2006/main" noGrp="1"/>
          </p:cNvSpPr>
          <p:nvPr/>
        </p:nvSpPr>
        <p:spPr>
          <a:xfrm xmlns:a="http://schemas.openxmlformats.org/drawingml/2006/main">
            <a:off x="2999492"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92</a:t>
            </a:r>
            <a:endParaRPr sz="1200"/>
          </a:p>
        </p:txBody>
      </p:sp>
      <p:sp>
        <p:nvSpPr>
          <p:cNvPr id="28" name="Text 26">
            <a:extLst xmlns:a="http://schemas.openxmlformats.org/drawingml/2006/main">
              <a:ext uri="{FF2B5EF4-FFF2-40B4-BE49-F238E27FC236}">
                <a16:creationId xmlns:a16="http://schemas.microsoft.com/office/drawing/2014/main" id="{376464E5-BCEC-41ED-B88B-E3B0BB34B9EB}"/>
              </a:ext>
            </a:extLst>
          </p:cNvPr>
          <p:cNvSpPr>
            <a:spLocks xmlns:a="http://schemas.openxmlformats.org/drawingml/2006/main" noGrp="1"/>
          </p:cNvSpPr>
          <p:nvPr/>
        </p:nvSpPr>
        <p:spPr>
          <a:xfrm xmlns:a="http://schemas.openxmlformats.org/drawingml/2006/main">
            <a:off x="4152801" y="38545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22</a:t>
            </a:r>
            <a:endParaRPr sz="1500"/>
          </a:p>
        </p:txBody>
      </p:sp>
      <p:sp>
        <p:nvSpPr>
          <p:cNvPr id="29" name="Text 27">
            <a:extLst xmlns:a="http://schemas.openxmlformats.org/drawingml/2006/main">
              <a:ext uri="{FF2B5EF4-FFF2-40B4-BE49-F238E27FC236}">
                <a16:creationId xmlns:a16="http://schemas.microsoft.com/office/drawing/2014/main" id="{28C57ADB-D563-43D5-9FA1-3B7F71D20677}"/>
              </a:ext>
            </a:extLst>
          </p:cNvPr>
          <p:cNvSpPr>
            <a:spLocks xmlns:a="http://schemas.openxmlformats.org/drawingml/2006/main" noGrp="1"/>
          </p:cNvSpPr>
          <p:nvPr/>
        </p:nvSpPr>
        <p:spPr>
          <a:xfrm xmlns:a="http://schemas.openxmlformats.org/drawingml/2006/main">
            <a:off x="3975001" y="412124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30" name="Text 28">
            <a:extLst xmlns:a="http://schemas.openxmlformats.org/drawingml/2006/main">
              <a:ext uri="{FF2B5EF4-FFF2-40B4-BE49-F238E27FC236}">
                <a16:creationId xmlns:a16="http://schemas.microsoft.com/office/drawing/2014/main" id="{303AA865-AC0D-4CB7-B5D6-231929800BAC}"/>
              </a:ext>
            </a:extLst>
          </p:cNvPr>
          <p:cNvSpPr>
            <a:spLocks xmlns:a="http://schemas.openxmlformats.org/drawingml/2006/main" noGrp="1"/>
          </p:cNvSpPr>
          <p:nvPr/>
        </p:nvSpPr>
        <p:spPr>
          <a:xfrm xmlns:a="http://schemas.openxmlformats.org/drawingml/2006/main">
            <a:off x="3975001" y="4464149"/>
            <a:ext cx="635000" cy="9207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16</a:t>
            </a:r>
            <a:endParaRPr sz="1200"/>
          </a:p>
        </p:txBody>
      </p:sp>
      <p:sp>
        <p:nvSpPr>
          <p:cNvPr id="31" name="Shape 29">
            <a:extLst xmlns:a="http://schemas.openxmlformats.org/drawingml/2006/main">
              <a:ext uri="{FF2B5EF4-FFF2-40B4-BE49-F238E27FC236}">
                <a16:creationId xmlns:a16="http://schemas.microsoft.com/office/drawing/2014/main" id="{1A080106-026E-4DB5-B064-80248A74DB39}"/>
              </a:ext>
            </a:extLst>
          </p:cNvPr>
          <p:cNvSpPr>
            <a:spLocks xmlns:a="http://schemas.openxmlformats.org/drawingml/2006/main" noGrp="1"/>
          </p:cNvSpPr>
          <p:nvPr/>
        </p:nvSpPr>
        <p:spPr>
          <a:xfrm xmlns:a="http://schemas.openxmlformats.org/drawingml/2006/main">
            <a:off x="3795415"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2" name="Text 30">
            <a:extLst xmlns:a="http://schemas.openxmlformats.org/drawingml/2006/main">
              <a:ext uri="{FF2B5EF4-FFF2-40B4-BE49-F238E27FC236}">
                <a16:creationId xmlns:a16="http://schemas.microsoft.com/office/drawing/2014/main" id="{7FBF1947-D16D-42AA-8CDE-9E09B5C1C186}"/>
              </a:ext>
            </a:extLst>
          </p:cNvPr>
          <p:cNvSpPr>
            <a:spLocks xmlns:a="http://schemas.openxmlformats.org/drawingml/2006/main" noGrp="1"/>
          </p:cNvSpPr>
          <p:nvPr/>
        </p:nvSpPr>
        <p:spPr>
          <a:xfrm xmlns:a="http://schemas.openxmlformats.org/drawingml/2006/main">
            <a:off x="3938280" y="5448399"/>
            <a:ext cx="70854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Dom 27</a:t>
            </a:r>
            <a:endParaRPr sz="1300"/>
          </a:p>
        </p:txBody>
      </p:sp>
      <p:sp>
        <p:nvSpPr>
          <p:cNvPr id="33" name="Text 31">
            <a:extLst xmlns:a="http://schemas.openxmlformats.org/drawingml/2006/main">
              <a:ext uri="{FF2B5EF4-FFF2-40B4-BE49-F238E27FC236}">
                <a16:creationId xmlns:a16="http://schemas.microsoft.com/office/drawing/2014/main" id="{24E319FA-1D15-4053-BE14-5A887CDFAD8D}"/>
              </a:ext>
            </a:extLst>
          </p:cNvPr>
          <p:cNvSpPr>
            <a:spLocks xmlns:a="http://schemas.openxmlformats.org/drawingml/2006/main" noGrp="1"/>
          </p:cNvSpPr>
          <p:nvPr/>
        </p:nvSpPr>
        <p:spPr>
          <a:xfrm xmlns:a="http://schemas.openxmlformats.org/drawingml/2006/main">
            <a:off x="3938885"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107</a:t>
            </a:r>
            <a:endParaRPr sz="1200"/>
          </a:p>
        </p:txBody>
      </p:sp>
      <p:sp>
        <p:nvSpPr>
          <p:cNvPr id="34" name="Text 32">
            <a:extLst xmlns:a="http://schemas.openxmlformats.org/drawingml/2006/main">
              <a:ext uri="{FF2B5EF4-FFF2-40B4-BE49-F238E27FC236}">
                <a16:creationId xmlns:a16="http://schemas.microsoft.com/office/drawing/2014/main" id="{2521BEFB-D3AE-4EB6-B7B9-A6E923265743}"/>
              </a:ext>
            </a:extLst>
          </p:cNvPr>
          <p:cNvSpPr>
            <a:spLocks xmlns:a="http://schemas.openxmlformats.org/drawingml/2006/main" noGrp="1"/>
          </p:cNvSpPr>
          <p:nvPr/>
        </p:nvSpPr>
        <p:spPr>
          <a:xfrm xmlns:a="http://schemas.openxmlformats.org/drawingml/2006/main">
            <a:off x="5147072" y="29337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38</a:t>
            </a:r>
            <a:endParaRPr sz="1500"/>
          </a:p>
        </p:txBody>
      </p:sp>
      <p:sp>
        <p:nvSpPr>
          <p:cNvPr id="35" name="Text 33">
            <a:extLst xmlns:a="http://schemas.openxmlformats.org/drawingml/2006/main">
              <a:ext uri="{FF2B5EF4-FFF2-40B4-BE49-F238E27FC236}">
                <a16:creationId xmlns:a16="http://schemas.microsoft.com/office/drawing/2014/main" id="{18E0066A-539A-4BD1-BB81-5708EB750C24}"/>
              </a:ext>
            </a:extLst>
          </p:cNvPr>
          <p:cNvSpPr>
            <a:spLocks xmlns:a="http://schemas.openxmlformats.org/drawingml/2006/main" noGrp="1"/>
          </p:cNvSpPr>
          <p:nvPr/>
        </p:nvSpPr>
        <p:spPr>
          <a:xfrm xmlns:a="http://schemas.openxmlformats.org/drawingml/2006/main">
            <a:off x="4969272" y="3200499"/>
            <a:ext cx="635000" cy="1492250"/>
          </a:xfrm>
          <a:custGeom xmlns:a="http://schemas.openxmlformats.org/drawingml/2006/main">
            <a:rect l="l" t="t" r="r" b="b"/>
            <a:pathLst>
              <a:path w="635000" h="1492250">
                <a:moveTo>
                  <a:pt x="0" y="38100"/>
                </a:moveTo>
                <a:arcTo wR="38100" hR="38100" stAng="10800000" swAng="5400000"/>
                <a:lnTo>
                  <a:pt x="596900" y="0"/>
                </a:lnTo>
                <a:arcTo wR="38100" hR="38100" stAng="16200000" swAng="5400000"/>
                <a:lnTo>
                  <a:pt x="635000" y="1492250"/>
                </a:lnTo>
                <a:lnTo>
                  <a:pt x="0" y="14922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26</a:t>
            </a:r>
            <a:endParaRPr sz="1200"/>
          </a:p>
        </p:txBody>
      </p:sp>
      <p:sp>
        <p:nvSpPr>
          <p:cNvPr id="36" name="Text 34">
            <a:extLst xmlns:a="http://schemas.openxmlformats.org/drawingml/2006/main">
              <a:ext uri="{FF2B5EF4-FFF2-40B4-BE49-F238E27FC236}">
                <a16:creationId xmlns:a16="http://schemas.microsoft.com/office/drawing/2014/main" id="{16B8F7D7-093B-4782-8581-3657FFE16E27}"/>
              </a:ext>
            </a:extLst>
          </p:cNvPr>
          <p:cNvSpPr>
            <a:spLocks xmlns:a="http://schemas.openxmlformats.org/drawingml/2006/main" noGrp="1"/>
          </p:cNvSpPr>
          <p:nvPr/>
        </p:nvSpPr>
        <p:spPr>
          <a:xfrm xmlns:a="http://schemas.openxmlformats.org/drawingml/2006/main">
            <a:off x="4969272" y="4692749"/>
            <a:ext cx="635000" cy="6921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12</a:t>
            </a:r>
            <a:endParaRPr sz="1200"/>
          </a:p>
        </p:txBody>
      </p:sp>
      <p:sp>
        <p:nvSpPr>
          <p:cNvPr id="37" name="Shape 35">
            <a:extLst xmlns:a="http://schemas.openxmlformats.org/drawingml/2006/main">
              <a:ext uri="{FF2B5EF4-FFF2-40B4-BE49-F238E27FC236}">
                <a16:creationId xmlns:a16="http://schemas.microsoft.com/office/drawing/2014/main" id="{C100B767-5CF8-4AA6-8B9B-17CBCCC8FA4B}"/>
              </a:ext>
            </a:extLst>
          </p:cNvPr>
          <p:cNvSpPr>
            <a:spLocks xmlns:a="http://schemas.openxmlformats.org/drawingml/2006/main" noGrp="1"/>
          </p:cNvSpPr>
          <p:nvPr/>
        </p:nvSpPr>
        <p:spPr>
          <a:xfrm xmlns:a="http://schemas.openxmlformats.org/drawingml/2006/main">
            <a:off x="4789686"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8" name="Text 36">
            <a:extLst xmlns:a="http://schemas.openxmlformats.org/drawingml/2006/main">
              <a:ext uri="{FF2B5EF4-FFF2-40B4-BE49-F238E27FC236}">
                <a16:creationId xmlns:a16="http://schemas.microsoft.com/office/drawing/2014/main" id="{116058E2-B740-48AC-9B8A-7EA44991046F}"/>
              </a:ext>
            </a:extLst>
          </p:cNvPr>
          <p:cNvSpPr>
            <a:spLocks xmlns:a="http://schemas.openxmlformats.org/drawingml/2006/main" noGrp="1"/>
          </p:cNvSpPr>
          <p:nvPr/>
        </p:nvSpPr>
        <p:spPr>
          <a:xfrm xmlns:a="http://schemas.openxmlformats.org/drawingml/2006/main">
            <a:off x="4976981" y="5448399"/>
            <a:ext cx="61948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Lun 28</a:t>
            </a:r>
            <a:endParaRPr sz="1300"/>
          </a:p>
        </p:txBody>
      </p:sp>
      <p:sp>
        <p:nvSpPr>
          <p:cNvPr id="39" name="Text 37">
            <a:extLst xmlns:a="http://schemas.openxmlformats.org/drawingml/2006/main">
              <a:ext uri="{FF2B5EF4-FFF2-40B4-BE49-F238E27FC236}">
                <a16:creationId xmlns:a16="http://schemas.microsoft.com/office/drawing/2014/main" id="{FC788B68-3664-4FAF-BA04-E75FA0B9C377}"/>
              </a:ext>
            </a:extLst>
          </p:cNvPr>
          <p:cNvSpPr>
            <a:spLocks xmlns:a="http://schemas.openxmlformats.org/drawingml/2006/main" noGrp="1"/>
          </p:cNvSpPr>
          <p:nvPr/>
        </p:nvSpPr>
        <p:spPr>
          <a:xfrm xmlns:a="http://schemas.openxmlformats.org/drawingml/2006/main">
            <a:off x="4933156"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135</a:t>
            </a:r>
            <a:endParaRPr sz="1200"/>
          </a:p>
        </p:txBody>
      </p:sp>
      <p:sp>
        <p:nvSpPr>
          <p:cNvPr id="40" name="Text 38">
            <a:extLst xmlns:a="http://schemas.openxmlformats.org/drawingml/2006/main">
              <a:ext uri="{FF2B5EF4-FFF2-40B4-BE49-F238E27FC236}">
                <a16:creationId xmlns:a16="http://schemas.microsoft.com/office/drawing/2014/main" id="{13057264-1D86-4F74-B273-8DCE11C136C0}"/>
              </a:ext>
            </a:extLst>
          </p:cNvPr>
          <p:cNvSpPr>
            <a:spLocks xmlns:a="http://schemas.openxmlformats.org/drawingml/2006/main" noGrp="1"/>
          </p:cNvSpPr>
          <p:nvPr/>
        </p:nvSpPr>
        <p:spPr>
          <a:xfrm xmlns:a="http://schemas.openxmlformats.org/drawingml/2006/main">
            <a:off x="6141244" y="41402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17</a:t>
            </a:r>
            <a:endParaRPr sz="1500"/>
          </a:p>
        </p:txBody>
      </p:sp>
      <p:sp>
        <p:nvSpPr>
          <p:cNvPr id="41" name="Text 39">
            <a:extLst xmlns:a="http://schemas.openxmlformats.org/drawingml/2006/main">
              <a:ext uri="{FF2B5EF4-FFF2-40B4-BE49-F238E27FC236}">
                <a16:creationId xmlns:a16="http://schemas.microsoft.com/office/drawing/2014/main" id="{A545859D-8D72-406A-8FC6-6C588C06C485}"/>
              </a:ext>
            </a:extLst>
          </p:cNvPr>
          <p:cNvSpPr>
            <a:spLocks xmlns:a="http://schemas.openxmlformats.org/drawingml/2006/main" noGrp="1"/>
          </p:cNvSpPr>
          <p:nvPr/>
        </p:nvSpPr>
        <p:spPr>
          <a:xfrm xmlns:a="http://schemas.openxmlformats.org/drawingml/2006/main">
            <a:off x="5963444" y="440699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42" name="Text 40">
            <a:extLst xmlns:a="http://schemas.openxmlformats.org/drawingml/2006/main">
              <a:ext uri="{FF2B5EF4-FFF2-40B4-BE49-F238E27FC236}">
                <a16:creationId xmlns:a16="http://schemas.microsoft.com/office/drawing/2014/main" id="{6E7113C5-0954-467D-9612-EDF5E225F62E}"/>
              </a:ext>
            </a:extLst>
          </p:cNvPr>
          <p:cNvSpPr>
            <a:spLocks xmlns:a="http://schemas.openxmlformats.org/drawingml/2006/main" noGrp="1"/>
          </p:cNvSpPr>
          <p:nvPr/>
        </p:nvSpPr>
        <p:spPr>
          <a:xfrm xmlns:a="http://schemas.openxmlformats.org/drawingml/2006/main">
            <a:off x="5963444" y="4749899"/>
            <a:ext cx="635000" cy="6350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11</a:t>
            </a:r>
            <a:endParaRPr sz="1200"/>
          </a:p>
        </p:txBody>
      </p:sp>
      <p:sp>
        <p:nvSpPr>
          <p:cNvPr id="43" name="Shape 41">
            <a:extLst xmlns:a="http://schemas.openxmlformats.org/drawingml/2006/main">
              <a:ext uri="{FF2B5EF4-FFF2-40B4-BE49-F238E27FC236}">
                <a16:creationId xmlns:a16="http://schemas.microsoft.com/office/drawing/2014/main" id="{F0323685-E270-4773-806F-F6F2490F26B6}"/>
              </a:ext>
            </a:extLst>
          </p:cNvPr>
          <p:cNvSpPr>
            <a:spLocks xmlns:a="http://schemas.openxmlformats.org/drawingml/2006/main" noGrp="1"/>
          </p:cNvSpPr>
          <p:nvPr/>
        </p:nvSpPr>
        <p:spPr>
          <a:xfrm xmlns:a="http://schemas.openxmlformats.org/drawingml/2006/main">
            <a:off x="5783858"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44" name="Text 42">
            <a:extLst xmlns:a="http://schemas.openxmlformats.org/drawingml/2006/main">
              <a:ext uri="{FF2B5EF4-FFF2-40B4-BE49-F238E27FC236}">
                <a16:creationId xmlns:a16="http://schemas.microsoft.com/office/drawing/2014/main" id="{BF773D71-886C-4422-82B4-01BD04C2969E}"/>
              </a:ext>
            </a:extLst>
          </p:cNvPr>
          <p:cNvSpPr>
            <a:spLocks xmlns:a="http://schemas.openxmlformats.org/drawingml/2006/main" noGrp="1"/>
          </p:cNvSpPr>
          <p:nvPr/>
        </p:nvSpPr>
        <p:spPr>
          <a:xfrm xmlns:a="http://schemas.openxmlformats.org/drawingml/2006/main">
            <a:off x="5963404" y="5448399"/>
            <a:ext cx="635079"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Mar 29</a:t>
            </a:r>
            <a:endParaRPr sz="1300"/>
          </a:p>
        </p:txBody>
      </p:sp>
      <p:sp>
        <p:nvSpPr>
          <p:cNvPr id="45" name="Text 43">
            <a:extLst xmlns:a="http://schemas.openxmlformats.org/drawingml/2006/main">
              <a:ext uri="{FF2B5EF4-FFF2-40B4-BE49-F238E27FC236}">
                <a16:creationId xmlns:a16="http://schemas.microsoft.com/office/drawing/2014/main" id="{FF9DC9BD-443D-4B19-BF26-B8C1D988ED3F}"/>
              </a:ext>
            </a:extLst>
          </p:cNvPr>
          <p:cNvSpPr>
            <a:spLocks xmlns:a="http://schemas.openxmlformats.org/drawingml/2006/main" noGrp="1"/>
          </p:cNvSpPr>
          <p:nvPr/>
        </p:nvSpPr>
        <p:spPr>
          <a:xfrm xmlns:a="http://schemas.openxmlformats.org/drawingml/2006/main">
            <a:off x="5982206"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96</a:t>
            </a:r>
            <a:endParaRPr sz="1200"/>
          </a:p>
        </p:txBody>
      </p:sp>
      <p:sp>
        <p:nvSpPr>
          <p:cNvPr id="46" name="Text 44">
            <a:extLst xmlns:a="http://schemas.openxmlformats.org/drawingml/2006/main">
              <a:ext uri="{FF2B5EF4-FFF2-40B4-BE49-F238E27FC236}">
                <a16:creationId xmlns:a16="http://schemas.microsoft.com/office/drawing/2014/main" id="{FE124407-D9A2-4D67-B3D6-8A8A294CAFC5}"/>
              </a:ext>
            </a:extLst>
          </p:cNvPr>
          <p:cNvSpPr>
            <a:spLocks xmlns:a="http://schemas.openxmlformats.org/drawingml/2006/main" noGrp="1"/>
          </p:cNvSpPr>
          <p:nvPr/>
        </p:nvSpPr>
        <p:spPr>
          <a:xfrm xmlns:a="http://schemas.openxmlformats.org/drawingml/2006/main">
            <a:off x="7135515" y="33401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31</a:t>
            </a:r>
            <a:endParaRPr sz="1500"/>
          </a:p>
        </p:txBody>
      </p:sp>
      <p:sp>
        <p:nvSpPr>
          <p:cNvPr id="47" name="Text 45">
            <a:extLst xmlns:a="http://schemas.openxmlformats.org/drawingml/2006/main">
              <a:ext uri="{FF2B5EF4-FFF2-40B4-BE49-F238E27FC236}">
                <a16:creationId xmlns:a16="http://schemas.microsoft.com/office/drawing/2014/main" id="{38DBF82D-5C91-4804-9EDF-E0163AF9CDE5}"/>
              </a:ext>
            </a:extLst>
          </p:cNvPr>
          <p:cNvSpPr>
            <a:spLocks xmlns:a="http://schemas.openxmlformats.org/drawingml/2006/main" noGrp="1"/>
          </p:cNvSpPr>
          <p:nvPr/>
        </p:nvSpPr>
        <p:spPr>
          <a:xfrm xmlns:a="http://schemas.openxmlformats.org/drawingml/2006/main">
            <a:off x="6957715" y="3606899"/>
            <a:ext cx="635000" cy="1263650"/>
          </a:xfrm>
          <a:custGeom xmlns:a="http://schemas.openxmlformats.org/drawingml/2006/main">
            <a:rect l="l" t="t" r="r" b="b"/>
            <a:pathLst>
              <a:path w="635000" h="1263650">
                <a:moveTo>
                  <a:pt x="0" y="38100"/>
                </a:moveTo>
                <a:arcTo wR="38100" hR="38100" stAng="10800000" swAng="5400000"/>
                <a:lnTo>
                  <a:pt x="596900" y="0"/>
                </a:lnTo>
                <a:arcTo wR="38100" hR="38100" stAng="16200000" swAng="5400000"/>
                <a:lnTo>
                  <a:pt x="635000" y="1263650"/>
                </a:lnTo>
                <a:lnTo>
                  <a:pt x="0" y="12636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22</a:t>
            </a:r>
            <a:endParaRPr sz="1200"/>
          </a:p>
        </p:txBody>
      </p:sp>
      <p:sp>
        <p:nvSpPr>
          <p:cNvPr id="48" name="Text 46">
            <a:extLst xmlns:a="http://schemas.openxmlformats.org/drawingml/2006/main">
              <a:ext uri="{FF2B5EF4-FFF2-40B4-BE49-F238E27FC236}">
                <a16:creationId xmlns:a16="http://schemas.microsoft.com/office/drawing/2014/main" id="{8175B917-D76A-4D1D-8656-37451E7A6FE0}"/>
              </a:ext>
            </a:extLst>
          </p:cNvPr>
          <p:cNvSpPr>
            <a:spLocks xmlns:a="http://schemas.openxmlformats.org/drawingml/2006/main" noGrp="1"/>
          </p:cNvSpPr>
          <p:nvPr/>
        </p:nvSpPr>
        <p:spPr>
          <a:xfrm xmlns:a="http://schemas.openxmlformats.org/drawingml/2006/main">
            <a:off x="6957715" y="4870549"/>
            <a:ext cx="635000" cy="5143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9</a:t>
            </a:r>
            <a:endParaRPr sz="1200"/>
          </a:p>
        </p:txBody>
      </p:sp>
      <p:sp>
        <p:nvSpPr>
          <p:cNvPr id="49" name="Shape 47">
            <a:extLst xmlns:a="http://schemas.openxmlformats.org/drawingml/2006/main">
              <a:ext uri="{FF2B5EF4-FFF2-40B4-BE49-F238E27FC236}">
                <a16:creationId xmlns:a16="http://schemas.microsoft.com/office/drawing/2014/main" id="{C9BAD944-6126-4CED-B6F0-80BFBCEAE3B5}"/>
              </a:ext>
            </a:extLst>
          </p:cNvPr>
          <p:cNvSpPr>
            <a:spLocks xmlns:a="http://schemas.openxmlformats.org/drawingml/2006/main" noGrp="1"/>
          </p:cNvSpPr>
          <p:nvPr/>
        </p:nvSpPr>
        <p:spPr>
          <a:xfrm xmlns:a="http://schemas.openxmlformats.org/drawingml/2006/main">
            <a:off x="6778129"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50" name="Text 48">
            <a:extLst xmlns:a="http://schemas.openxmlformats.org/drawingml/2006/main">
              <a:ext uri="{FF2B5EF4-FFF2-40B4-BE49-F238E27FC236}">
                <a16:creationId xmlns:a16="http://schemas.microsoft.com/office/drawing/2014/main" id="{96EF1358-B3EB-4F75-9B91-568007401ACA}"/>
              </a:ext>
            </a:extLst>
          </p:cNvPr>
          <p:cNvSpPr>
            <a:spLocks xmlns:a="http://schemas.openxmlformats.org/drawingml/2006/main" noGrp="1"/>
          </p:cNvSpPr>
          <p:nvPr/>
        </p:nvSpPr>
        <p:spPr>
          <a:xfrm xmlns:a="http://schemas.openxmlformats.org/drawingml/2006/main">
            <a:off x="6969462" y="5448399"/>
            <a:ext cx="611505"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Mié 30</a:t>
            </a:r>
            <a:endParaRPr sz="1300"/>
          </a:p>
        </p:txBody>
      </p:sp>
      <p:sp>
        <p:nvSpPr>
          <p:cNvPr id="51" name="Text 49">
            <a:extLst xmlns:a="http://schemas.openxmlformats.org/drawingml/2006/main">
              <a:ext uri="{FF2B5EF4-FFF2-40B4-BE49-F238E27FC236}">
                <a16:creationId xmlns:a16="http://schemas.microsoft.com/office/drawing/2014/main" id="{E471EAEE-7B82-482E-83B1-BE6E15CDC09F}"/>
              </a:ext>
            </a:extLst>
          </p:cNvPr>
          <p:cNvSpPr>
            <a:spLocks xmlns:a="http://schemas.openxmlformats.org/drawingml/2006/main" noGrp="1"/>
          </p:cNvSpPr>
          <p:nvPr/>
        </p:nvSpPr>
        <p:spPr>
          <a:xfrm xmlns:a="http://schemas.openxmlformats.org/drawingml/2006/main">
            <a:off x="6921599"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100</a:t>
            </a:r>
            <a:endParaRPr sz="1200"/>
          </a:p>
        </p:txBody>
      </p:sp>
      <p:sp>
        <p:nvSpPr>
          <p:cNvPr id="52" name="Shape 50">
            <a:extLst xmlns:a="http://schemas.openxmlformats.org/drawingml/2006/main">
              <a:ext uri="{FF2B5EF4-FFF2-40B4-BE49-F238E27FC236}">
                <a16:creationId xmlns:a16="http://schemas.microsoft.com/office/drawing/2014/main" id="{7F74DD0B-341F-478C-99DB-E6D984A54F35}"/>
              </a:ext>
            </a:extLst>
          </p:cNvPr>
          <p:cNvSpPr>
            <a:spLocks xmlns:a="http://schemas.openxmlformats.org/drawingml/2006/main" noGrp="1"/>
          </p:cNvSpPr>
          <p:nvPr/>
        </p:nvSpPr>
        <p:spPr>
          <a:xfrm xmlns:a="http://schemas.openxmlformats.org/drawingml/2006/main">
            <a:off x="8080375" y="2371427"/>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370D3993-7D6F-48A6-BF25-312BEFF5A9B4}"/>
              </a:ext>
            </a:extLst>
          </p:cNvPr>
          <p:cNvSpPr>
            <a:spLocks xmlns:a="http://schemas.openxmlformats.org/drawingml/2006/main" noGrp="1"/>
          </p:cNvSpPr>
          <p:nvPr/>
        </p:nvSpPr>
        <p:spPr>
          <a:xfrm xmlns:a="http://schemas.openxmlformats.org/drawingml/2006/main">
            <a:off x="8210550" y="2450802"/>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38</a:t>
            </a:r>
            <a:endParaRPr sz="2200"/>
          </a:p>
        </p:txBody>
      </p:sp>
      <p:sp>
        <p:nvSpPr>
          <p:cNvPr id="54" name="Text 52">
            <a:extLst xmlns:a="http://schemas.openxmlformats.org/drawingml/2006/main">
              <a:ext uri="{FF2B5EF4-FFF2-40B4-BE49-F238E27FC236}">
                <a16:creationId xmlns:a16="http://schemas.microsoft.com/office/drawing/2014/main" id="{6E9CF099-94B3-4419-BC95-DC77A03C2FD6}"/>
              </a:ext>
            </a:extLst>
          </p:cNvPr>
          <p:cNvSpPr>
            <a:spLocks xmlns:a="http://schemas.openxmlformats.org/drawingml/2006/main" noGrp="1"/>
          </p:cNvSpPr>
          <p:nvPr/>
        </p:nvSpPr>
        <p:spPr>
          <a:xfrm xmlns:a="http://schemas.openxmlformats.org/drawingml/2006/main">
            <a:off x="8210550" y="2769493"/>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camiones adentro el lunes 28: 12 en Ricardone y 26 en San Lorenzo.</a:t>
            </a:r>
            <a:endParaRPr sz="1200"/>
          </a:p>
        </p:txBody>
      </p:sp>
      <p:sp>
        <p:nvSpPr>
          <p:cNvPr id="55" name="Shape 53">
            <a:extLst xmlns:a="http://schemas.openxmlformats.org/drawingml/2006/main">
              <a:ext uri="{FF2B5EF4-FFF2-40B4-BE49-F238E27FC236}">
                <a16:creationId xmlns:a16="http://schemas.microsoft.com/office/drawing/2014/main" id="{E682BE45-3083-4BAE-89E4-1490BDD2C8C7}"/>
              </a:ext>
            </a:extLst>
          </p:cNvPr>
          <p:cNvSpPr>
            <a:spLocks xmlns:a="http://schemas.openxmlformats.org/drawingml/2006/main" noGrp="1"/>
          </p:cNvSpPr>
          <p:nvPr/>
        </p:nvSpPr>
        <p:spPr>
          <a:xfrm xmlns:a="http://schemas.openxmlformats.org/drawingml/2006/main">
            <a:off x="8080375" y="3340199"/>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480FABA6-150D-4B65-B6BB-AA216B6169DF}"/>
              </a:ext>
            </a:extLst>
          </p:cNvPr>
          <p:cNvSpPr>
            <a:spLocks xmlns:a="http://schemas.openxmlformats.org/drawingml/2006/main" noGrp="1"/>
          </p:cNvSpPr>
          <p:nvPr/>
        </p:nvSpPr>
        <p:spPr>
          <a:xfrm xmlns:a="http://schemas.openxmlformats.org/drawingml/2006/main">
            <a:off x="8210550" y="3419574"/>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17–38</a:t>
            </a:r>
            <a:endParaRPr sz="2200"/>
          </a:p>
        </p:txBody>
      </p:sp>
      <p:sp>
        <p:nvSpPr>
          <p:cNvPr id="57" name="Text 55">
            <a:extLst xmlns:a="http://schemas.openxmlformats.org/drawingml/2006/main">
              <a:ext uri="{FF2B5EF4-FFF2-40B4-BE49-F238E27FC236}">
                <a16:creationId xmlns:a16="http://schemas.microsoft.com/office/drawing/2014/main" id="{429A7411-9B76-485F-A8CA-C4C7E7FB7446}"/>
              </a:ext>
            </a:extLst>
          </p:cNvPr>
          <p:cNvSpPr>
            <a:spLocks xmlns:a="http://schemas.openxmlformats.org/drawingml/2006/main" noGrp="1"/>
          </p:cNvSpPr>
          <p:nvPr/>
        </p:nvSpPr>
        <p:spPr>
          <a:xfrm xmlns:a="http://schemas.openxmlformats.org/drawingml/2006/main">
            <a:off x="8210550" y="3738265"/>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por día en la semana; el más bajo, el martes 29.</a:t>
            </a:r>
            <a:endParaRPr sz="1200"/>
          </a:p>
        </p:txBody>
      </p:sp>
      <p:sp>
        <p:nvSpPr>
          <p:cNvPr id="58" name="Shape 56">
            <a:extLst xmlns:a="http://schemas.openxmlformats.org/drawingml/2006/main">
              <a:ext uri="{FF2B5EF4-FFF2-40B4-BE49-F238E27FC236}">
                <a16:creationId xmlns:a16="http://schemas.microsoft.com/office/drawing/2014/main" id="{363C8F5E-78E8-4C75-B922-BB2618D14D05}"/>
              </a:ext>
            </a:extLst>
          </p:cNvPr>
          <p:cNvSpPr>
            <a:spLocks xmlns:a="http://schemas.openxmlformats.org/drawingml/2006/main" noGrp="1"/>
          </p:cNvSpPr>
          <p:nvPr/>
        </p:nvSpPr>
        <p:spPr>
          <a:xfrm xmlns:a="http://schemas.openxmlformats.org/drawingml/2006/main">
            <a:off x="8080375" y="4308971"/>
            <a:ext cx="3295650" cy="1269603"/>
          </a:xfrm>
          <a:prstGeom xmlns:a="http://schemas.openxmlformats.org/drawingml/2006/main" prst="roundRect">
            <a:avLst>
              <a:gd name="adj" fmla="val 6752"/>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0D43A780-A7A5-4360-B188-65E81C54BE4F}"/>
              </a:ext>
            </a:extLst>
          </p:cNvPr>
          <p:cNvSpPr>
            <a:spLocks xmlns:a="http://schemas.openxmlformats.org/drawingml/2006/main" noGrp="1"/>
          </p:cNvSpPr>
          <p:nvPr/>
        </p:nvSpPr>
        <p:spPr>
          <a:xfrm xmlns:a="http://schemas.openxmlformats.org/drawingml/2006/main">
            <a:off x="8210550" y="4388346"/>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0B5638"/>
                </a:solidFill>
                <a:latin typeface="IBM Plex Sans"/>
                <a:ea typeface="IBM Plex Sans"/>
                <a:cs typeface="IBM Plex Sans"/>
              </a:rPr>
              <a:t>26</a:t>
            </a:r>
            <a:endParaRPr sz="2200"/>
          </a:p>
        </p:txBody>
      </p:sp>
      <p:sp>
        <p:nvSpPr>
          <p:cNvPr id="60" name="Text 58">
            <a:extLst xmlns:a="http://schemas.openxmlformats.org/drawingml/2006/main">
              <a:ext uri="{FF2B5EF4-FFF2-40B4-BE49-F238E27FC236}">
                <a16:creationId xmlns:a16="http://schemas.microsoft.com/office/drawing/2014/main" id="{C9796941-0717-4687-A4C1-36000509AF61}"/>
              </a:ext>
            </a:extLst>
          </p:cNvPr>
          <p:cNvSpPr>
            <a:spLocks xmlns:a="http://schemas.openxmlformats.org/drawingml/2006/main" noGrp="1"/>
          </p:cNvSpPr>
          <p:nvPr/>
        </p:nvSpPr>
        <p:spPr>
          <a:xfrm xmlns:a="http://schemas.openxmlformats.org/drawingml/2006/main">
            <a:off x="8210550" y="4707037"/>
            <a:ext cx="3126359" cy="81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en San Lorenzo el lunes 28: el puerto tardó 248 min por camión, con la PV2 sin descargar por un preventivo en su compresor.</a:t>
            </a:r>
            <a:endParaRPr sz="1200"/>
          </a:p>
        </p:txBody>
      </p:sp>
      <p:pic>
        <p:nvPicPr>
          <p:cNvPr id="124" name="Image 0"/>
          <p:cNvPicPr>
            <a:picLocks xmlns:a="http://schemas.openxmlformats.org/drawingml/2006/main" noChangeAspect="1"/>
          </p:cNvPicPr>
          <p:nvPr/>
        </p:nvPicPr>
        <p:blipFill>
          <a:blip xmlns:r="http://schemas.openxmlformats.org/officeDocument/2006/relationships" xmlns:a="http://schemas.openxmlformats.org/drawingml/2006/main" r:embed="R798699ba0dcf439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2" name="Text 59">
            <a:extLst xmlns:a="http://schemas.openxmlformats.org/drawingml/2006/main">
              <a:ext uri="{FF2B5EF4-FFF2-40B4-BE49-F238E27FC236}">
                <a16:creationId xmlns:a16="http://schemas.microsoft.com/office/drawing/2014/main" id="{DD4008E1-8C79-49A3-A852-F105064AC5D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a:t>
            </a:r>
            <a:endParaRPr sz="1200"/>
          </a:p>
        </p:txBody>
      </p:sp>
      <p:pic>
        <p:nvPicPr>
          <p:cNvPr id="126" name="Image 1"/>
          <p:cNvPicPr>
            <a:picLocks xmlns:a="http://schemas.openxmlformats.org/drawingml/2006/main" noChangeAspect="1"/>
          </p:cNvPicPr>
          <p:nvPr/>
        </p:nvPicPr>
        <p:blipFill>
          <a:blip xmlns:r="http://schemas.openxmlformats.org/officeDocument/2006/relationships" xmlns:a="http://schemas.openxmlformats.org/drawingml/2006/main" r:embed="R36c9c51fc8ac41f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34032522"/>
      </p:ext>
    </p:extLst>
  </p:cSld>
</p:sld>
</file>

<file path=ppt/slides/slide4.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B34541-C9CD-46B1-B876-B28781C367C2}"/>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01</a:t>
            </a:r>
            <a:endParaRPr sz="8000"/>
          </a:p>
        </p:txBody>
      </p:sp>
      <p:sp>
        <p:nvSpPr>
          <p:cNvPr id="3" name="Text 1">
            <a:extLst xmlns:a="http://schemas.openxmlformats.org/drawingml/2006/main">
              <a:ext uri="{FF2B5EF4-FFF2-40B4-BE49-F238E27FC236}">
                <a16:creationId xmlns:a16="http://schemas.microsoft.com/office/drawing/2014/main" id="{128FCAE7-35A9-432C-9438-5B88F4966565}"/>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Soja</a:t>
            </a:r>
            <a:endParaRPr sz="6000"/>
          </a:p>
        </p:txBody>
      </p:sp>
      <p:sp>
        <p:nvSpPr>
          <p:cNvPr id="4" name="Text 2">
            <a:extLst xmlns:a="http://schemas.openxmlformats.org/drawingml/2006/main">
              <a:ext uri="{FF2B5EF4-FFF2-40B4-BE49-F238E27FC236}">
                <a16:creationId xmlns:a16="http://schemas.microsoft.com/office/drawing/2014/main" id="{D19AEA49-1CED-40FB-BAA7-B9E1FAF23101}"/>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 R7 Ricardone → San Lorenzo: la semana día por día, por planta y por horario.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f39157d57ee44cfc"/>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E72CD24-EB98-4E9B-94D3-EC3FD8C8744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916edd9f87054b4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94324469"/>
      </p:ext>
    </p:extLst>
  </p:cSld>
</p:sld>
</file>

<file path=ppt/slides/slide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7BA6DC-0D62-4735-A0DC-72CD232B20E0}"/>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F01FF86E-3EA9-4DFA-8F12-E2F2B2BC86A0}"/>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Tiempos medios por tramo</a:t>
            </a:r>
            <a:endParaRPr sz="3200"/>
          </a:p>
        </p:txBody>
      </p:sp>
      <p:sp>
        <p:nvSpPr>
          <p:cNvPr id="4" name="Text 2">
            <a:extLst xmlns:a="http://schemas.openxmlformats.org/drawingml/2006/main">
              <a:ext uri="{FF2B5EF4-FFF2-40B4-BE49-F238E27FC236}">
                <a16:creationId xmlns:a16="http://schemas.microsoft.com/office/drawing/2014/main" id="{7C9F504D-2643-4BCE-B2A9-8DA35EDAF5BF}"/>
              </a:ext>
            </a:extLst>
          </p:cNvPr>
          <p:cNvSpPr>
            <a:spLocks xmlns:a="http://schemas.openxmlformats.org/drawingml/2006/main" noGrp="1"/>
          </p:cNvSpPr>
          <p:nvPr/>
        </p:nvSpPr>
        <p:spPr>
          <a:xfrm xmlns:a="http://schemas.openxmlformats.org/drawingml/2006/main">
            <a:off x="812800"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1EC939F7-2DE0-4E1C-BE31-3CC7957F2F18}"/>
              </a:ext>
            </a:extLst>
          </p:cNvPr>
          <p:cNvSpPr>
            <a:spLocks xmlns:a="http://schemas.openxmlformats.org/drawingml/2006/main" noGrp="1"/>
          </p:cNvSpPr>
          <p:nvPr/>
        </p:nvSpPr>
        <p:spPr>
          <a:xfrm xmlns:a="http://schemas.openxmlformats.org/drawingml/2006/main">
            <a:off x="812800" y="207754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9646B5FC-7790-4A3A-A405-1004CA0A77F2}"/>
              </a:ext>
            </a:extLst>
          </p:cNvPr>
          <p:cNvSpPr>
            <a:spLocks xmlns:a="http://schemas.openxmlformats.org/drawingml/2006/main" noGrp="1"/>
          </p:cNvSpPr>
          <p:nvPr/>
        </p:nvSpPr>
        <p:spPr>
          <a:xfrm xmlns:a="http://schemas.openxmlformats.org/drawingml/2006/main">
            <a:off x="812800"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EEA83D0B-4A84-4731-AB42-8DCB4EC09C66}"/>
              </a:ext>
            </a:extLst>
          </p:cNvPr>
          <p:cNvSpPr>
            <a:spLocks xmlns:a="http://schemas.openxmlformats.org/drawingml/2006/main" noGrp="1"/>
          </p:cNvSpPr>
          <p:nvPr/>
        </p:nvSpPr>
        <p:spPr>
          <a:xfrm xmlns:a="http://schemas.openxmlformats.org/drawingml/2006/main">
            <a:off x="2333129"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97111754-17A9-40D6-A037-347AB5EF56DA}"/>
              </a:ext>
            </a:extLst>
          </p:cNvPr>
          <p:cNvSpPr>
            <a:spLocks xmlns:a="http://schemas.openxmlformats.org/drawingml/2006/main" noGrp="1"/>
          </p:cNvSpPr>
          <p:nvPr/>
        </p:nvSpPr>
        <p:spPr>
          <a:xfrm xmlns:a="http://schemas.openxmlformats.org/drawingml/2006/main">
            <a:off x="2333129" y="2077541"/>
            <a:ext cx="1444129"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E7FF7143-0471-41B2-B40B-FF235E7F7D11}"/>
              </a:ext>
            </a:extLst>
          </p:cNvPr>
          <p:cNvSpPr>
            <a:spLocks xmlns:a="http://schemas.openxmlformats.org/drawingml/2006/main" noGrp="1"/>
          </p:cNvSpPr>
          <p:nvPr/>
        </p:nvSpPr>
        <p:spPr>
          <a:xfrm xmlns:a="http://schemas.openxmlformats.org/drawingml/2006/main">
            <a:off x="2333129"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2C90368F-A361-43D9-A5B2-97A90A41E878}"/>
              </a:ext>
            </a:extLst>
          </p:cNvPr>
          <p:cNvSpPr>
            <a:spLocks xmlns:a="http://schemas.openxmlformats.org/drawingml/2006/main" noGrp="1"/>
          </p:cNvSpPr>
          <p:nvPr/>
        </p:nvSpPr>
        <p:spPr>
          <a:xfrm xmlns:a="http://schemas.openxmlformats.org/drawingml/2006/main">
            <a:off x="3853458"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11" name="Shape 9">
            <a:extLst xmlns:a="http://schemas.openxmlformats.org/drawingml/2006/main">
              <a:ext uri="{FF2B5EF4-FFF2-40B4-BE49-F238E27FC236}">
                <a16:creationId xmlns:a16="http://schemas.microsoft.com/office/drawing/2014/main" id="{912EEBC3-5D60-44F9-8608-DB31DA51390D}"/>
              </a:ext>
            </a:extLst>
          </p:cNvPr>
          <p:cNvSpPr>
            <a:spLocks xmlns:a="http://schemas.openxmlformats.org/drawingml/2006/main" noGrp="1"/>
          </p:cNvSpPr>
          <p:nvPr/>
        </p:nvSpPr>
        <p:spPr>
          <a:xfrm xmlns:a="http://schemas.openxmlformats.org/drawingml/2006/main">
            <a:off x="3853458" y="2077541"/>
            <a:ext cx="1444228"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130D1F2D-C0B4-408B-83F1-5DFABA5FB335}"/>
              </a:ext>
            </a:extLst>
          </p:cNvPr>
          <p:cNvSpPr>
            <a:spLocks xmlns:a="http://schemas.openxmlformats.org/drawingml/2006/main" noGrp="1"/>
          </p:cNvSpPr>
          <p:nvPr/>
        </p:nvSpPr>
        <p:spPr>
          <a:xfrm xmlns:a="http://schemas.openxmlformats.org/drawingml/2006/main">
            <a:off x="3853458"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Ricardone</a:t>
            </a:r>
            <a:endParaRPr sz="1200"/>
          </a:p>
        </p:txBody>
      </p:sp>
      <p:sp>
        <p:nvSpPr>
          <p:cNvPr id="13" name="Text 11">
            <a:extLst xmlns:a="http://schemas.openxmlformats.org/drawingml/2006/main">
              <a:ext uri="{FF2B5EF4-FFF2-40B4-BE49-F238E27FC236}">
                <a16:creationId xmlns:a16="http://schemas.microsoft.com/office/drawing/2014/main" id="{81F7729A-B5A8-47C9-810C-986E31C5DF4C}"/>
              </a:ext>
            </a:extLst>
          </p:cNvPr>
          <p:cNvSpPr>
            <a:spLocks xmlns:a="http://schemas.openxmlformats.org/drawingml/2006/main" noGrp="1"/>
          </p:cNvSpPr>
          <p:nvPr/>
        </p:nvSpPr>
        <p:spPr>
          <a:xfrm xmlns:a="http://schemas.openxmlformats.org/drawingml/2006/main">
            <a:off x="5373886"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Interplanta</a:t>
            </a:r>
            <a:endParaRPr sz="1400"/>
          </a:p>
        </p:txBody>
      </p:sp>
      <p:sp>
        <p:nvSpPr>
          <p:cNvPr id="14" name="Shape 12">
            <a:extLst xmlns:a="http://schemas.openxmlformats.org/drawingml/2006/main">
              <a:ext uri="{FF2B5EF4-FFF2-40B4-BE49-F238E27FC236}">
                <a16:creationId xmlns:a16="http://schemas.microsoft.com/office/drawing/2014/main" id="{7E857522-D3A4-4465-B93C-210340E1EF8E}"/>
              </a:ext>
            </a:extLst>
          </p:cNvPr>
          <p:cNvSpPr>
            <a:spLocks xmlns:a="http://schemas.openxmlformats.org/drawingml/2006/main" noGrp="1"/>
          </p:cNvSpPr>
          <p:nvPr/>
        </p:nvSpPr>
        <p:spPr>
          <a:xfrm xmlns:a="http://schemas.openxmlformats.org/drawingml/2006/main">
            <a:off x="5373886" y="207754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400FA542-02F8-48AE-96C2-BF36CAF9ED04}"/>
              </a:ext>
            </a:extLst>
          </p:cNvPr>
          <p:cNvSpPr>
            <a:spLocks xmlns:a="http://schemas.openxmlformats.org/drawingml/2006/main" noGrp="1"/>
          </p:cNvSpPr>
          <p:nvPr/>
        </p:nvSpPr>
        <p:spPr>
          <a:xfrm xmlns:a="http://schemas.openxmlformats.org/drawingml/2006/main">
            <a:off x="5373886"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Ricardone → Ingreso SLZ</a:t>
            </a:r>
            <a:endParaRPr sz="1200"/>
          </a:p>
        </p:txBody>
      </p:sp>
      <p:sp>
        <p:nvSpPr>
          <p:cNvPr id="16" name="Text 14">
            <a:extLst xmlns:a="http://schemas.openxmlformats.org/drawingml/2006/main">
              <a:ext uri="{FF2B5EF4-FFF2-40B4-BE49-F238E27FC236}">
                <a16:creationId xmlns:a16="http://schemas.microsoft.com/office/drawing/2014/main" id="{C127DBF0-4E7F-4885-BA86-2B006AB5F1DC}"/>
              </a:ext>
            </a:extLst>
          </p:cNvPr>
          <p:cNvSpPr>
            <a:spLocks xmlns:a="http://schemas.openxmlformats.org/drawingml/2006/main" noGrp="1"/>
          </p:cNvSpPr>
          <p:nvPr/>
        </p:nvSpPr>
        <p:spPr>
          <a:xfrm xmlns:a="http://schemas.openxmlformats.org/drawingml/2006/main">
            <a:off x="6894215"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17" name="Shape 15">
            <a:extLst xmlns:a="http://schemas.openxmlformats.org/drawingml/2006/main">
              <a:ext uri="{FF2B5EF4-FFF2-40B4-BE49-F238E27FC236}">
                <a16:creationId xmlns:a16="http://schemas.microsoft.com/office/drawing/2014/main" id="{45792C2A-0876-4E39-8E11-1861CA0602D2}"/>
              </a:ext>
            </a:extLst>
          </p:cNvPr>
          <p:cNvSpPr>
            <a:spLocks xmlns:a="http://schemas.openxmlformats.org/drawingml/2006/main" noGrp="1"/>
          </p:cNvSpPr>
          <p:nvPr/>
        </p:nvSpPr>
        <p:spPr>
          <a:xfrm xmlns:a="http://schemas.openxmlformats.org/drawingml/2006/main">
            <a:off x="6894215" y="207754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1C9E96F1-4535-40B7-B412-AF92C00101FD}"/>
              </a:ext>
            </a:extLst>
          </p:cNvPr>
          <p:cNvSpPr>
            <a:spLocks xmlns:a="http://schemas.openxmlformats.org/drawingml/2006/main" noGrp="1"/>
          </p:cNvSpPr>
          <p:nvPr/>
        </p:nvSpPr>
        <p:spPr>
          <a:xfrm xmlns:a="http://schemas.openxmlformats.org/drawingml/2006/main">
            <a:off x="6894215"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OSL</a:t>
            </a:r>
            <a:endParaRPr sz="1200"/>
          </a:p>
        </p:txBody>
      </p:sp>
      <p:sp>
        <p:nvSpPr>
          <p:cNvPr id="19" name="Text 17">
            <a:extLst xmlns:a="http://schemas.openxmlformats.org/drawingml/2006/main">
              <a:ext uri="{FF2B5EF4-FFF2-40B4-BE49-F238E27FC236}">
                <a16:creationId xmlns:a16="http://schemas.microsoft.com/office/drawing/2014/main" id="{02ADBB51-3FBB-40D3-83F9-38FDBCF3E21E}"/>
              </a:ext>
            </a:extLst>
          </p:cNvPr>
          <p:cNvSpPr>
            <a:spLocks xmlns:a="http://schemas.openxmlformats.org/drawingml/2006/main" noGrp="1"/>
          </p:cNvSpPr>
          <p:nvPr/>
        </p:nvSpPr>
        <p:spPr>
          <a:xfrm xmlns:a="http://schemas.openxmlformats.org/drawingml/2006/main">
            <a:off x="8414643"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0" name="Shape 18">
            <a:extLst xmlns:a="http://schemas.openxmlformats.org/drawingml/2006/main">
              <a:ext uri="{FF2B5EF4-FFF2-40B4-BE49-F238E27FC236}">
                <a16:creationId xmlns:a16="http://schemas.microsoft.com/office/drawing/2014/main" id="{B52D7203-17D8-434C-B63E-7C4739CBAEBC}"/>
              </a:ext>
            </a:extLst>
          </p:cNvPr>
          <p:cNvSpPr>
            <a:spLocks xmlns:a="http://schemas.openxmlformats.org/drawingml/2006/main" noGrp="1"/>
          </p:cNvSpPr>
          <p:nvPr/>
        </p:nvSpPr>
        <p:spPr>
          <a:xfrm xmlns:a="http://schemas.openxmlformats.org/drawingml/2006/main">
            <a:off x="8414643" y="207754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A7E719DD-03F9-48E2-9771-C157472366B3}"/>
              </a:ext>
            </a:extLst>
          </p:cNvPr>
          <p:cNvSpPr>
            <a:spLocks xmlns:a="http://schemas.openxmlformats.org/drawingml/2006/main" noGrp="1"/>
          </p:cNvSpPr>
          <p:nvPr/>
        </p:nvSpPr>
        <p:spPr>
          <a:xfrm xmlns:a="http://schemas.openxmlformats.org/drawingml/2006/main">
            <a:off x="8414643"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OSL → Volcable puerto</a:t>
            </a:r>
            <a:endParaRPr sz="1200"/>
          </a:p>
        </p:txBody>
      </p:sp>
      <p:sp>
        <p:nvSpPr>
          <p:cNvPr id="22" name="Text 20">
            <a:extLst xmlns:a="http://schemas.openxmlformats.org/drawingml/2006/main">
              <a:ext uri="{FF2B5EF4-FFF2-40B4-BE49-F238E27FC236}">
                <a16:creationId xmlns:a16="http://schemas.microsoft.com/office/drawing/2014/main" id="{32A1C06D-3889-4CD7-A813-F5AEF030CA0F}"/>
              </a:ext>
            </a:extLst>
          </p:cNvPr>
          <p:cNvSpPr>
            <a:spLocks xmlns:a="http://schemas.openxmlformats.org/drawingml/2006/main" noGrp="1"/>
          </p:cNvSpPr>
          <p:nvPr/>
        </p:nvSpPr>
        <p:spPr>
          <a:xfrm xmlns:a="http://schemas.openxmlformats.org/drawingml/2006/main">
            <a:off x="9934972"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23" name="Shape 21">
            <a:extLst xmlns:a="http://schemas.openxmlformats.org/drawingml/2006/main">
              <a:ext uri="{FF2B5EF4-FFF2-40B4-BE49-F238E27FC236}">
                <a16:creationId xmlns:a16="http://schemas.microsoft.com/office/drawing/2014/main" id="{1CE4F93B-3D61-48E3-9FE0-9F1D8D5F084D}"/>
              </a:ext>
            </a:extLst>
          </p:cNvPr>
          <p:cNvSpPr>
            <a:spLocks xmlns:a="http://schemas.openxmlformats.org/drawingml/2006/main" noGrp="1"/>
          </p:cNvSpPr>
          <p:nvPr/>
        </p:nvSpPr>
        <p:spPr>
          <a:xfrm xmlns:a="http://schemas.openxmlformats.org/drawingml/2006/main">
            <a:off x="9934972" y="207754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1AAFAC12-5AE3-4AE4-88C6-A206C83B3AEB}"/>
              </a:ext>
            </a:extLst>
          </p:cNvPr>
          <p:cNvSpPr>
            <a:spLocks xmlns:a="http://schemas.openxmlformats.org/drawingml/2006/main" noGrp="1"/>
          </p:cNvSpPr>
          <p:nvPr/>
        </p:nvSpPr>
        <p:spPr>
          <a:xfrm xmlns:a="http://schemas.openxmlformats.org/drawingml/2006/main">
            <a:off x="9934972"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puerto → Salida SLZ</a:t>
            </a:r>
            <a:endParaRPr sz="1200"/>
          </a:p>
        </p:txBody>
      </p:sp>
      <p:sp>
        <p:nvSpPr>
          <p:cNvPr id="25" name="Text 23">
            <a:extLst xmlns:a="http://schemas.openxmlformats.org/drawingml/2006/main">
              <a:ext uri="{FF2B5EF4-FFF2-40B4-BE49-F238E27FC236}">
                <a16:creationId xmlns:a16="http://schemas.microsoft.com/office/drawing/2014/main" id="{0CA398E3-7629-4EFF-8D94-0B7B5E2371AF}"/>
              </a:ext>
            </a:extLst>
          </p:cNvPr>
          <p:cNvSpPr>
            <a:spLocks xmlns:a="http://schemas.openxmlformats.org/drawingml/2006/main" noGrp="1"/>
          </p:cNvSpPr>
          <p:nvPr/>
        </p:nvSpPr>
        <p:spPr>
          <a:xfrm xmlns:a="http://schemas.openxmlformats.org/drawingml/2006/main">
            <a:off x="787400" y="2831802"/>
            <a:ext cx="234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5</a:t>
            </a:r>
            <a:endParaRPr sz="1800"/>
          </a:p>
        </p:txBody>
      </p:sp>
      <p:sp>
        <p:nvSpPr>
          <p:cNvPr id="26" name="Text 24">
            <a:extLst xmlns:a="http://schemas.openxmlformats.org/drawingml/2006/main">
              <a:ext uri="{FF2B5EF4-FFF2-40B4-BE49-F238E27FC236}">
                <a16:creationId xmlns:a16="http://schemas.microsoft.com/office/drawing/2014/main" id="{44EEF2B5-3963-4C20-803C-06BADB582448}"/>
              </a:ext>
            </a:extLst>
          </p:cNvPr>
          <p:cNvSpPr>
            <a:spLocks xmlns:a="http://schemas.openxmlformats.org/drawingml/2006/main" noGrp="1"/>
          </p:cNvSpPr>
          <p:nvPr/>
        </p:nvSpPr>
        <p:spPr>
          <a:xfrm xmlns:a="http://schemas.openxmlformats.org/drawingml/2006/main">
            <a:off x="956469" y="2831802"/>
            <a:ext cx="2779713"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74</a:t>
            </a:r>
            <a:endParaRPr sz="1800"/>
          </a:p>
        </p:txBody>
      </p:sp>
      <p:sp>
        <p:nvSpPr>
          <p:cNvPr id="27" name="Text 25">
            <a:extLst xmlns:a="http://schemas.openxmlformats.org/drawingml/2006/main">
              <a:ext uri="{FF2B5EF4-FFF2-40B4-BE49-F238E27FC236}">
                <a16:creationId xmlns:a16="http://schemas.microsoft.com/office/drawing/2014/main" id="{2394D8A0-A1B7-4FD1-BC65-DE0D81DAE2B1}"/>
              </a:ext>
            </a:extLst>
          </p:cNvPr>
          <p:cNvSpPr>
            <a:spLocks xmlns:a="http://schemas.openxmlformats.org/drawingml/2006/main" noGrp="1"/>
          </p:cNvSpPr>
          <p:nvPr/>
        </p:nvSpPr>
        <p:spPr>
          <a:xfrm xmlns:a="http://schemas.openxmlformats.org/drawingml/2006/main">
            <a:off x="3670300" y="2831802"/>
            <a:ext cx="488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8" name="Text 26">
            <a:extLst xmlns:a="http://schemas.openxmlformats.org/drawingml/2006/main">
              <a:ext uri="{FF2B5EF4-FFF2-40B4-BE49-F238E27FC236}">
                <a16:creationId xmlns:a16="http://schemas.microsoft.com/office/drawing/2014/main" id="{8591EBCF-B97D-4CBF-82CB-764C6DDC3399}"/>
              </a:ext>
            </a:extLst>
          </p:cNvPr>
          <p:cNvSpPr>
            <a:spLocks xmlns:a="http://schemas.openxmlformats.org/drawingml/2006/main" noGrp="1"/>
          </p:cNvSpPr>
          <p:nvPr/>
        </p:nvSpPr>
        <p:spPr>
          <a:xfrm xmlns:a="http://schemas.openxmlformats.org/drawingml/2006/main">
            <a:off x="4108450" y="2831802"/>
            <a:ext cx="450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29" name="Text 27">
            <a:extLst xmlns:a="http://schemas.openxmlformats.org/drawingml/2006/main">
              <a:ext uri="{FF2B5EF4-FFF2-40B4-BE49-F238E27FC236}">
                <a16:creationId xmlns:a16="http://schemas.microsoft.com/office/drawing/2014/main" id="{EA6D14AF-4B6F-4F66-B6C4-6F427E12226A}"/>
              </a:ext>
            </a:extLst>
          </p:cNvPr>
          <p:cNvSpPr>
            <a:spLocks xmlns:a="http://schemas.openxmlformats.org/drawingml/2006/main" noGrp="1"/>
          </p:cNvSpPr>
          <p:nvPr/>
        </p:nvSpPr>
        <p:spPr>
          <a:xfrm xmlns:a="http://schemas.openxmlformats.org/drawingml/2006/main">
            <a:off x="4472273" y="2831802"/>
            <a:ext cx="423170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113</a:t>
            </a:r>
            <a:endParaRPr sz="1800"/>
          </a:p>
        </p:txBody>
      </p:sp>
      <p:sp>
        <p:nvSpPr>
          <p:cNvPr id="30" name="Text 28">
            <a:extLst xmlns:a="http://schemas.openxmlformats.org/drawingml/2006/main">
              <a:ext uri="{FF2B5EF4-FFF2-40B4-BE49-F238E27FC236}">
                <a16:creationId xmlns:a16="http://schemas.microsoft.com/office/drawing/2014/main" id="{463A80EB-599F-4059-A0FA-BAA62CE6818B}"/>
              </a:ext>
            </a:extLst>
          </p:cNvPr>
          <p:cNvSpPr>
            <a:spLocks xmlns:a="http://schemas.openxmlformats.org/drawingml/2006/main" noGrp="1"/>
          </p:cNvSpPr>
          <p:nvPr/>
        </p:nvSpPr>
        <p:spPr>
          <a:xfrm xmlns:a="http://schemas.openxmlformats.org/drawingml/2006/main">
            <a:off x="8612251" y="2831802"/>
            <a:ext cx="2066798"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55</a:t>
            </a:r>
            <a:endParaRPr sz="1800"/>
          </a:p>
        </p:txBody>
      </p:sp>
      <p:sp>
        <p:nvSpPr>
          <p:cNvPr id="31" name="Text 29">
            <a:extLst xmlns:a="http://schemas.openxmlformats.org/drawingml/2006/main">
              <a:ext uri="{FF2B5EF4-FFF2-40B4-BE49-F238E27FC236}">
                <a16:creationId xmlns:a16="http://schemas.microsoft.com/office/drawing/2014/main" id="{BC4E9409-6289-406E-90CC-8C65F08D45A3}"/>
              </a:ext>
            </a:extLst>
          </p:cNvPr>
          <p:cNvSpPr>
            <a:spLocks xmlns:a="http://schemas.openxmlformats.org/drawingml/2006/main" noGrp="1"/>
          </p:cNvSpPr>
          <p:nvPr/>
        </p:nvSpPr>
        <p:spPr>
          <a:xfrm xmlns:a="http://schemas.openxmlformats.org/drawingml/2006/main">
            <a:off x="10623550" y="2831802"/>
            <a:ext cx="781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2" name="Shape 30">
            <a:extLst xmlns:a="http://schemas.openxmlformats.org/drawingml/2006/main">
              <a:ext uri="{FF2B5EF4-FFF2-40B4-BE49-F238E27FC236}">
                <a16:creationId xmlns:a16="http://schemas.microsoft.com/office/drawing/2014/main" id="{D8FB03A3-64E8-4ECF-85BE-0A51DD0A91A6}"/>
              </a:ext>
            </a:extLst>
          </p:cNvPr>
          <p:cNvSpPr>
            <a:spLocks xmlns:a="http://schemas.openxmlformats.org/drawingml/2006/main" noGrp="1"/>
          </p:cNvSpPr>
          <p:nvPr/>
        </p:nvSpPr>
        <p:spPr>
          <a:xfrm xmlns:a="http://schemas.openxmlformats.org/drawingml/2006/main">
            <a:off x="812800" y="3202583"/>
            <a:ext cx="184150" cy="355600"/>
          </a:xfrm>
          <a:custGeom xmlns:a="http://schemas.openxmlformats.org/drawingml/2006/main">
            <a:rect l="l" t="t" r="r" b="b"/>
            <a:pathLst>
              <a:path w="184150" h="355600">
                <a:moveTo>
                  <a:pt x="0" y="50800"/>
                </a:moveTo>
                <a:arcTo wR="50800" hR="50800" stAng="10800000" swAng="5400000"/>
                <a:lnTo>
                  <a:pt x="184150" y="0"/>
                </a:lnTo>
                <a:lnTo>
                  <a:pt x="184150" y="355600"/>
                </a:lnTo>
                <a:lnTo>
                  <a:pt x="50800" y="355600"/>
                </a:lnTo>
                <a:arcTo wR="50800" hR="50800" stAng="5400000" swAng="5400000"/>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A3EB63DF-DC96-4281-80CB-96F13395762C}"/>
              </a:ext>
            </a:extLst>
          </p:cNvPr>
          <p:cNvSpPr>
            <a:spLocks xmlns:a="http://schemas.openxmlformats.org/drawingml/2006/main" noGrp="1"/>
          </p:cNvSpPr>
          <p:nvPr/>
        </p:nvSpPr>
        <p:spPr>
          <a:xfrm xmlns:a="http://schemas.openxmlformats.org/drawingml/2006/main">
            <a:off x="996950" y="3202583"/>
            <a:ext cx="2698750" cy="355600"/>
          </a:xfrm>
          <a:prstGeom xmlns:a="http://schemas.openxmlformats.org/drawingml/2006/main" prst="rect">
            <a:avLst/>
          </a:prstGeom>
          <a:solidFill xmlns:a="http://schemas.openxmlformats.org/drawingml/2006/main">
            <a:srgbClr val="0B5638"/>
          </a:solidFill>
        </p:spPr>
      </p:sp>
      <p:sp>
        <p:nvSpPr>
          <p:cNvPr id="34" name="Shape 32">
            <a:extLst xmlns:a="http://schemas.openxmlformats.org/drawingml/2006/main">
              <a:ext uri="{FF2B5EF4-FFF2-40B4-BE49-F238E27FC236}">
                <a16:creationId xmlns:a16="http://schemas.microsoft.com/office/drawing/2014/main" id="{60FC2C30-01E9-4E78-BC98-24F1023A70D3}"/>
              </a:ext>
            </a:extLst>
          </p:cNvPr>
          <p:cNvSpPr>
            <a:spLocks xmlns:a="http://schemas.openxmlformats.org/drawingml/2006/main" noGrp="1"/>
          </p:cNvSpPr>
          <p:nvPr/>
        </p:nvSpPr>
        <p:spPr>
          <a:xfrm xmlns:a="http://schemas.openxmlformats.org/drawingml/2006/main">
            <a:off x="10064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C2C99FA5-F01E-48CA-9480-E8DCE88FCEB8}"/>
              </a:ext>
            </a:extLst>
          </p:cNvPr>
          <p:cNvSpPr>
            <a:spLocks xmlns:a="http://schemas.openxmlformats.org/drawingml/2006/main" noGrp="1"/>
          </p:cNvSpPr>
          <p:nvPr/>
        </p:nvSpPr>
        <p:spPr>
          <a:xfrm xmlns:a="http://schemas.openxmlformats.org/drawingml/2006/main">
            <a:off x="3695700" y="3202583"/>
            <a:ext cx="438150" cy="355600"/>
          </a:xfrm>
          <a:prstGeom xmlns:a="http://schemas.openxmlformats.org/drawingml/2006/main" prst="rect">
            <a:avLst/>
          </a:prstGeom>
          <a:solidFill xmlns:a="http://schemas.openxmlformats.org/drawingml/2006/main">
            <a:srgbClr val="3A8F63"/>
          </a:solidFill>
        </p:spPr>
      </p:sp>
      <p:sp>
        <p:nvSpPr>
          <p:cNvPr id="36" name="Shape 34">
            <a:extLst xmlns:a="http://schemas.openxmlformats.org/drawingml/2006/main">
              <a:ext uri="{FF2B5EF4-FFF2-40B4-BE49-F238E27FC236}">
                <a16:creationId xmlns:a16="http://schemas.microsoft.com/office/drawing/2014/main" id="{19649345-0C76-4718-922B-C070FAEFD872}"/>
              </a:ext>
            </a:extLst>
          </p:cNvPr>
          <p:cNvSpPr>
            <a:spLocks xmlns:a="http://schemas.openxmlformats.org/drawingml/2006/main" noGrp="1"/>
          </p:cNvSpPr>
          <p:nvPr/>
        </p:nvSpPr>
        <p:spPr>
          <a:xfrm xmlns:a="http://schemas.openxmlformats.org/drawingml/2006/main">
            <a:off x="37052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0AFD2FB3-6A59-4CF7-8EAA-C693FC344B16}"/>
              </a:ext>
            </a:extLst>
          </p:cNvPr>
          <p:cNvSpPr>
            <a:spLocks xmlns:a="http://schemas.openxmlformats.org/drawingml/2006/main" noGrp="1"/>
          </p:cNvSpPr>
          <p:nvPr/>
        </p:nvSpPr>
        <p:spPr>
          <a:xfrm xmlns:a="http://schemas.openxmlformats.org/drawingml/2006/main">
            <a:off x="4133850" y="3202583"/>
            <a:ext cx="40005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9DFBBC23-28C4-4D98-B1D1-749BF5EE1CF0}"/>
              </a:ext>
            </a:extLst>
          </p:cNvPr>
          <p:cNvSpPr>
            <a:spLocks xmlns:a="http://schemas.openxmlformats.org/drawingml/2006/main" noGrp="1"/>
          </p:cNvSpPr>
          <p:nvPr/>
        </p:nvSpPr>
        <p:spPr>
          <a:xfrm xmlns:a="http://schemas.openxmlformats.org/drawingml/2006/main">
            <a:off x="41433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9DA52487-DDEB-4F3F-AAAC-A9127F173951}"/>
              </a:ext>
            </a:extLst>
          </p:cNvPr>
          <p:cNvSpPr>
            <a:spLocks xmlns:a="http://schemas.openxmlformats.org/drawingml/2006/main" noGrp="1"/>
          </p:cNvSpPr>
          <p:nvPr/>
        </p:nvSpPr>
        <p:spPr>
          <a:xfrm xmlns:a="http://schemas.openxmlformats.org/drawingml/2006/main">
            <a:off x="4533900" y="3202583"/>
            <a:ext cx="410845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6D857206-682D-4B70-92CF-C8080DFECF8E}"/>
              </a:ext>
            </a:extLst>
          </p:cNvPr>
          <p:cNvSpPr>
            <a:spLocks xmlns:a="http://schemas.openxmlformats.org/drawingml/2006/main" noGrp="1"/>
          </p:cNvSpPr>
          <p:nvPr/>
        </p:nvSpPr>
        <p:spPr>
          <a:xfrm xmlns:a="http://schemas.openxmlformats.org/drawingml/2006/main">
            <a:off x="45434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549E3895-AA95-4F43-8A6F-4608541734CF}"/>
              </a:ext>
            </a:extLst>
          </p:cNvPr>
          <p:cNvSpPr>
            <a:spLocks xmlns:a="http://schemas.openxmlformats.org/drawingml/2006/main" noGrp="1"/>
          </p:cNvSpPr>
          <p:nvPr/>
        </p:nvSpPr>
        <p:spPr>
          <a:xfrm xmlns:a="http://schemas.openxmlformats.org/drawingml/2006/main">
            <a:off x="8642350" y="3202583"/>
            <a:ext cx="20066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8FCE0D1A-7E3B-449D-A0EB-8FFA30D38E23}"/>
              </a:ext>
            </a:extLst>
          </p:cNvPr>
          <p:cNvSpPr>
            <a:spLocks xmlns:a="http://schemas.openxmlformats.org/drawingml/2006/main" noGrp="1"/>
          </p:cNvSpPr>
          <p:nvPr/>
        </p:nvSpPr>
        <p:spPr>
          <a:xfrm xmlns:a="http://schemas.openxmlformats.org/drawingml/2006/main">
            <a:off x="86518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C41B2F4C-FFBD-4F80-A55D-7248F3B7F8BD}"/>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679450" y="0"/>
                </a:moveTo>
                <a:arcTo wR="50800" hR="50800" stAng="16200000" swAng="5400000"/>
                <a:lnTo>
                  <a:pt x="730250" y="304800"/>
                </a:lnTo>
                <a:arcTo wR="50800" hR="50800" stAng="0" swAng="5400000"/>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D5301B3E-756A-4B18-A275-4AABE2252746}"/>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4734ED8F-0D94-4D51-9A37-6581F6614D92}"/>
              </a:ext>
            </a:extLst>
          </p:cNvPr>
          <p:cNvSpPr>
            <a:spLocks xmlns:a="http://schemas.openxmlformats.org/drawingml/2006/main" noGrp="1"/>
          </p:cNvSpPr>
          <p:nvPr/>
        </p:nvSpPr>
        <p:spPr>
          <a:xfrm xmlns:a="http://schemas.openxmlformats.org/drawingml/2006/main">
            <a:off x="812800" y="3621683"/>
            <a:ext cx="33210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46" name="Text 44">
            <a:extLst xmlns:a="http://schemas.openxmlformats.org/drawingml/2006/main">
              <a:ext uri="{FF2B5EF4-FFF2-40B4-BE49-F238E27FC236}">
                <a16:creationId xmlns:a16="http://schemas.microsoft.com/office/drawing/2014/main" id="{50D20B2E-D34A-4947-830E-2E18C9A7C963}"/>
              </a:ext>
            </a:extLst>
          </p:cNvPr>
          <p:cNvSpPr>
            <a:spLocks xmlns:a="http://schemas.openxmlformats.org/drawingml/2006/main" noGrp="1"/>
          </p:cNvSpPr>
          <p:nvPr/>
        </p:nvSpPr>
        <p:spPr>
          <a:xfrm xmlns:a="http://schemas.openxmlformats.org/drawingml/2006/main">
            <a:off x="762984" y="3697883"/>
            <a:ext cx="342068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91 min (1 h 31 m)</a:t>
            </a:r>
            <a:endParaRPr sz="1400"/>
          </a:p>
        </p:txBody>
      </p:sp>
      <p:sp>
        <p:nvSpPr>
          <p:cNvPr id="47" name="Shape 45">
            <a:extLst xmlns:a="http://schemas.openxmlformats.org/drawingml/2006/main">
              <a:ext uri="{FF2B5EF4-FFF2-40B4-BE49-F238E27FC236}">
                <a16:creationId xmlns:a16="http://schemas.microsoft.com/office/drawing/2014/main" id="{4D600CDF-0BE1-455A-AB63-E16E065E98B7}"/>
              </a:ext>
            </a:extLst>
          </p:cNvPr>
          <p:cNvSpPr>
            <a:spLocks xmlns:a="http://schemas.openxmlformats.org/drawingml/2006/main" noGrp="1"/>
          </p:cNvSpPr>
          <p:nvPr/>
        </p:nvSpPr>
        <p:spPr>
          <a:xfrm xmlns:a="http://schemas.openxmlformats.org/drawingml/2006/main">
            <a:off x="4133850" y="3621683"/>
            <a:ext cx="68453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F36D4EE9-025A-41A8-852A-C342AD050A0D}"/>
              </a:ext>
            </a:extLst>
          </p:cNvPr>
          <p:cNvSpPr>
            <a:spLocks xmlns:a="http://schemas.openxmlformats.org/drawingml/2006/main" noGrp="1"/>
          </p:cNvSpPr>
          <p:nvPr/>
        </p:nvSpPr>
        <p:spPr>
          <a:xfrm xmlns:a="http://schemas.openxmlformats.org/drawingml/2006/main">
            <a:off x="4031171" y="3697883"/>
            <a:ext cx="705065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188 min (3 h 8 m)</a:t>
            </a:r>
            <a:endParaRPr sz="1400"/>
          </a:p>
        </p:txBody>
      </p:sp>
      <p:sp>
        <p:nvSpPr>
          <p:cNvPr id="49" name="Shape 47">
            <a:extLst xmlns:a="http://schemas.openxmlformats.org/drawingml/2006/main">
              <a:ext uri="{FF2B5EF4-FFF2-40B4-BE49-F238E27FC236}">
                <a16:creationId xmlns:a16="http://schemas.microsoft.com/office/drawing/2014/main" id="{13E6F4DD-26EF-45C7-916A-12496203B0A6}"/>
              </a:ext>
            </a:extLst>
          </p:cNvPr>
          <p:cNvSpPr>
            <a:spLocks xmlns:a="http://schemas.openxmlformats.org/drawingml/2006/main" noGrp="1"/>
          </p:cNvSpPr>
          <p:nvPr/>
        </p:nvSpPr>
        <p:spPr>
          <a:xfrm xmlns:a="http://schemas.openxmlformats.org/drawingml/2006/main">
            <a:off x="815975" y="4178498"/>
            <a:ext cx="3414117"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5F01D317-3169-47D0-B4C6-9437734F08F9}"/>
              </a:ext>
            </a:extLst>
          </p:cNvPr>
          <p:cNvSpPr>
            <a:spLocks xmlns:a="http://schemas.openxmlformats.org/drawingml/2006/main" noGrp="1"/>
          </p:cNvSpPr>
          <p:nvPr/>
        </p:nvSpPr>
        <p:spPr>
          <a:xfrm xmlns:a="http://schemas.openxmlformats.org/drawingml/2006/main">
            <a:off x="1022350" y="4334073"/>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Tiempo total puerta a puerta</a:t>
            </a:r>
            <a:endParaRPr sz="1200"/>
          </a:p>
        </p:txBody>
      </p:sp>
      <p:sp>
        <p:nvSpPr>
          <p:cNvPr id="51" name="Text 49">
            <a:extLst xmlns:a="http://schemas.openxmlformats.org/drawingml/2006/main">
              <a:ext uri="{FF2B5EF4-FFF2-40B4-BE49-F238E27FC236}">
                <a16:creationId xmlns:a16="http://schemas.microsoft.com/office/drawing/2014/main" id="{06671789-7AF0-4186-8BEA-713AB4D6D117}"/>
              </a:ext>
            </a:extLst>
          </p:cNvPr>
          <p:cNvSpPr>
            <a:spLocks xmlns:a="http://schemas.openxmlformats.org/drawingml/2006/main" noGrp="1"/>
          </p:cNvSpPr>
          <p:nvPr/>
        </p:nvSpPr>
        <p:spPr>
          <a:xfrm xmlns:a="http://schemas.openxmlformats.org/drawingml/2006/main">
            <a:off x="1022350" y="4585494"/>
            <a:ext cx="3091408"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265 min · 4 h 25 m</a:t>
            </a:r>
            <a:endParaRPr sz="2800"/>
          </a:p>
        </p:txBody>
      </p:sp>
      <p:sp>
        <p:nvSpPr>
          <p:cNvPr id="52" name="Shape 50">
            <a:extLst xmlns:a="http://schemas.openxmlformats.org/drawingml/2006/main">
              <a:ext uri="{FF2B5EF4-FFF2-40B4-BE49-F238E27FC236}">
                <a16:creationId xmlns:a16="http://schemas.microsoft.com/office/drawing/2014/main" id="{660FE5A3-F9F2-4073-A6B4-6A952001E526}"/>
              </a:ext>
            </a:extLst>
          </p:cNvPr>
          <p:cNvSpPr>
            <a:spLocks xmlns:a="http://schemas.openxmlformats.org/drawingml/2006/main" noGrp="1"/>
          </p:cNvSpPr>
          <p:nvPr/>
        </p:nvSpPr>
        <p:spPr>
          <a:xfrm xmlns:a="http://schemas.openxmlformats.org/drawingml/2006/main">
            <a:off x="4388842"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D1C09ECE-6FAF-4D42-BF38-48242ED3F7C8}"/>
              </a:ext>
            </a:extLst>
          </p:cNvPr>
          <p:cNvSpPr>
            <a:spLocks xmlns:a="http://schemas.openxmlformats.org/drawingml/2006/main" noGrp="1"/>
          </p:cNvSpPr>
          <p:nvPr/>
        </p:nvSpPr>
        <p:spPr>
          <a:xfrm xmlns:a="http://schemas.openxmlformats.org/drawingml/2006/main">
            <a:off x="4595217"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54" name="Text 52">
            <a:extLst xmlns:a="http://schemas.openxmlformats.org/drawingml/2006/main">
              <a:ext uri="{FF2B5EF4-FFF2-40B4-BE49-F238E27FC236}">
                <a16:creationId xmlns:a16="http://schemas.microsoft.com/office/drawing/2014/main" id="{CABD6EDF-4520-4516-B6EC-D008EA4EC8A6}"/>
              </a:ext>
            </a:extLst>
          </p:cNvPr>
          <p:cNvSpPr>
            <a:spLocks xmlns:a="http://schemas.openxmlformats.org/drawingml/2006/main" noGrp="1"/>
          </p:cNvSpPr>
          <p:nvPr/>
        </p:nvSpPr>
        <p:spPr>
          <a:xfrm xmlns:a="http://schemas.openxmlformats.org/drawingml/2006/main">
            <a:off x="4595217"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−38 min</a:t>
            </a:r>
            <a:endParaRPr sz="2800"/>
          </a:p>
        </p:txBody>
      </p:sp>
      <p:sp>
        <p:nvSpPr>
          <p:cNvPr id="55" name="Shape 53">
            <a:extLst xmlns:a="http://schemas.openxmlformats.org/drawingml/2006/main">
              <a:ext uri="{FF2B5EF4-FFF2-40B4-BE49-F238E27FC236}">
                <a16:creationId xmlns:a16="http://schemas.microsoft.com/office/drawing/2014/main" id="{99886975-BE60-46A8-9C0B-F49959E56A6D}"/>
              </a:ext>
            </a:extLst>
          </p:cNvPr>
          <p:cNvSpPr>
            <a:spLocks xmlns:a="http://schemas.openxmlformats.org/drawingml/2006/main" noGrp="1"/>
          </p:cNvSpPr>
          <p:nvPr/>
        </p:nvSpPr>
        <p:spPr>
          <a:xfrm xmlns:a="http://schemas.openxmlformats.org/drawingml/2006/main">
            <a:off x="7961809"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7C37C521-0237-4ED3-ADA3-FCE0C9E9CB72}"/>
              </a:ext>
            </a:extLst>
          </p:cNvPr>
          <p:cNvSpPr>
            <a:spLocks xmlns:a="http://schemas.openxmlformats.org/drawingml/2006/main" noGrp="1"/>
          </p:cNvSpPr>
          <p:nvPr/>
        </p:nvSpPr>
        <p:spPr>
          <a:xfrm xmlns:a="http://schemas.openxmlformats.org/drawingml/2006/main">
            <a:off x="8168184"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57" name="Text 55">
            <a:extLst xmlns:a="http://schemas.openxmlformats.org/drawingml/2006/main">
              <a:ext uri="{FF2B5EF4-FFF2-40B4-BE49-F238E27FC236}">
                <a16:creationId xmlns:a16="http://schemas.microsoft.com/office/drawing/2014/main" id="{C037ED07-FFDD-4FAD-87AE-CE727E7BCABC}"/>
              </a:ext>
            </a:extLst>
          </p:cNvPr>
          <p:cNvSpPr>
            <a:spLocks xmlns:a="http://schemas.openxmlformats.org/drawingml/2006/main" noGrp="1"/>
          </p:cNvSpPr>
          <p:nvPr/>
        </p:nvSpPr>
        <p:spPr>
          <a:xfrm xmlns:a="http://schemas.openxmlformats.org/drawingml/2006/main">
            <a:off x="8168184"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770</a:t>
            </a:r>
            <a:endParaRPr sz="2800"/>
          </a:p>
        </p:txBody>
      </p:sp>
      <p:pic>
        <p:nvPicPr>
          <p:cNvPr id="118" name="Image 0"/>
          <p:cNvPicPr>
            <a:picLocks xmlns:a="http://schemas.openxmlformats.org/drawingml/2006/main" noChangeAspect="1"/>
          </p:cNvPicPr>
          <p:nvPr/>
        </p:nvPicPr>
        <p:blipFill>
          <a:blip xmlns:r="http://schemas.openxmlformats.org/officeDocument/2006/relationships" xmlns:a="http://schemas.openxmlformats.org/drawingml/2006/main" r:embed="R6fa3db273a79447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9" name="Text 56">
            <a:extLst xmlns:a="http://schemas.openxmlformats.org/drawingml/2006/main">
              <a:ext uri="{FF2B5EF4-FFF2-40B4-BE49-F238E27FC236}">
                <a16:creationId xmlns:a16="http://schemas.microsoft.com/office/drawing/2014/main" id="{89DC78AC-4507-45DC-A78B-DE10ABB1E7E7}"/>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5</a:t>
            </a:r>
            <a:endParaRPr sz="1200"/>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7ce35570e95543f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6058304"/>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D32494-472B-4EE0-8D53-898DAB7FE3B9}"/>
              </a:ext>
            </a:extLst>
          </p:cNvPr>
          <p:cNvSpPr>
            <a:spLocks xmlns:a="http://schemas.openxmlformats.org/drawingml/2006/main" noGrp="1"/>
          </p:cNvSpPr>
          <p:nvPr/>
        </p:nvSpPr>
        <p:spPr>
          <a:xfrm xmlns:a="http://schemas.openxmlformats.org/drawingml/2006/main">
            <a:off x="812800" y="711200"/>
            <a:ext cx="2025848" cy="289520"/>
          </a:xfrm>
          <a:custGeom xmlns:a="http://schemas.openxmlformats.org/drawingml/2006/main">
            <a:rect l="l" t="t" r="r" b="b"/>
            <a:pathLst>
              <a:path w="2025848" h="289520">
                <a:moveTo>
                  <a:pt x="144760" y="0"/>
                </a:moveTo>
                <a:lnTo>
                  <a:pt x="1881088" y="0"/>
                </a:lnTo>
                <a:arcTo wR="144760" hR="144760" stAng="16200000" swAng="5400000"/>
                <a:lnTo>
                  <a:pt x="202584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3A8F63"/>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TRANSILE R29</a:t>
            </a:r>
            <a:endParaRPr sz="1200"/>
          </a:p>
        </p:txBody>
      </p:sp>
      <p:sp>
        <p:nvSpPr>
          <p:cNvPr id="3" name="Text 1">
            <a:extLst xmlns:a="http://schemas.openxmlformats.org/drawingml/2006/main">
              <a:ext uri="{FF2B5EF4-FFF2-40B4-BE49-F238E27FC236}">
                <a16:creationId xmlns:a16="http://schemas.microsoft.com/office/drawing/2014/main" id="{BDDE4FF6-C384-47C6-9BBB-17540A7A100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Transile desde silos: tiempos medios por tramo</a:t>
            </a:r>
            <a:endParaRPr sz="3200"/>
          </a:p>
        </p:txBody>
      </p:sp>
      <p:sp>
        <p:nvSpPr>
          <p:cNvPr id="4" name="Text 2">
            <a:extLst xmlns:a="http://schemas.openxmlformats.org/drawingml/2006/main">
              <a:ext uri="{FF2B5EF4-FFF2-40B4-BE49-F238E27FC236}">
                <a16:creationId xmlns:a16="http://schemas.microsoft.com/office/drawing/2014/main" id="{2C130F75-75A1-4C50-B6AD-FA242CF3877B}"/>
              </a:ext>
            </a:extLst>
          </p:cNvPr>
          <p:cNvSpPr>
            <a:spLocks xmlns:a="http://schemas.openxmlformats.org/drawingml/2006/main" noGrp="1"/>
          </p:cNvSpPr>
          <p:nvPr/>
        </p:nvSpPr>
        <p:spPr>
          <a:xfrm xmlns:a="http://schemas.openxmlformats.org/drawingml/2006/main">
            <a:off x="812800" y="1701701"/>
            <a:ext cx="10388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 y Playa 1</a:t>
            </a:r>
            <a:endParaRPr sz="1400"/>
          </a:p>
        </p:txBody>
      </p:sp>
      <p:sp>
        <p:nvSpPr>
          <p:cNvPr id="5" name="Shape 3">
            <a:extLst xmlns:a="http://schemas.openxmlformats.org/drawingml/2006/main">
              <a:ext uri="{FF2B5EF4-FFF2-40B4-BE49-F238E27FC236}">
                <a16:creationId xmlns:a16="http://schemas.microsoft.com/office/drawing/2014/main" id="{FB2CB17B-911A-486D-9A5C-3E8D5330E7DE}"/>
              </a:ext>
            </a:extLst>
          </p:cNvPr>
          <p:cNvSpPr>
            <a:spLocks xmlns:a="http://schemas.openxmlformats.org/drawingml/2006/main" noGrp="1"/>
          </p:cNvSpPr>
          <p:nvPr/>
        </p:nvSpPr>
        <p:spPr>
          <a:xfrm xmlns:a="http://schemas.openxmlformats.org/drawingml/2006/main">
            <a:off x="812800" y="2250182"/>
            <a:ext cx="988020" cy="63500"/>
          </a:xfrm>
          <a:prstGeom xmlns:a="http://schemas.openxmlformats.org/drawingml/2006/main" prst="roundRect">
            <a:avLst>
              <a:gd name="adj" fmla="val 50000"/>
            </a:avLst>
          </a:prstGeom>
          <a:solidFill xmlns:a="http://schemas.openxmlformats.org/drawingml/2006/main">
            <a:srgbClr val="3A8F63"/>
          </a:solidFill>
        </p:spPr>
      </p:sp>
      <p:sp>
        <p:nvSpPr>
          <p:cNvPr id="6" name="Text 4">
            <a:extLst xmlns:a="http://schemas.openxmlformats.org/drawingml/2006/main">
              <a:ext uri="{FF2B5EF4-FFF2-40B4-BE49-F238E27FC236}">
                <a16:creationId xmlns:a16="http://schemas.microsoft.com/office/drawing/2014/main" id="{A04386A5-7680-4120-8C87-98370988522A}"/>
              </a:ext>
            </a:extLst>
          </p:cNvPr>
          <p:cNvSpPr>
            <a:spLocks xmlns:a="http://schemas.openxmlformats.org/drawingml/2006/main" noGrp="1"/>
          </p:cNvSpPr>
          <p:nvPr/>
        </p:nvSpPr>
        <p:spPr>
          <a:xfrm xmlns:a="http://schemas.openxmlformats.org/drawingml/2006/main">
            <a:off x="812800" y="2364482"/>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Calle líquida</a:t>
            </a:r>
            <a:endParaRPr sz="1200"/>
          </a:p>
        </p:txBody>
      </p:sp>
      <p:sp>
        <p:nvSpPr>
          <p:cNvPr id="7" name="Text 5">
            <a:extLst xmlns:a="http://schemas.openxmlformats.org/drawingml/2006/main">
              <a:ext uri="{FF2B5EF4-FFF2-40B4-BE49-F238E27FC236}">
                <a16:creationId xmlns:a16="http://schemas.microsoft.com/office/drawing/2014/main" id="{3801FB70-D9D2-4D39-8844-3CE503DB12FD}"/>
              </a:ext>
            </a:extLst>
          </p:cNvPr>
          <p:cNvSpPr>
            <a:spLocks xmlns:a="http://schemas.openxmlformats.org/drawingml/2006/main" noGrp="1"/>
          </p:cNvSpPr>
          <p:nvPr/>
        </p:nvSpPr>
        <p:spPr>
          <a:xfrm xmlns:a="http://schemas.openxmlformats.org/drawingml/2006/main">
            <a:off x="18770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Acceso P3</a:t>
            </a:r>
            <a:endParaRPr sz="1400"/>
          </a:p>
        </p:txBody>
      </p:sp>
      <p:sp>
        <p:nvSpPr>
          <p:cNvPr id="8" name="Shape 6">
            <a:extLst xmlns:a="http://schemas.openxmlformats.org/drawingml/2006/main">
              <a:ext uri="{FF2B5EF4-FFF2-40B4-BE49-F238E27FC236}">
                <a16:creationId xmlns:a16="http://schemas.microsoft.com/office/drawing/2014/main" id="{CE7A0F97-3514-4737-8EB1-10B05DAAD56C}"/>
              </a:ext>
            </a:extLst>
          </p:cNvPr>
          <p:cNvSpPr>
            <a:spLocks xmlns:a="http://schemas.openxmlformats.org/drawingml/2006/main" noGrp="1"/>
          </p:cNvSpPr>
          <p:nvPr/>
        </p:nvSpPr>
        <p:spPr>
          <a:xfrm xmlns:a="http://schemas.openxmlformats.org/drawingml/2006/main">
            <a:off x="187702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9" name="Text 7">
            <a:extLst xmlns:a="http://schemas.openxmlformats.org/drawingml/2006/main">
              <a:ext uri="{FF2B5EF4-FFF2-40B4-BE49-F238E27FC236}">
                <a16:creationId xmlns:a16="http://schemas.microsoft.com/office/drawing/2014/main" id="{933BAD49-BCE4-4387-9A36-B4FD38F65D38}"/>
              </a:ext>
            </a:extLst>
          </p:cNvPr>
          <p:cNvSpPr>
            <a:spLocks xmlns:a="http://schemas.openxmlformats.org/drawingml/2006/main" noGrp="1"/>
          </p:cNvSpPr>
          <p:nvPr/>
        </p:nvSpPr>
        <p:spPr>
          <a:xfrm xmlns:a="http://schemas.openxmlformats.org/drawingml/2006/main">
            <a:off x="18770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Calle líquida → Playa 3</a:t>
            </a:r>
            <a:endParaRPr sz="1200"/>
          </a:p>
        </p:txBody>
      </p:sp>
      <p:sp>
        <p:nvSpPr>
          <p:cNvPr id="10" name="Text 8">
            <a:extLst xmlns:a="http://schemas.openxmlformats.org/drawingml/2006/main">
              <a:ext uri="{FF2B5EF4-FFF2-40B4-BE49-F238E27FC236}">
                <a16:creationId xmlns:a16="http://schemas.microsoft.com/office/drawing/2014/main" id="{10544349-F5D5-4349-A805-4A94CD0EB49D}"/>
              </a:ext>
            </a:extLst>
          </p:cNvPr>
          <p:cNvSpPr>
            <a:spLocks xmlns:a="http://schemas.openxmlformats.org/drawingml/2006/main" noGrp="1"/>
          </p:cNvSpPr>
          <p:nvPr/>
        </p:nvSpPr>
        <p:spPr>
          <a:xfrm xmlns:a="http://schemas.openxmlformats.org/drawingml/2006/main">
            <a:off x="2941241" y="1701701"/>
            <a:ext cx="10389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Espera carga</a:t>
            </a:r>
            <a:endParaRPr sz="1400"/>
          </a:p>
        </p:txBody>
      </p:sp>
      <p:sp>
        <p:nvSpPr>
          <p:cNvPr id="11" name="Shape 9">
            <a:extLst xmlns:a="http://schemas.openxmlformats.org/drawingml/2006/main">
              <a:ext uri="{FF2B5EF4-FFF2-40B4-BE49-F238E27FC236}">
                <a16:creationId xmlns:a16="http://schemas.microsoft.com/office/drawing/2014/main" id="{A1BA555C-9333-4190-9CEC-86AD29A43892}"/>
              </a:ext>
            </a:extLst>
          </p:cNvPr>
          <p:cNvSpPr>
            <a:spLocks xmlns:a="http://schemas.openxmlformats.org/drawingml/2006/main" noGrp="1"/>
          </p:cNvSpPr>
          <p:nvPr/>
        </p:nvSpPr>
        <p:spPr>
          <a:xfrm xmlns:a="http://schemas.openxmlformats.org/drawingml/2006/main">
            <a:off x="2941241" y="2250182"/>
            <a:ext cx="988120" cy="63500"/>
          </a:xfrm>
          <a:prstGeom xmlns:a="http://schemas.openxmlformats.org/drawingml/2006/main" prst="roundRect">
            <a:avLst>
              <a:gd name="adj" fmla="val 50000"/>
            </a:avLst>
          </a:prstGeom>
          <a:solidFill xmlns:a="http://schemas.openxmlformats.org/drawingml/2006/main">
            <a:srgbClr val="0B5638"/>
          </a:solidFill>
        </p:spPr>
      </p:sp>
      <p:sp>
        <p:nvSpPr>
          <p:cNvPr id="12" name="Text 10">
            <a:extLst xmlns:a="http://schemas.openxmlformats.org/drawingml/2006/main">
              <a:ext uri="{FF2B5EF4-FFF2-40B4-BE49-F238E27FC236}">
                <a16:creationId xmlns:a16="http://schemas.microsoft.com/office/drawing/2014/main" id="{140D5BF2-F1B9-49E7-AD00-1D23C4C135FD}"/>
              </a:ext>
            </a:extLst>
          </p:cNvPr>
          <p:cNvSpPr>
            <a:spLocks xmlns:a="http://schemas.openxmlformats.org/drawingml/2006/main" noGrp="1"/>
          </p:cNvSpPr>
          <p:nvPr/>
        </p:nvSpPr>
        <p:spPr>
          <a:xfrm xmlns:a="http://schemas.openxmlformats.org/drawingml/2006/main">
            <a:off x="2941241" y="2364482"/>
            <a:ext cx="103892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Silo</a:t>
            </a:r>
            <a:endParaRPr sz="1200"/>
          </a:p>
        </p:txBody>
      </p:sp>
      <p:sp>
        <p:nvSpPr>
          <p:cNvPr id="13" name="Text 11">
            <a:extLst xmlns:a="http://schemas.openxmlformats.org/drawingml/2006/main">
              <a:ext uri="{FF2B5EF4-FFF2-40B4-BE49-F238E27FC236}">
                <a16:creationId xmlns:a16="http://schemas.microsoft.com/office/drawing/2014/main" id="{263FBA92-C9C7-4DE2-94B0-B159B1AA2993}"/>
              </a:ext>
            </a:extLst>
          </p:cNvPr>
          <p:cNvSpPr>
            <a:spLocks xmlns:a="http://schemas.openxmlformats.org/drawingml/2006/main" noGrp="1"/>
          </p:cNvSpPr>
          <p:nvPr/>
        </p:nvSpPr>
        <p:spPr>
          <a:xfrm xmlns:a="http://schemas.openxmlformats.org/drawingml/2006/main">
            <a:off x="40055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Carga</a:t>
            </a:r>
            <a:endParaRPr sz="1400"/>
          </a:p>
        </p:txBody>
      </p:sp>
      <p:sp>
        <p:nvSpPr>
          <p:cNvPr id="14" name="Shape 12">
            <a:extLst xmlns:a="http://schemas.openxmlformats.org/drawingml/2006/main">
              <a:ext uri="{FF2B5EF4-FFF2-40B4-BE49-F238E27FC236}">
                <a16:creationId xmlns:a16="http://schemas.microsoft.com/office/drawing/2014/main" id="{7F9988E9-5D26-40A1-B962-DA607C5B16F0}"/>
              </a:ext>
            </a:extLst>
          </p:cNvPr>
          <p:cNvSpPr>
            <a:spLocks xmlns:a="http://schemas.openxmlformats.org/drawingml/2006/main" noGrp="1"/>
          </p:cNvSpPr>
          <p:nvPr/>
        </p:nvSpPr>
        <p:spPr>
          <a:xfrm xmlns:a="http://schemas.openxmlformats.org/drawingml/2006/main">
            <a:off x="4005560" y="2001341"/>
            <a:ext cx="988020" cy="63500"/>
          </a:xfrm>
          <a:prstGeom xmlns:a="http://schemas.openxmlformats.org/drawingml/2006/main" prst="roundRect">
            <a:avLst>
              <a:gd name="adj" fmla="val 50000"/>
            </a:avLst>
          </a:prstGeom>
          <a:solidFill xmlns:a="http://schemas.openxmlformats.org/drawingml/2006/main">
            <a:srgbClr val="3A8F63"/>
          </a:solidFill>
        </p:spPr>
      </p:sp>
      <p:sp>
        <p:nvSpPr>
          <p:cNvPr id="15" name="Text 13">
            <a:extLst xmlns:a="http://schemas.openxmlformats.org/drawingml/2006/main">
              <a:ext uri="{FF2B5EF4-FFF2-40B4-BE49-F238E27FC236}">
                <a16:creationId xmlns:a16="http://schemas.microsoft.com/office/drawing/2014/main" id="{92C763C8-BDA1-45C0-A3A7-CDDF3758A73D}"/>
              </a:ext>
            </a:extLst>
          </p:cNvPr>
          <p:cNvSpPr>
            <a:spLocks xmlns:a="http://schemas.openxmlformats.org/drawingml/2006/main" noGrp="1"/>
          </p:cNvSpPr>
          <p:nvPr/>
        </p:nvSpPr>
        <p:spPr>
          <a:xfrm xmlns:a="http://schemas.openxmlformats.org/drawingml/2006/main">
            <a:off x="4005560" y="2115641"/>
            <a:ext cx="10388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Silo → Balanza egreso</a:t>
            </a:r>
            <a:endParaRPr sz="1200"/>
          </a:p>
        </p:txBody>
      </p:sp>
      <p:sp>
        <p:nvSpPr>
          <p:cNvPr id="16" name="Text 14">
            <a:extLst xmlns:a="http://schemas.openxmlformats.org/drawingml/2006/main">
              <a:ext uri="{FF2B5EF4-FFF2-40B4-BE49-F238E27FC236}">
                <a16:creationId xmlns:a16="http://schemas.microsoft.com/office/drawing/2014/main" id="{C224D713-4DA5-4879-B68A-E1CDBDBAB521}"/>
              </a:ext>
            </a:extLst>
          </p:cNvPr>
          <p:cNvSpPr>
            <a:spLocks xmlns:a="http://schemas.openxmlformats.org/drawingml/2006/main" noGrp="1"/>
          </p:cNvSpPr>
          <p:nvPr/>
        </p:nvSpPr>
        <p:spPr>
          <a:xfrm xmlns:a="http://schemas.openxmlformats.org/drawingml/2006/main">
            <a:off x="50697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 calada</a:t>
            </a:r>
            <a:endParaRPr sz="1400"/>
          </a:p>
        </p:txBody>
      </p:sp>
      <p:sp>
        <p:nvSpPr>
          <p:cNvPr id="17" name="Shape 15">
            <a:extLst xmlns:a="http://schemas.openxmlformats.org/drawingml/2006/main">
              <a:ext uri="{FF2B5EF4-FFF2-40B4-BE49-F238E27FC236}">
                <a16:creationId xmlns:a16="http://schemas.microsoft.com/office/drawing/2014/main" id="{B3C4D6E9-7187-4578-B8D9-E0ED8C02E486}"/>
              </a:ext>
            </a:extLst>
          </p:cNvPr>
          <p:cNvSpPr>
            <a:spLocks xmlns:a="http://schemas.openxmlformats.org/drawingml/2006/main" noGrp="1"/>
          </p:cNvSpPr>
          <p:nvPr/>
        </p:nvSpPr>
        <p:spPr>
          <a:xfrm xmlns:a="http://schemas.openxmlformats.org/drawingml/2006/main">
            <a:off x="5069780" y="2001341"/>
            <a:ext cx="988120" cy="63500"/>
          </a:xfrm>
          <a:prstGeom xmlns:a="http://schemas.openxmlformats.org/drawingml/2006/main" prst="roundRect">
            <a:avLst>
              <a:gd name="adj" fmla="val 50000"/>
            </a:avLst>
          </a:prstGeom>
          <a:solidFill xmlns:a="http://schemas.openxmlformats.org/drawingml/2006/main">
            <a:srgbClr val="1F7A4D"/>
          </a:solidFill>
        </p:spPr>
      </p:sp>
      <p:sp>
        <p:nvSpPr>
          <p:cNvPr id="18" name="Text 16">
            <a:extLst xmlns:a="http://schemas.openxmlformats.org/drawingml/2006/main">
              <a:ext uri="{FF2B5EF4-FFF2-40B4-BE49-F238E27FC236}">
                <a16:creationId xmlns:a16="http://schemas.microsoft.com/office/drawing/2014/main" id="{B7204EE6-1955-4A97-9944-F3D150DFC165}"/>
              </a:ext>
            </a:extLst>
          </p:cNvPr>
          <p:cNvSpPr>
            <a:spLocks xmlns:a="http://schemas.openxmlformats.org/drawingml/2006/main" noGrp="1"/>
          </p:cNvSpPr>
          <p:nvPr/>
        </p:nvSpPr>
        <p:spPr>
          <a:xfrm xmlns:a="http://schemas.openxmlformats.org/drawingml/2006/main">
            <a:off x="5069780"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egreso → Calada</a:t>
            </a:r>
            <a:endParaRPr sz="1200"/>
          </a:p>
        </p:txBody>
      </p:sp>
      <p:sp>
        <p:nvSpPr>
          <p:cNvPr id="19" name="Text 17">
            <a:extLst xmlns:a="http://schemas.openxmlformats.org/drawingml/2006/main">
              <a:ext uri="{FF2B5EF4-FFF2-40B4-BE49-F238E27FC236}">
                <a16:creationId xmlns:a16="http://schemas.microsoft.com/office/drawing/2014/main" id="{33CB55CD-93A4-4076-A4A7-3A2DD5E75752}"/>
              </a:ext>
            </a:extLst>
          </p:cNvPr>
          <p:cNvSpPr>
            <a:spLocks xmlns:a="http://schemas.openxmlformats.org/drawingml/2006/main" noGrp="1"/>
          </p:cNvSpPr>
          <p:nvPr/>
        </p:nvSpPr>
        <p:spPr>
          <a:xfrm xmlns:a="http://schemas.openxmlformats.org/drawingml/2006/main">
            <a:off x="613410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20" name="Shape 18">
            <a:extLst xmlns:a="http://schemas.openxmlformats.org/drawingml/2006/main">
              <a:ext uri="{FF2B5EF4-FFF2-40B4-BE49-F238E27FC236}">
                <a16:creationId xmlns:a16="http://schemas.microsoft.com/office/drawing/2014/main" id="{C107B997-934B-4698-BA6B-60E8D898236F}"/>
              </a:ext>
            </a:extLst>
          </p:cNvPr>
          <p:cNvSpPr>
            <a:spLocks xmlns:a="http://schemas.openxmlformats.org/drawingml/2006/main" noGrp="1"/>
          </p:cNvSpPr>
          <p:nvPr/>
        </p:nvSpPr>
        <p:spPr>
          <a:xfrm xmlns:a="http://schemas.openxmlformats.org/drawingml/2006/main">
            <a:off x="613410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21" name="Text 19">
            <a:extLst xmlns:a="http://schemas.openxmlformats.org/drawingml/2006/main">
              <a:ext uri="{FF2B5EF4-FFF2-40B4-BE49-F238E27FC236}">
                <a16:creationId xmlns:a16="http://schemas.microsoft.com/office/drawing/2014/main" id="{F8115073-A35D-48EF-AEA8-22F51400637E}"/>
              </a:ext>
            </a:extLst>
          </p:cNvPr>
          <p:cNvSpPr>
            <a:spLocks xmlns:a="http://schemas.openxmlformats.org/drawingml/2006/main" noGrp="1"/>
          </p:cNvSpPr>
          <p:nvPr/>
        </p:nvSpPr>
        <p:spPr>
          <a:xfrm xmlns:a="http://schemas.openxmlformats.org/drawingml/2006/main">
            <a:off x="613410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t>
            </a:r>
            <a:endParaRPr sz="1200"/>
          </a:p>
        </p:txBody>
      </p:sp>
      <p:sp>
        <p:nvSpPr>
          <p:cNvPr id="22" name="Text 20">
            <a:extLst xmlns:a="http://schemas.openxmlformats.org/drawingml/2006/main">
              <a:ext uri="{FF2B5EF4-FFF2-40B4-BE49-F238E27FC236}">
                <a16:creationId xmlns:a16="http://schemas.microsoft.com/office/drawing/2014/main" id="{65D71051-CF28-4D0B-AD3D-0F6A81BBABD5}"/>
              </a:ext>
            </a:extLst>
          </p:cNvPr>
          <p:cNvSpPr>
            <a:spLocks xmlns:a="http://schemas.openxmlformats.org/drawingml/2006/main" noGrp="1"/>
          </p:cNvSpPr>
          <p:nvPr/>
        </p:nvSpPr>
        <p:spPr>
          <a:xfrm xmlns:a="http://schemas.openxmlformats.org/drawingml/2006/main">
            <a:off x="71983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Traslado</a:t>
            </a:r>
            <a:endParaRPr sz="1400"/>
          </a:p>
        </p:txBody>
      </p:sp>
      <p:sp>
        <p:nvSpPr>
          <p:cNvPr id="23" name="Shape 21">
            <a:extLst xmlns:a="http://schemas.openxmlformats.org/drawingml/2006/main">
              <a:ext uri="{FF2B5EF4-FFF2-40B4-BE49-F238E27FC236}">
                <a16:creationId xmlns:a16="http://schemas.microsoft.com/office/drawing/2014/main" id="{9E47B9AC-B8C8-4D47-AFAA-59AF345592F3}"/>
              </a:ext>
            </a:extLst>
          </p:cNvPr>
          <p:cNvSpPr>
            <a:spLocks xmlns:a="http://schemas.openxmlformats.org/drawingml/2006/main" noGrp="1"/>
          </p:cNvSpPr>
          <p:nvPr/>
        </p:nvSpPr>
        <p:spPr>
          <a:xfrm xmlns:a="http://schemas.openxmlformats.org/drawingml/2006/main">
            <a:off x="7198320" y="2001341"/>
            <a:ext cx="988020" cy="63500"/>
          </a:xfrm>
          <a:prstGeom xmlns:a="http://schemas.openxmlformats.org/drawingml/2006/main" prst="roundRect">
            <a:avLst>
              <a:gd name="adj" fmla="val 50000"/>
            </a:avLst>
          </a:prstGeom>
          <a:solidFill xmlns:a="http://schemas.openxmlformats.org/drawingml/2006/main">
            <a:srgbClr val="B7C3BB"/>
          </a:solidFill>
        </p:spPr>
      </p:sp>
      <p:sp>
        <p:nvSpPr>
          <p:cNvPr id="24" name="Text 22">
            <a:extLst xmlns:a="http://schemas.openxmlformats.org/drawingml/2006/main">
              <a:ext uri="{FF2B5EF4-FFF2-40B4-BE49-F238E27FC236}">
                <a16:creationId xmlns:a16="http://schemas.microsoft.com/office/drawing/2014/main" id="{A10168D9-E5DD-491F-8548-E18EC16F4473}"/>
              </a:ext>
            </a:extLst>
          </p:cNvPr>
          <p:cNvSpPr>
            <a:spLocks xmlns:a="http://schemas.openxmlformats.org/drawingml/2006/main" noGrp="1"/>
          </p:cNvSpPr>
          <p:nvPr/>
        </p:nvSpPr>
        <p:spPr>
          <a:xfrm xmlns:a="http://schemas.openxmlformats.org/drawingml/2006/main">
            <a:off x="71983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 → Ingreso SLZ</a:t>
            </a:r>
            <a:endParaRPr sz="1200"/>
          </a:p>
        </p:txBody>
      </p:sp>
      <p:sp>
        <p:nvSpPr>
          <p:cNvPr id="25" name="Text 23">
            <a:extLst xmlns:a="http://schemas.openxmlformats.org/drawingml/2006/main">
              <a:ext uri="{FF2B5EF4-FFF2-40B4-BE49-F238E27FC236}">
                <a16:creationId xmlns:a16="http://schemas.microsoft.com/office/drawing/2014/main" id="{3F6B0231-4E1D-4E37-8595-523AB5C42F43}"/>
              </a:ext>
            </a:extLst>
          </p:cNvPr>
          <p:cNvSpPr>
            <a:spLocks xmlns:a="http://schemas.openxmlformats.org/drawingml/2006/main" noGrp="1"/>
          </p:cNvSpPr>
          <p:nvPr/>
        </p:nvSpPr>
        <p:spPr>
          <a:xfrm xmlns:a="http://schemas.openxmlformats.org/drawingml/2006/main">
            <a:off x="8262541"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26" name="Shape 24">
            <a:extLst xmlns:a="http://schemas.openxmlformats.org/drawingml/2006/main">
              <a:ext uri="{FF2B5EF4-FFF2-40B4-BE49-F238E27FC236}">
                <a16:creationId xmlns:a16="http://schemas.microsoft.com/office/drawing/2014/main" id="{1CFCD8AF-6B15-462E-8DCE-7F667B2596DF}"/>
              </a:ext>
            </a:extLst>
          </p:cNvPr>
          <p:cNvSpPr>
            <a:spLocks xmlns:a="http://schemas.openxmlformats.org/drawingml/2006/main" noGrp="1"/>
          </p:cNvSpPr>
          <p:nvPr/>
        </p:nvSpPr>
        <p:spPr>
          <a:xfrm xmlns:a="http://schemas.openxmlformats.org/drawingml/2006/main">
            <a:off x="8262541" y="2001341"/>
            <a:ext cx="988120" cy="63500"/>
          </a:xfrm>
          <a:prstGeom xmlns:a="http://schemas.openxmlformats.org/drawingml/2006/main" prst="roundRect">
            <a:avLst>
              <a:gd name="adj" fmla="val 50000"/>
            </a:avLst>
          </a:prstGeom>
          <a:solidFill xmlns:a="http://schemas.openxmlformats.org/drawingml/2006/main">
            <a:srgbClr val="2E1B4E"/>
          </a:solidFill>
        </p:spPr>
      </p:sp>
      <p:sp>
        <p:nvSpPr>
          <p:cNvPr id="27" name="Text 25">
            <a:extLst xmlns:a="http://schemas.openxmlformats.org/drawingml/2006/main">
              <a:ext uri="{FF2B5EF4-FFF2-40B4-BE49-F238E27FC236}">
                <a16:creationId xmlns:a16="http://schemas.microsoft.com/office/drawing/2014/main" id="{5B7C23BE-E19A-47CF-816B-617726EB12E1}"/>
              </a:ext>
            </a:extLst>
          </p:cNvPr>
          <p:cNvSpPr>
            <a:spLocks xmlns:a="http://schemas.openxmlformats.org/drawingml/2006/main" noGrp="1"/>
          </p:cNvSpPr>
          <p:nvPr/>
        </p:nvSpPr>
        <p:spPr>
          <a:xfrm xmlns:a="http://schemas.openxmlformats.org/drawingml/2006/main">
            <a:off x="8262541"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SLZ</a:t>
            </a:r>
            <a:endParaRPr sz="1200"/>
          </a:p>
        </p:txBody>
      </p:sp>
      <p:sp>
        <p:nvSpPr>
          <p:cNvPr id="28" name="Text 26">
            <a:extLst xmlns:a="http://schemas.openxmlformats.org/drawingml/2006/main">
              <a:ext uri="{FF2B5EF4-FFF2-40B4-BE49-F238E27FC236}">
                <a16:creationId xmlns:a16="http://schemas.microsoft.com/office/drawing/2014/main" id="{E44D9742-AC88-4C87-B482-911851D123DD}"/>
              </a:ext>
            </a:extLst>
          </p:cNvPr>
          <p:cNvSpPr>
            <a:spLocks xmlns:a="http://schemas.openxmlformats.org/drawingml/2006/main" noGrp="1"/>
          </p:cNvSpPr>
          <p:nvPr/>
        </p:nvSpPr>
        <p:spPr>
          <a:xfrm xmlns:a="http://schemas.openxmlformats.org/drawingml/2006/main">
            <a:off x="93268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9" name="Shape 27">
            <a:extLst xmlns:a="http://schemas.openxmlformats.org/drawingml/2006/main">
              <a:ext uri="{FF2B5EF4-FFF2-40B4-BE49-F238E27FC236}">
                <a16:creationId xmlns:a16="http://schemas.microsoft.com/office/drawing/2014/main" id="{420E3474-1C22-45EF-8708-0F57FBDFD7E6}"/>
              </a:ext>
            </a:extLst>
          </p:cNvPr>
          <p:cNvSpPr>
            <a:spLocks xmlns:a="http://schemas.openxmlformats.org/drawingml/2006/main" noGrp="1"/>
          </p:cNvSpPr>
          <p:nvPr/>
        </p:nvSpPr>
        <p:spPr>
          <a:xfrm xmlns:a="http://schemas.openxmlformats.org/drawingml/2006/main">
            <a:off x="9326860" y="2001341"/>
            <a:ext cx="988020" cy="63500"/>
          </a:xfrm>
          <a:prstGeom xmlns:a="http://schemas.openxmlformats.org/drawingml/2006/main" prst="roundRect">
            <a:avLst>
              <a:gd name="adj" fmla="val 50000"/>
            </a:avLst>
          </a:prstGeom>
          <a:solidFill xmlns:a="http://schemas.openxmlformats.org/drawingml/2006/main">
            <a:srgbClr val="6B55A3"/>
          </a:solidFill>
        </p:spPr>
      </p:sp>
      <p:sp>
        <p:nvSpPr>
          <p:cNvPr id="30" name="Text 28">
            <a:extLst xmlns:a="http://schemas.openxmlformats.org/drawingml/2006/main">
              <a:ext uri="{FF2B5EF4-FFF2-40B4-BE49-F238E27FC236}">
                <a16:creationId xmlns:a16="http://schemas.microsoft.com/office/drawing/2014/main" id="{FE3887B7-7FA5-4FEC-8CA5-299AEFF79AFC}"/>
              </a:ext>
            </a:extLst>
          </p:cNvPr>
          <p:cNvSpPr>
            <a:spLocks xmlns:a="http://schemas.openxmlformats.org/drawingml/2006/main" noGrp="1"/>
          </p:cNvSpPr>
          <p:nvPr/>
        </p:nvSpPr>
        <p:spPr>
          <a:xfrm xmlns:a="http://schemas.openxmlformats.org/drawingml/2006/main">
            <a:off x="932686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SLZ → Volcable</a:t>
            </a:r>
            <a:endParaRPr sz="1200"/>
          </a:p>
        </p:txBody>
      </p:sp>
      <p:sp>
        <p:nvSpPr>
          <p:cNvPr id="31" name="Text 29">
            <a:extLst xmlns:a="http://schemas.openxmlformats.org/drawingml/2006/main">
              <a:ext uri="{FF2B5EF4-FFF2-40B4-BE49-F238E27FC236}">
                <a16:creationId xmlns:a16="http://schemas.microsoft.com/office/drawing/2014/main" id="{DAE4EC8B-21F1-48A7-9AAA-13788A5F6FAE}"/>
              </a:ext>
            </a:extLst>
          </p:cNvPr>
          <p:cNvSpPr>
            <a:spLocks xmlns:a="http://schemas.openxmlformats.org/drawingml/2006/main" noGrp="1"/>
          </p:cNvSpPr>
          <p:nvPr/>
        </p:nvSpPr>
        <p:spPr>
          <a:xfrm xmlns:a="http://schemas.openxmlformats.org/drawingml/2006/main">
            <a:off x="103910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32" name="Shape 30">
            <a:extLst xmlns:a="http://schemas.openxmlformats.org/drawingml/2006/main">
              <a:ext uri="{FF2B5EF4-FFF2-40B4-BE49-F238E27FC236}">
                <a16:creationId xmlns:a16="http://schemas.microsoft.com/office/drawing/2014/main" id="{3C360E22-C837-40F8-8AC4-1222043D34B5}"/>
              </a:ext>
            </a:extLst>
          </p:cNvPr>
          <p:cNvSpPr>
            <a:spLocks xmlns:a="http://schemas.openxmlformats.org/drawingml/2006/main" noGrp="1"/>
          </p:cNvSpPr>
          <p:nvPr/>
        </p:nvSpPr>
        <p:spPr>
          <a:xfrm xmlns:a="http://schemas.openxmlformats.org/drawingml/2006/main">
            <a:off x="10391080" y="2001341"/>
            <a:ext cx="988120" cy="63500"/>
          </a:xfrm>
          <a:prstGeom xmlns:a="http://schemas.openxmlformats.org/drawingml/2006/main" prst="roundRect">
            <a:avLst>
              <a:gd name="adj" fmla="val 50000"/>
            </a:avLst>
          </a:prstGeom>
          <a:solidFill xmlns:a="http://schemas.openxmlformats.org/drawingml/2006/main">
            <a:srgbClr val="A99BCF"/>
          </a:solidFill>
        </p:spPr>
      </p:sp>
      <p:sp>
        <p:nvSpPr>
          <p:cNvPr id="33" name="Text 31">
            <a:extLst xmlns:a="http://schemas.openxmlformats.org/drawingml/2006/main">
              <a:ext uri="{FF2B5EF4-FFF2-40B4-BE49-F238E27FC236}">
                <a16:creationId xmlns:a16="http://schemas.microsoft.com/office/drawing/2014/main" id="{8DA633E9-0B58-4232-B89D-CF90958AE464}"/>
              </a:ext>
            </a:extLst>
          </p:cNvPr>
          <p:cNvSpPr>
            <a:spLocks xmlns:a="http://schemas.openxmlformats.org/drawingml/2006/main" noGrp="1"/>
          </p:cNvSpPr>
          <p:nvPr/>
        </p:nvSpPr>
        <p:spPr>
          <a:xfrm xmlns:a="http://schemas.openxmlformats.org/drawingml/2006/main">
            <a:off x="10391080" y="2115641"/>
            <a:ext cx="10389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 Salida SLZ</a:t>
            </a:r>
            <a:endParaRPr sz="1200"/>
          </a:p>
        </p:txBody>
      </p:sp>
      <p:sp>
        <p:nvSpPr>
          <p:cNvPr id="34" name="Text 32">
            <a:extLst xmlns:a="http://schemas.openxmlformats.org/drawingml/2006/main">
              <a:ext uri="{FF2B5EF4-FFF2-40B4-BE49-F238E27FC236}">
                <a16:creationId xmlns:a16="http://schemas.microsoft.com/office/drawing/2014/main" id="{CDDA2A20-848C-4A4C-9203-7B7917E3694E}"/>
              </a:ext>
            </a:extLst>
          </p:cNvPr>
          <p:cNvSpPr>
            <a:spLocks xmlns:a="http://schemas.openxmlformats.org/drawingml/2006/main" noGrp="1"/>
          </p:cNvSpPr>
          <p:nvPr/>
        </p:nvSpPr>
        <p:spPr>
          <a:xfrm xmlns:a="http://schemas.openxmlformats.org/drawingml/2006/main">
            <a:off x="787400" y="2928243"/>
            <a:ext cx="368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9</a:t>
            </a:r>
            <a:endParaRPr sz="1800"/>
          </a:p>
        </p:txBody>
      </p:sp>
      <p:sp>
        <p:nvSpPr>
          <p:cNvPr id="35" name="Text 33">
            <a:extLst xmlns:a="http://schemas.openxmlformats.org/drawingml/2006/main">
              <a:ext uri="{FF2B5EF4-FFF2-40B4-BE49-F238E27FC236}">
                <a16:creationId xmlns:a16="http://schemas.microsoft.com/office/drawing/2014/main" id="{7E12B4B6-7471-4F06-948C-B311C2308F21}"/>
              </a:ext>
            </a:extLst>
          </p:cNvPr>
          <p:cNvSpPr>
            <a:spLocks xmlns:a="http://schemas.openxmlformats.org/drawingml/2006/main" noGrp="1"/>
          </p:cNvSpPr>
          <p:nvPr/>
        </p:nvSpPr>
        <p:spPr>
          <a:xfrm xmlns:a="http://schemas.openxmlformats.org/drawingml/2006/main">
            <a:off x="110490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36" name="Text 34">
            <a:extLst xmlns:a="http://schemas.openxmlformats.org/drawingml/2006/main">
              <a:ext uri="{FF2B5EF4-FFF2-40B4-BE49-F238E27FC236}">
                <a16:creationId xmlns:a16="http://schemas.microsoft.com/office/drawing/2014/main" id="{DCC1D813-0E06-4B54-9896-118465A004ED}"/>
              </a:ext>
            </a:extLst>
          </p:cNvPr>
          <p:cNvSpPr>
            <a:spLocks xmlns:a="http://schemas.openxmlformats.org/drawingml/2006/main" noGrp="1"/>
          </p:cNvSpPr>
          <p:nvPr/>
        </p:nvSpPr>
        <p:spPr>
          <a:xfrm xmlns:a="http://schemas.openxmlformats.org/drawingml/2006/main">
            <a:off x="1448403" y="2928243"/>
            <a:ext cx="475494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131</a:t>
            </a:r>
            <a:endParaRPr sz="1800"/>
          </a:p>
        </p:txBody>
      </p:sp>
      <p:sp>
        <p:nvSpPr>
          <p:cNvPr id="37" name="Text 35">
            <a:extLst xmlns:a="http://schemas.openxmlformats.org/drawingml/2006/main">
              <a:ext uri="{FF2B5EF4-FFF2-40B4-BE49-F238E27FC236}">
                <a16:creationId xmlns:a16="http://schemas.microsoft.com/office/drawing/2014/main" id="{88D44376-BD9D-4584-87B5-8A4105D18A9C}"/>
              </a:ext>
            </a:extLst>
          </p:cNvPr>
          <p:cNvSpPr>
            <a:spLocks xmlns:a="http://schemas.openxmlformats.org/drawingml/2006/main" noGrp="1"/>
          </p:cNvSpPr>
          <p:nvPr/>
        </p:nvSpPr>
        <p:spPr>
          <a:xfrm xmlns:a="http://schemas.openxmlformats.org/drawingml/2006/main">
            <a:off x="6108700" y="2928243"/>
            <a:ext cx="7556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8" name="Text 36">
            <a:extLst xmlns:a="http://schemas.openxmlformats.org/drawingml/2006/main">
              <a:ext uri="{FF2B5EF4-FFF2-40B4-BE49-F238E27FC236}">
                <a16:creationId xmlns:a16="http://schemas.microsoft.com/office/drawing/2014/main" id="{4B04D99A-5779-400B-ABEF-BDE5D37C9830}"/>
              </a:ext>
            </a:extLst>
          </p:cNvPr>
          <p:cNvSpPr>
            <a:spLocks xmlns:a="http://schemas.openxmlformats.org/drawingml/2006/main" noGrp="1"/>
          </p:cNvSpPr>
          <p:nvPr/>
        </p:nvSpPr>
        <p:spPr>
          <a:xfrm xmlns:a="http://schemas.openxmlformats.org/drawingml/2006/main">
            <a:off x="6813550" y="2928243"/>
            <a:ext cx="400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10</a:t>
            </a:r>
            <a:endParaRPr sz="1800"/>
          </a:p>
        </p:txBody>
      </p:sp>
      <p:sp>
        <p:nvSpPr>
          <p:cNvPr id="39" name="Text 37">
            <a:extLst xmlns:a="http://schemas.openxmlformats.org/drawingml/2006/main">
              <a:ext uri="{FF2B5EF4-FFF2-40B4-BE49-F238E27FC236}">
                <a16:creationId xmlns:a16="http://schemas.microsoft.com/office/drawing/2014/main" id="{8BAEEBF1-6E24-4185-B689-C12028CB60AA}"/>
              </a:ext>
            </a:extLst>
          </p:cNvPr>
          <p:cNvSpPr>
            <a:spLocks xmlns:a="http://schemas.openxmlformats.org/drawingml/2006/main" noGrp="1"/>
          </p:cNvSpPr>
          <p:nvPr/>
        </p:nvSpPr>
        <p:spPr>
          <a:xfrm xmlns:a="http://schemas.openxmlformats.org/drawingml/2006/main">
            <a:off x="716280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0" name="Text 38">
            <a:extLst xmlns:a="http://schemas.openxmlformats.org/drawingml/2006/main">
              <a:ext uri="{FF2B5EF4-FFF2-40B4-BE49-F238E27FC236}">
                <a16:creationId xmlns:a16="http://schemas.microsoft.com/office/drawing/2014/main" id="{0D4520B9-49A0-4FDC-9B12-99E43A7EEA37}"/>
              </a:ext>
            </a:extLst>
          </p:cNvPr>
          <p:cNvSpPr>
            <a:spLocks xmlns:a="http://schemas.openxmlformats.org/drawingml/2006/main" noGrp="1"/>
          </p:cNvSpPr>
          <p:nvPr/>
        </p:nvSpPr>
        <p:spPr>
          <a:xfrm xmlns:a="http://schemas.openxmlformats.org/drawingml/2006/main">
            <a:off x="768985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41" name="Text 39">
            <a:extLst xmlns:a="http://schemas.openxmlformats.org/drawingml/2006/main">
              <a:ext uri="{FF2B5EF4-FFF2-40B4-BE49-F238E27FC236}">
                <a16:creationId xmlns:a16="http://schemas.microsoft.com/office/drawing/2014/main" id="{DEFBCEB0-D45F-4992-AB0D-75A8721DE581}"/>
              </a:ext>
            </a:extLst>
          </p:cNvPr>
          <p:cNvSpPr>
            <a:spLocks xmlns:a="http://schemas.openxmlformats.org/drawingml/2006/main" noGrp="1"/>
          </p:cNvSpPr>
          <p:nvPr/>
        </p:nvSpPr>
        <p:spPr>
          <a:xfrm xmlns:a="http://schemas.openxmlformats.org/drawingml/2006/main">
            <a:off x="8077200" y="2928243"/>
            <a:ext cx="1003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27</a:t>
            </a:r>
            <a:endParaRPr sz="1800"/>
          </a:p>
        </p:txBody>
      </p:sp>
      <p:sp>
        <p:nvSpPr>
          <p:cNvPr id="42" name="Text 40">
            <a:extLst xmlns:a="http://schemas.openxmlformats.org/drawingml/2006/main">
              <a:ext uri="{FF2B5EF4-FFF2-40B4-BE49-F238E27FC236}">
                <a16:creationId xmlns:a16="http://schemas.microsoft.com/office/drawing/2014/main" id="{DE9A9353-C256-44F7-8647-8D7A345E13D3}"/>
              </a:ext>
            </a:extLst>
          </p:cNvPr>
          <p:cNvSpPr>
            <a:spLocks xmlns:a="http://schemas.openxmlformats.org/drawingml/2006/main" noGrp="1"/>
          </p:cNvSpPr>
          <p:nvPr/>
        </p:nvSpPr>
        <p:spPr>
          <a:xfrm xmlns:a="http://schemas.openxmlformats.org/drawingml/2006/main">
            <a:off x="9028144" y="2928243"/>
            <a:ext cx="1850962"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51</a:t>
            </a:r>
            <a:endParaRPr sz="1800"/>
          </a:p>
        </p:txBody>
      </p:sp>
      <p:sp>
        <p:nvSpPr>
          <p:cNvPr id="43" name="Text 41">
            <a:extLst xmlns:a="http://schemas.openxmlformats.org/drawingml/2006/main">
              <a:ext uri="{FF2B5EF4-FFF2-40B4-BE49-F238E27FC236}">
                <a16:creationId xmlns:a16="http://schemas.microsoft.com/office/drawing/2014/main" id="{42741DAD-6CE5-450F-B4C2-335B132356CA}"/>
              </a:ext>
            </a:extLst>
          </p:cNvPr>
          <p:cNvSpPr>
            <a:spLocks xmlns:a="http://schemas.openxmlformats.org/drawingml/2006/main" noGrp="1"/>
          </p:cNvSpPr>
          <p:nvPr/>
        </p:nvSpPr>
        <p:spPr>
          <a:xfrm xmlns:a="http://schemas.openxmlformats.org/drawingml/2006/main">
            <a:off x="1082675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4" name="Shape 42">
            <a:extLst xmlns:a="http://schemas.openxmlformats.org/drawingml/2006/main">
              <a:ext uri="{FF2B5EF4-FFF2-40B4-BE49-F238E27FC236}">
                <a16:creationId xmlns:a16="http://schemas.microsoft.com/office/drawing/2014/main" id="{1A22198C-B98B-47A5-9ED7-098AD66EC844}"/>
              </a:ext>
            </a:extLst>
          </p:cNvPr>
          <p:cNvSpPr>
            <a:spLocks xmlns:a="http://schemas.openxmlformats.org/drawingml/2006/main" noGrp="1"/>
          </p:cNvSpPr>
          <p:nvPr/>
        </p:nvSpPr>
        <p:spPr>
          <a:xfrm xmlns:a="http://schemas.openxmlformats.org/drawingml/2006/main">
            <a:off x="812800" y="3299023"/>
            <a:ext cx="317500" cy="355600"/>
          </a:xfrm>
          <a:custGeom xmlns:a="http://schemas.openxmlformats.org/drawingml/2006/main">
            <a:rect l="l" t="t" r="r" b="b"/>
            <a:pathLst>
              <a:path w="317500" h="355600">
                <a:moveTo>
                  <a:pt x="0" y="50800"/>
                </a:moveTo>
                <a:arcTo wR="50800" hR="50800" stAng="10800000" swAng="5400000"/>
                <a:lnTo>
                  <a:pt x="317500" y="0"/>
                </a:lnTo>
                <a:lnTo>
                  <a:pt x="317500" y="355600"/>
                </a:lnTo>
                <a:lnTo>
                  <a:pt x="50800" y="355600"/>
                </a:lnTo>
                <a:arcTo wR="50800" hR="50800" stAng="5400000" swAng="5400000"/>
                <a:close/>
              </a:path>
            </a:pathLst>
          </a:custGeom>
          <a:solidFill xmlns:a="http://schemas.openxmlformats.org/drawingml/2006/main">
            <a:srgbClr val="3A8F63"/>
          </a:solidFill>
        </p:spPr>
      </p:sp>
      <p:sp>
        <p:nvSpPr>
          <p:cNvPr id="45" name="Shape 43">
            <a:extLst xmlns:a="http://schemas.openxmlformats.org/drawingml/2006/main">
              <a:ext uri="{FF2B5EF4-FFF2-40B4-BE49-F238E27FC236}">
                <a16:creationId xmlns:a16="http://schemas.microsoft.com/office/drawing/2014/main" id="{90C4513B-9687-4BC1-BC46-E16721BA2B03}"/>
              </a:ext>
            </a:extLst>
          </p:cNvPr>
          <p:cNvSpPr>
            <a:spLocks xmlns:a="http://schemas.openxmlformats.org/drawingml/2006/main" noGrp="1"/>
          </p:cNvSpPr>
          <p:nvPr/>
        </p:nvSpPr>
        <p:spPr>
          <a:xfrm xmlns:a="http://schemas.openxmlformats.org/drawingml/2006/main">
            <a:off x="1130300" y="3299023"/>
            <a:ext cx="387350" cy="355600"/>
          </a:xfrm>
          <a:prstGeom xmlns:a="http://schemas.openxmlformats.org/drawingml/2006/main" prst="rect">
            <a:avLst/>
          </a:prstGeom>
          <a:solidFill xmlns:a="http://schemas.openxmlformats.org/drawingml/2006/main">
            <a:srgbClr val="9CCBAE"/>
          </a:solidFill>
        </p:spPr>
      </p:sp>
      <p:sp>
        <p:nvSpPr>
          <p:cNvPr id="46" name="Shape 44">
            <a:extLst xmlns:a="http://schemas.openxmlformats.org/drawingml/2006/main">
              <a:ext uri="{FF2B5EF4-FFF2-40B4-BE49-F238E27FC236}">
                <a16:creationId xmlns:a16="http://schemas.microsoft.com/office/drawing/2014/main" id="{3776BD6A-A913-4AE9-BB64-90AC62670F53}"/>
              </a:ext>
            </a:extLst>
          </p:cNvPr>
          <p:cNvSpPr>
            <a:spLocks xmlns:a="http://schemas.openxmlformats.org/drawingml/2006/main" noGrp="1"/>
          </p:cNvSpPr>
          <p:nvPr/>
        </p:nvSpPr>
        <p:spPr>
          <a:xfrm xmlns:a="http://schemas.openxmlformats.org/drawingml/2006/main">
            <a:off x="11398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7" name="Shape 45">
            <a:extLst xmlns:a="http://schemas.openxmlformats.org/drawingml/2006/main">
              <a:ext uri="{FF2B5EF4-FFF2-40B4-BE49-F238E27FC236}">
                <a16:creationId xmlns:a16="http://schemas.microsoft.com/office/drawing/2014/main" id="{1C947B1C-1EB6-4EE4-B4DE-38E7B5DFAB15}"/>
              </a:ext>
            </a:extLst>
          </p:cNvPr>
          <p:cNvSpPr>
            <a:spLocks xmlns:a="http://schemas.openxmlformats.org/drawingml/2006/main" noGrp="1"/>
          </p:cNvSpPr>
          <p:nvPr/>
        </p:nvSpPr>
        <p:spPr>
          <a:xfrm xmlns:a="http://schemas.openxmlformats.org/drawingml/2006/main">
            <a:off x="1517650" y="3299023"/>
            <a:ext cx="4616450" cy="355600"/>
          </a:xfrm>
          <a:prstGeom xmlns:a="http://schemas.openxmlformats.org/drawingml/2006/main" prst="rect">
            <a:avLst/>
          </a:prstGeom>
          <a:solidFill xmlns:a="http://schemas.openxmlformats.org/drawingml/2006/main">
            <a:srgbClr val="0B5638"/>
          </a:solidFill>
        </p:spPr>
      </p:sp>
      <p:sp>
        <p:nvSpPr>
          <p:cNvPr id="48" name="Shape 46">
            <a:extLst xmlns:a="http://schemas.openxmlformats.org/drawingml/2006/main">
              <a:ext uri="{FF2B5EF4-FFF2-40B4-BE49-F238E27FC236}">
                <a16:creationId xmlns:a16="http://schemas.microsoft.com/office/drawing/2014/main" id="{45E0F36A-4402-49A2-95D8-81137230FCDB}"/>
              </a:ext>
            </a:extLst>
          </p:cNvPr>
          <p:cNvSpPr>
            <a:spLocks xmlns:a="http://schemas.openxmlformats.org/drawingml/2006/main" noGrp="1"/>
          </p:cNvSpPr>
          <p:nvPr/>
        </p:nvSpPr>
        <p:spPr>
          <a:xfrm xmlns:a="http://schemas.openxmlformats.org/drawingml/2006/main">
            <a:off x="15271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9" name="Shape 47">
            <a:extLst xmlns:a="http://schemas.openxmlformats.org/drawingml/2006/main">
              <a:ext uri="{FF2B5EF4-FFF2-40B4-BE49-F238E27FC236}">
                <a16:creationId xmlns:a16="http://schemas.microsoft.com/office/drawing/2014/main" id="{658164E1-69F4-4329-89FD-4650376AB3EE}"/>
              </a:ext>
            </a:extLst>
          </p:cNvPr>
          <p:cNvSpPr>
            <a:spLocks xmlns:a="http://schemas.openxmlformats.org/drawingml/2006/main" noGrp="1"/>
          </p:cNvSpPr>
          <p:nvPr/>
        </p:nvSpPr>
        <p:spPr>
          <a:xfrm xmlns:a="http://schemas.openxmlformats.org/drawingml/2006/main">
            <a:off x="6134100" y="3299023"/>
            <a:ext cx="704850" cy="355600"/>
          </a:xfrm>
          <a:prstGeom xmlns:a="http://schemas.openxmlformats.org/drawingml/2006/main" prst="rect">
            <a:avLst/>
          </a:prstGeom>
          <a:solidFill xmlns:a="http://schemas.openxmlformats.org/drawingml/2006/main">
            <a:srgbClr val="3A8F63"/>
          </a:solidFill>
        </p:spPr>
      </p:sp>
      <p:sp>
        <p:nvSpPr>
          <p:cNvPr id="50" name="Shape 48">
            <a:extLst xmlns:a="http://schemas.openxmlformats.org/drawingml/2006/main">
              <a:ext uri="{FF2B5EF4-FFF2-40B4-BE49-F238E27FC236}">
                <a16:creationId xmlns:a16="http://schemas.microsoft.com/office/drawing/2014/main" id="{780C8930-4C01-4E5C-B6B3-182C752796A7}"/>
              </a:ext>
            </a:extLst>
          </p:cNvPr>
          <p:cNvSpPr>
            <a:spLocks xmlns:a="http://schemas.openxmlformats.org/drawingml/2006/main" noGrp="1"/>
          </p:cNvSpPr>
          <p:nvPr/>
        </p:nvSpPr>
        <p:spPr>
          <a:xfrm xmlns:a="http://schemas.openxmlformats.org/drawingml/2006/main">
            <a:off x="6143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1" name="Shape 49">
            <a:extLst xmlns:a="http://schemas.openxmlformats.org/drawingml/2006/main">
              <a:ext uri="{FF2B5EF4-FFF2-40B4-BE49-F238E27FC236}">
                <a16:creationId xmlns:a16="http://schemas.microsoft.com/office/drawing/2014/main" id="{6033A82A-8E81-4009-8B49-27047D49C5AA}"/>
              </a:ext>
            </a:extLst>
          </p:cNvPr>
          <p:cNvSpPr>
            <a:spLocks xmlns:a="http://schemas.openxmlformats.org/drawingml/2006/main" noGrp="1"/>
          </p:cNvSpPr>
          <p:nvPr/>
        </p:nvSpPr>
        <p:spPr>
          <a:xfrm xmlns:a="http://schemas.openxmlformats.org/drawingml/2006/main">
            <a:off x="6838950" y="3299023"/>
            <a:ext cx="349250" cy="355600"/>
          </a:xfrm>
          <a:prstGeom xmlns:a="http://schemas.openxmlformats.org/drawingml/2006/main" prst="rect">
            <a:avLst/>
          </a:prstGeom>
          <a:solidFill xmlns:a="http://schemas.openxmlformats.org/drawingml/2006/main">
            <a:srgbClr val="1F7A4D"/>
          </a:solidFill>
        </p:spPr>
      </p:sp>
      <p:sp>
        <p:nvSpPr>
          <p:cNvPr id="52" name="Shape 50">
            <a:extLst xmlns:a="http://schemas.openxmlformats.org/drawingml/2006/main">
              <a:ext uri="{FF2B5EF4-FFF2-40B4-BE49-F238E27FC236}">
                <a16:creationId xmlns:a16="http://schemas.microsoft.com/office/drawing/2014/main" id="{12BB57DE-CACB-40BC-8E4F-6007293AF0F4}"/>
              </a:ext>
            </a:extLst>
          </p:cNvPr>
          <p:cNvSpPr>
            <a:spLocks xmlns:a="http://schemas.openxmlformats.org/drawingml/2006/main" noGrp="1"/>
          </p:cNvSpPr>
          <p:nvPr/>
        </p:nvSpPr>
        <p:spPr>
          <a:xfrm xmlns:a="http://schemas.openxmlformats.org/drawingml/2006/main">
            <a:off x="68484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3" name="Shape 51">
            <a:extLst xmlns:a="http://schemas.openxmlformats.org/drawingml/2006/main">
              <a:ext uri="{FF2B5EF4-FFF2-40B4-BE49-F238E27FC236}">
                <a16:creationId xmlns:a16="http://schemas.microsoft.com/office/drawing/2014/main" id="{01EB9731-3903-46D7-820D-A21B5E189E45}"/>
              </a:ext>
            </a:extLst>
          </p:cNvPr>
          <p:cNvSpPr>
            <a:spLocks xmlns:a="http://schemas.openxmlformats.org/drawingml/2006/main" noGrp="1"/>
          </p:cNvSpPr>
          <p:nvPr/>
        </p:nvSpPr>
        <p:spPr>
          <a:xfrm xmlns:a="http://schemas.openxmlformats.org/drawingml/2006/main">
            <a:off x="7188200" y="3299023"/>
            <a:ext cx="527050" cy="355600"/>
          </a:xfrm>
          <a:prstGeom xmlns:a="http://schemas.openxmlformats.org/drawingml/2006/main" prst="rect">
            <a:avLst/>
          </a:prstGeom>
          <a:solidFill xmlns:a="http://schemas.openxmlformats.org/drawingml/2006/main">
            <a:srgbClr val="9CCBAE"/>
          </a:solidFill>
        </p:spPr>
      </p:sp>
      <p:sp>
        <p:nvSpPr>
          <p:cNvPr id="54" name="Shape 52">
            <a:extLst xmlns:a="http://schemas.openxmlformats.org/drawingml/2006/main">
              <a:ext uri="{FF2B5EF4-FFF2-40B4-BE49-F238E27FC236}">
                <a16:creationId xmlns:a16="http://schemas.microsoft.com/office/drawing/2014/main" id="{ED8FDEB4-9AE1-4D21-B4F3-16D9CE50B87C}"/>
              </a:ext>
            </a:extLst>
          </p:cNvPr>
          <p:cNvSpPr>
            <a:spLocks xmlns:a="http://schemas.openxmlformats.org/drawingml/2006/main" noGrp="1"/>
          </p:cNvSpPr>
          <p:nvPr/>
        </p:nvSpPr>
        <p:spPr>
          <a:xfrm xmlns:a="http://schemas.openxmlformats.org/drawingml/2006/main">
            <a:off x="71977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5" name="Shape 53">
            <a:extLst xmlns:a="http://schemas.openxmlformats.org/drawingml/2006/main">
              <a:ext uri="{FF2B5EF4-FFF2-40B4-BE49-F238E27FC236}">
                <a16:creationId xmlns:a16="http://schemas.microsoft.com/office/drawing/2014/main" id="{A52E0998-344C-4FA5-9D55-FCC1FDAB57E2}"/>
              </a:ext>
            </a:extLst>
          </p:cNvPr>
          <p:cNvSpPr>
            <a:spLocks xmlns:a="http://schemas.openxmlformats.org/drawingml/2006/main" noGrp="1"/>
          </p:cNvSpPr>
          <p:nvPr/>
        </p:nvSpPr>
        <p:spPr>
          <a:xfrm xmlns:a="http://schemas.openxmlformats.org/drawingml/2006/main">
            <a:off x="7715250" y="3299023"/>
            <a:ext cx="387350" cy="355600"/>
          </a:xfrm>
          <a:prstGeom xmlns:a="http://schemas.openxmlformats.org/drawingml/2006/main" prst="rect">
            <a:avLst/>
          </a:prstGeom>
          <a:solidFill xmlns:a="http://schemas.openxmlformats.org/drawingml/2006/main">
            <a:srgbClr val="B7C3BB"/>
          </a:solidFill>
        </p:spPr>
      </p:sp>
      <p:sp>
        <p:nvSpPr>
          <p:cNvPr id="56" name="Shape 54">
            <a:extLst xmlns:a="http://schemas.openxmlformats.org/drawingml/2006/main">
              <a:ext uri="{FF2B5EF4-FFF2-40B4-BE49-F238E27FC236}">
                <a16:creationId xmlns:a16="http://schemas.microsoft.com/office/drawing/2014/main" id="{A229AA01-3D5E-44AB-B54C-F24325F1B6C7}"/>
              </a:ext>
            </a:extLst>
          </p:cNvPr>
          <p:cNvSpPr>
            <a:spLocks xmlns:a="http://schemas.openxmlformats.org/drawingml/2006/main" noGrp="1"/>
          </p:cNvSpPr>
          <p:nvPr/>
        </p:nvSpPr>
        <p:spPr>
          <a:xfrm xmlns:a="http://schemas.openxmlformats.org/drawingml/2006/main">
            <a:off x="77247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7" name="Shape 55">
            <a:extLst xmlns:a="http://schemas.openxmlformats.org/drawingml/2006/main">
              <a:ext uri="{FF2B5EF4-FFF2-40B4-BE49-F238E27FC236}">
                <a16:creationId xmlns:a16="http://schemas.microsoft.com/office/drawing/2014/main" id="{D180AEFD-B20F-4AE4-9E32-B4DDAEEDD17B}"/>
              </a:ext>
            </a:extLst>
          </p:cNvPr>
          <p:cNvSpPr>
            <a:spLocks xmlns:a="http://schemas.openxmlformats.org/drawingml/2006/main" noGrp="1"/>
          </p:cNvSpPr>
          <p:nvPr/>
        </p:nvSpPr>
        <p:spPr>
          <a:xfrm xmlns:a="http://schemas.openxmlformats.org/drawingml/2006/main">
            <a:off x="8102600" y="3299023"/>
            <a:ext cx="952500" cy="355600"/>
          </a:xfrm>
          <a:prstGeom xmlns:a="http://schemas.openxmlformats.org/drawingml/2006/main" prst="rect">
            <a:avLst/>
          </a:prstGeom>
          <a:solidFill xmlns:a="http://schemas.openxmlformats.org/drawingml/2006/main">
            <a:srgbClr val="2E1B4E"/>
          </a:solidFill>
        </p:spPr>
      </p:sp>
      <p:sp>
        <p:nvSpPr>
          <p:cNvPr id="58" name="Shape 56">
            <a:extLst xmlns:a="http://schemas.openxmlformats.org/drawingml/2006/main">
              <a:ext uri="{FF2B5EF4-FFF2-40B4-BE49-F238E27FC236}">
                <a16:creationId xmlns:a16="http://schemas.microsoft.com/office/drawing/2014/main" id="{A128A0A9-2010-407C-892E-DD5FA07DE6DB}"/>
              </a:ext>
            </a:extLst>
          </p:cNvPr>
          <p:cNvSpPr>
            <a:spLocks xmlns:a="http://schemas.openxmlformats.org/drawingml/2006/main" noGrp="1"/>
          </p:cNvSpPr>
          <p:nvPr/>
        </p:nvSpPr>
        <p:spPr>
          <a:xfrm xmlns:a="http://schemas.openxmlformats.org/drawingml/2006/main">
            <a:off x="81121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9" name="Shape 57">
            <a:extLst xmlns:a="http://schemas.openxmlformats.org/drawingml/2006/main">
              <a:ext uri="{FF2B5EF4-FFF2-40B4-BE49-F238E27FC236}">
                <a16:creationId xmlns:a16="http://schemas.microsoft.com/office/drawing/2014/main" id="{03A7CF2E-3A83-4E4F-8F70-DEAF399176D4}"/>
              </a:ext>
            </a:extLst>
          </p:cNvPr>
          <p:cNvSpPr>
            <a:spLocks xmlns:a="http://schemas.openxmlformats.org/drawingml/2006/main" noGrp="1"/>
          </p:cNvSpPr>
          <p:nvPr/>
        </p:nvSpPr>
        <p:spPr>
          <a:xfrm xmlns:a="http://schemas.openxmlformats.org/drawingml/2006/main">
            <a:off x="9055100" y="3299023"/>
            <a:ext cx="1797050" cy="355600"/>
          </a:xfrm>
          <a:prstGeom xmlns:a="http://schemas.openxmlformats.org/drawingml/2006/main" prst="rect">
            <a:avLst/>
          </a:prstGeom>
          <a:solidFill xmlns:a="http://schemas.openxmlformats.org/drawingml/2006/main">
            <a:srgbClr val="6B55A3"/>
          </a:solidFill>
        </p:spPr>
      </p:sp>
      <p:sp>
        <p:nvSpPr>
          <p:cNvPr id="60" name="Shape 58">
            <a:extLst xmlns:a="http://schemas.openxmlformats.org/drawingml/2006/main">
              <a:ext uri="{FF2B5EF4-FFF2-40B4-BE49-F238E27FC236}">
                <a16:creationId xmlns:a16="http://schemas.microsoft.com/office/drawing/2014/main" id="{19B9F029-18DD-4AC9-99E5-156A1F244D9F}"/>
              </a:ext>
            </a:extLst>
          </p:cNvPr>
          <p:cNvSpPr>
            <a:spLocks xmlns:a="http://schemas.openxmlformats.org/drawingml/2006/main" noGrp="1"/>
          </p:cNvSpPr>
          <p:nvPr/>
        </p:nvSpPr>
        <p:spPr>
          <a:xfrm xmlns:a="http://schemas.openxmlformats.org/drawingml/2006/main">
            <a:off x="9064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61" name="Shape 59">
            <a:extLst xmlns:a="http://schemas.openxmlformats.org/drawingml/2006/main">
              <a:ext uri="{FF2B5EF4-FFF2-40B4-BE49-F238E27FC236}">
                <a16:creationId xmlns:a16="http://schemas.microsoft.com/office/drawing/2014/main" id="{05E71E72-CAE6-4DBD-94A1-5A54D696D3FE}"/>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476250" y="0"/>
                </a:moveTo>
                <a:arcTo wR="50800" hR="50800" stAng="16200000" swAng="5400000"/>
                <a:lnTo>
                  <a:pt x="527050" y="304800"/>
                </a:lnTo>
                <a:arcTo wR="50800" hR="50800" stAng="0" swAng="5400000"/>
                <a:lnTo>
                  <a:pt x="0" y="355600"/>
                </a:lnTo>
                <a:lnTo>
                  <a:pt x="0" y="0"/>
                </a:lnTo>
                <a:close/>
              </a:path>
            </a:pathLst>
          </a:custGeom>
          <a:solidFill xmlns:a="http://schemas.openxmlformats.org/drawingml/2006/main">
            <a:srgbClr val="A99BCF"/>
          </a:solidFill>
        </p:spPr>
      </p:sp>
      <p:sp>
        <p:nvSpPr>
          <p:cNvPr id="62" name="Shape 60">
            <a:extLst xmlns:a="http://schemas.openxmlformats.org/drawingml/2006/main">
              <a:ext uri="{FF2B5EF4-FFF2-40B4-BE49-F238E27FC236}">
                <a16:creationId xmlns:a16="http://schemas.microsoft.com/office/drawing/2014/main" id="{D7C0A29F-5659-4323-A499-EDC7F62AB4C9}"/>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63" name="Shape 61">
            <a:extLst xmlns:a="http://schemas.openxmlformats.org/drawingml/2006/main">
              <a:ext uri="{FF2B5EF4-FFF2-40B4-BE49-F238E27FC236}">
                <a16:creationId xmlns:a16="http://schemas.microsoft.com/office/drawing/2014/main" id="{1300C8C3-082B-4EBA-AA03-0E537B481148}"/>
              </a:ext>
            </a:extLst>
          </p:cNvPr>
          <p:cNvSpPr>
            <a:spLocks xmlns:a="http://schemas.openxmlformats.org/drawingml/2006/main" noGrp="1"/>
          </p:cNvSpPr>
          <p:nvPr/>
        </p:nvSpPr>
        <p:spPr>
          <a:xfrm xmlns:a="http://schemas.openxmlformats.org/drawingml/2006/main">
            <a:off x="812800" y="3718123"/>
            <a:ext cx="69024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64" name="Text 62">
            <a:extLst xmlns:a="http://schemas.openxmlformats.org/drawingml/2006/main">
              <a:ext uri="{FF2B5EF4-FFF2-40B4-BE49-F238E27FC236}">
                <a16:creationId xmlns:a16="http://schemas.microsoft.com/office/drawing/2014/main" id="{C178B76D-AA1B-49BA-A3CE-1306C9DDFBFC}"/>
              </a:ext>
            </a:extLst>
          </p:cNvPr>
          <p:cNvSpPr>
            <a:spLocks xmlns:a="http://schemas.openxmlformats.org/drawingml/2006/main" noGrp="1"/>
          </p:cNvSpPr>
          <p:nvPr/>
        </p:nvSpPr>
        <p:spPr>
          <a:xfrm xmlns:a="http://schemas.openxmlformats.org/drawingml/2006/main">
            <a:off x="709263" y="3794323"/>
            <a:ext cx="7109524"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196 min (3 h 16 m)</a:t>
            </a:r>
            <a:endParaRPr sz="1400"/>
          </a:p>
        </p:txBody>
      </p:sp>
      <p:sp>
        <p:nvSpPr>
          <p:cNvPr id="65" name="Shape 63">
            <a:extLst xmlns:a="http://schemas.openxmlformats.org/drawingml/2006/main">
              <a:ext uri="{FF2B5EF4-FFF2-40B4-BE49-F238E27FC236}">
                <a16:creationId xmlns:a16="http://schemas.microsoft.com/office/drawing/2014/main" id="{B4DED9A7-369E-454F-B5A4-38CB8893D32F}"/>
              </a:ext>
            </a:extLst>
          </p:cNvPr>
          <p:cNvSpPr>
            <a:spLocks xmlns:a="http://schemas.openxmlformats.org/drawingml/2006/main" noGrp="1"/>
          </p:cNvSpPr>
          <p:nvPr/>
        </p:nvSpPr>
        <p:spPr>
          <a:xfrm xmlns:a="http://schemas.openxmlformats.org/drawingml/2006/main">
            <a:off x="7715250" y="3718123"/>
            <a:ext cx="32766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66" name="Text 64">
            <a:extLst xmlns:a="http://schemas.openxmlformats.org/drawingml/2006/main">
              <a:ext uri="{FF2B5EF4-FFF2-40B4-BE49-F238E27FC236}">
                <a16:creationId xmlns:a16="http://schemas.microsoft.com/office/drawing/2014/main" id="{872469F4-8C46-41B6-B2E2-350B69046523}"/>
              </a:ext>
            </a:extLst>
          </p:cNvPr>
          <p:cNvSpPr>
            <a:spLocks xmlns:a="http://schemas.openxmlformats.org/drawingml/2006/main" noGrp="1"/>
          </p:cNvSpPr>
          <p:nvPr/>
        </p:nvSpPr>
        <p:spPr>
          <a:xfrm xmlns:a="http://schemas.openxmlformats.org/drawingml/2006/main">
            <a:off x="7666101" y="3794323"/>
            <a:ext cx="337489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93</a:t>
            </a:r>
            <a:endParaRPr sz="1400"/>
          </a:p>
        </p:txBody>
      </p:sp>
      <p:sp>
        <p:nvSpPr>
          <p:cNvPr id="67" name="Shape 65">
            <a:extLst xmlns:a="http://schemas.openxmlformats.org/drawingml/2006/main">
              <a:ext uri="{FF2B5EF4-FFF2-40B4-BE49-F238E27FC236}">
                <a16:creationId xmlns:a16="http://schemas.microsoft.com/office/drawing/2014/main" id="{B5D0D2F2-CB1A-4671-92DE-7890349BCC6D}"/>
              </a:ext>
            </a:extLst>
          </p:cNvPr>
          <p:cNvSpPr>
            <a:spLocks xmlns:a="http://schemas.openxmlformats.org/drawingml/2006/main" noGrp="1"/>
          </p:cNvSpPr>
          <p:nvPr/>
        </p:nvSpPr>
        <p:spPr>
          <a:xfrm xmlns:a="http://schemas.openxmlformats.org/drawingml/2006/main">
            <a:off x="815975" y="4198739"/>
            <a:ext cx="3414117"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68" name="Text 66">
            <a:extLst xmlns:a="http://schemas.openxmlformats.org/drawingml/2006/main">
              <a:ext uri="{FF2B5EF4-FFF2-40B4-BE49-F238E27FC236}">
                <a16:creationId xmlns:a16="http://schemas.microsoft.com/office/drawing/2014/main" id="{EAD4DC65-B89D-4FCB-820D-0BC6B903324C}"/>
              </a:ext>
            </a:extLst>
          </p:cNvPr>
          <p:cNvSpPr>
            <a:spLocks xmlns:a="http://schemas.openxmlformats.org/drawingml/2006/main" noGrp="1"/>
          </p:cNvSpPr>
          <p:nvPr/>
        </p:nvSpPr>
        <p:spPr>
          <a:xfrm xmlns:a="http://schemas.openxmlformats.org/drawingml/2006/main">
            <a:off x="1022350" y="4354314"/>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Ciclo completo (suma de tramos)</a:t>
            </a:r>
            <a:endParaRPr sz="1200"/>
          </a:p>
        </p:txBody>
      </p:sp>
      <p:sp>
        <p:nvSpPr>
          <p:cNvPr id="69" name="Text 67">
            <a:extLst xmlns:a="http://schemas.openxmlformats.org/drawingml/2006/main">
              <a:ext uri="{FF2B5EF4-FFF2-40B4-BE49-F238E27FC236}">
                <a16:creationId xmlns:a16="http://schemas.microsoft.com/office/drawing/2014/main" id="{486F6CC8-2C8A-4AD1-8FF9-076F69967092}"/>
              </a:ext>
            </a:extLst>
          </p:cNvPr>
          <p:cNvSpPr>
            <a:spLocks xmlns:a="http://schemas.openxmlformats.org/drawingml/2006/main" noGrp="1"/>
          </p:cNvSpPr>
          <p:nvPr/>
        </p:nvSpPr>
        <p:spPr>
          <a:xfrm xmlns:a="http://schemas.openxmlformats.org/drawingml/2006/main">
            <a:off x="1022350" y="4605734"/>
            <a:ext cx="3091408"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300 min · 5 h 0 m</a:t>
            </a:r>
            <a:endParaRPr sz="2800"/>
          </a:p>
        </p:txBody>
      </p:sp>
      <p:sp>
        <p:nvSpPr>
          <p:cNvPr id="70" name="Shape 68">
            <a:extLst xmlns:a="http://schemas.openxmlformats.org/drawingml/2006/main">
              <a:ext uri="{FF2B5EF4-FFF2-40B4-BE49-F238E27FC236}">
                <a16:creationId xmlns:a16="http://schemas.microsoft.com/office/drawing/2014/main" id="{8483E40F-FB28-4F8C-ADAC-E2E7E767286A}"/>
              </a:ext>
            </a:extLst>
          </p:cNvPr>
          <p:cNvSpPr>
            <a:spLocks xmlns:a="http://schemas.openxmlformats.org/drawingml/2006/main" noGrp="1"/>
          </p:cNvSpPr>
          <p:nvPr/>
        </p:nvSpPr>
        <p:spPr>
          <a:xfrm xmlns:a="http://schemas.openxmlformats.org/drawingml/2006/main">
            <a:off x="4388842"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1" name="Text 69">
            <a:extLst xmlns:a="http://schemas.openxmlformats.org/drawingml/2006/main">
              <a:ext uri="{FF2B5EF4-FFF2-40B4-BE49-F238E27FC236}">
                <a16:creationId xmlns:a16="http://schemas.microsoft.com/office/drawing/2014/main" id="{38BBB2B1-FA31-4B97-98B1-13D82E7083BB}"/>
              </a:ext>
            </a:extLst>
          </p:cNvPr>
          <p:cNvSpPr>
            <a:spLocks xmlns:a="http://schemas.openxmlformats.org/drawingml/2006/main" noGrp="1"/>
          </p:cNvSpPr>
          <p:nvPr/>
        </p:nvSpPr>
        <p:spPr>
          <a:xfrm xmlns:a="http://schemas.openxmlformats.org/drawingml/2006/main">
            <a:off x="4595217"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 la carga en silo a la calada</a:t>
            </a:r>
            <a:endParaRPr sz="1200"/>
          </a:p>
        </p:txBody>
      </p:sp>
      <p:sp>
        <p:nvSpPr>
          <p:cNvPr id="72" name="Text 70">
            <a:extLst xmlns:a="http://schemas.openxmlformats.org/drawingml/2006/main">
              <a:ext uri="{FF2B5EF4-FFF2-40B4-BE49-F238E27FC236}">
                <a16:creationId xmlns:a16="http://schemas.microsoft.com/office/drawing/2014/main" id="{D859D25C-426C-464B-AA8A-C90AADE380CA}"/>
              </a:ext>
            </a:extLst>
          </p:cNvPr>
          <p:cNvSpPr>
            <a:spLocks xmlns:a="http://schemas.openxmlformats.org/drawingml/2006/main" noGrp="1"/>
          </p:cNvSpPr>
          <p:nvPr/>
        </p:nvSpPr>
        <p:spPr>
          <a:xfrm xmlns:a="http://schemas.openxmlformats.org/drawingml/2006/main">
            <a:off x="4595217"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 min</a:t>
            </a:r>
            <a:endParaRPr sz="2800"/>
          </a:p>
        </p:txBody>
      </p:sp>
      <p:sp>
        <p:nvSpPr>
          <p:cNvPr id="73" name="Shape 71">
            <a:extLst xmlns:a="http://schemas.openxmlformats.org/drawingml/2006/main">
              <a:ext uri="{FF2B5EF4-FFF2-40B4-BE49-F238E27FC236}">
                <a16:creationId xmlns:a16="http://schemas.microsoft.com/office/drawing/2014/main" id="{E99685B4-6C74-417E-B916-DF85DB7529A7}"/>
              </a:ext>
            </a:extLst>
          </p:cNvPr>
          <p:cNvSpPr>
            <a:spLocks xmlns:a="http://schemas.openxmlformats.org/drawingml/2006/main" noGrp="1"/>
          </p:cNvSpPr>
          <p:nvPr/>
        </p:nvSpPr>
        <p:spPr>
          <a:xfrm xmlns:a="http://schemas.openxmlformats.org/drawingml/2006/main">
            <a:off x="7961809"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4" name="Text 72">
            <a:extLst xmlns:a="http://schemas.openxmlformats.org/drawingml/2006/main">
              <a:ext uri="{FF2B5EF4-FFF2-40B4-BE49-F238E27FC236}">
                <a16:creationId xmlns:a16="http://schemas.microsoft.com/office/drawing/2014/main" id="{1B709EA5-C2E0-4C5B-9883-E36EB427F4E9}"/>
              </a:ext>
            </a:extLst>
          </p:cNvPr>
          <p:cNvSpPr>
            <a:spLocks xmlns:a="http://schemas.openxmlformats.org/drawingml/2006/main" noGrp="1"/>
          </p:cNvSpPr>
          <p:nvPr/>
        </p:nvSpPr>
        <p:spPr>
          <a:xfrm xmlns:a="http://schemas.openxmlformats.org/drawingml/2006/main">
            <a:off x="8168184"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en Playa OSL</a:t>
            </a:r>
            <a:endParaRPr sz="1200"/>
          </a:p>
        </p:txBody>
      </p:sp>
      <p:sp>
        <p:nvSpPr>
          <p:cNvPr id="75" name="Text 73">
            <a:extLst xmlns:a="http://schemas.openxmlformats.org/drawingml/2006/main">
              <a:ext uri="{FF2B5EF4-FFF2-40B4-BE49-F238E27FC236}">
                <a16:creationId xmlns:a16="http://schemas.microsoft.com/office/drawing/2014/main" id="{DA5E29BF-B912-4395-AF4E-93B5B53682EE}"/>
              </a:ext>
            </a:extLst>
          </p:cNvPr>
          <p:cNvSpPr>
            <a:spLocks xmlns:a="http://schemas.openxmlformats.org/drawingml/2006/main" noGrp="1"/>
          </p:cNvSpPr>
          <p:nvPr/>
        </p:nvSpPr>
        <p:spPr>
          <a:xfrm xmlns:a="http://schemas.openxmlformats.org/drawingml/2006/main">
            <a:off x="8168184"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27 min</a:t>
            </a:r>
            <a:endParaRPr sz="2800"/>
          </a:p>
        </p:txBody>
      </p:sp>
      <p:sp>
        <p:nvSpPr>
          <p:cNvPr id="76" name="Shape 74">
            <a:extLst xmlns:a="http://schemas.openxmlformats.org/drawingml/2006/main">
              <a:ext uri="{FF2B5EF4-FFF2-40B4-BE49-F238E27FC236}">
                <a16:creationId xmlns:a16="http://schemas.microsoft.com/office/drawing/2014/main" id="{2268D739-D376-4FD9-9D6E-94D52E239C6A}"/>
              </a:ext>
            </a:extLst>
          </p:cNvPr>
          <p:cNvSpPr>
            <a:spLocks xmlns:a="http://schemas.openxmlformats.org/drawingml/2006/main" noGrp="1"/>
          </p:cNvSpPr>
          <p:nvPr/>
        </p:nvSpPr>
        <p:spPr>
          <a:xfrm xmlns:a="http://schemas.openxmlformats.org/drawingml/2006/main">
            <a:off x="831850" y="5308005"/>
            <a:ext cx="0" cy="28188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7" name="Text 75">
            <a:extLst xmlns:a="http://schemas.openxmlformats.org/drawingml/2006/main">
              <a:ext uri="{FF2B5EF4-FFF2-40B4-BE49-F238E27FC236}">
                <a16:creationId xmlns:a16="http://schemas.microsoft.com/office/drawing/2014/main" id="{397D2B37-E42C-43EF-81A3-4FFB9C9745BF}"/>
              </a:ext>
            </a:extLst>
          </p:cNvPr>
          <p:cNvSpPr>
            <a:spLocks xmlns:a="http://schemas.openxmlformats.org/drawingml/2006/main" noGrp="1"/>
          </p:cNvSpPr>
          <p:nvPr/>
        </p:nvSpPr>
        <p:spPr>
          <a:xfrm xmlns:a="http://schemas.openxmlformats.org/drawingml/2006/main">
            <a:off x="977900" y="5333405"/>
            <a:ext cx="1071333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espera para cargar en silo sigue siendo lo más largo del ciclo (131 min, contra 183 la semana anterior). El ciclo bajó de 347 a 300 min.</a:t>
            </a:r>
            <a:endParaRPr sz="1300"/>
          </a:p>
        </p:txBody>
      </p:sp>
      <p:pic>
        <p:nvPicPr>
          <p:cNvPr id="158" name="Image 0"/>
          <p:cNvPicPr>
            <a:picLocks xmlns:a="http://schemas.openxmlformats.org/drawingml/2006/main" noChangeAspect="1"/>
          </p:cNvPicPr>
          <p:nvPr/>
        </p:nvPicPr>
        <p:blipFill>
          <a:blip xmlns:r="http://schemas.openxmlformats.org/officeDocument/2006/relationships" xmlns:a="http://schemas.openxmlformats.org/drawingml/2006/main" r:embed="Ra765060df58245a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9" name="Text 76">
            <a:extLst xmlns:a="http://schemas.openxmlformats.org/drawingml/2006/main">
              <a:ext uri="{FF2B5EF4-FFF2-40B4-BE49-F238E27FC236}">
                <a16:creationId xmlns:a16="http://schemas.microsoft.com/office/drawing/2014/main" id="{A54862C2-F40F-4056-A65C-0409FAA90CC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6</a:t>
            </a:r>
            <a:endParaRPr sz="1200"/>
          </a:p>
        </p:txBody>
      </p:sp>
      <p:pic>
        <p:nvPicPr>
          <p:cNvPr id="160" name="Image 1"/>
          <p:cNvPicPr>
            <a:picLocks xmlns:a="http://schemas.openxmlformats.org/drawingml/2006/main" noChangeAspect="1"/>
          </p:cNvPicPr>
          <p:nvPr/>
        </p:nvPicPr>
        <p:blipFill>
          <a:blip xmlns:r="http://schemas.openxmlformats.org/officeDocument/2006/relationships" xmlns:a="http://schemas.openxmlformats.org/drawingml/2006/main" r:embed="R6c3dac078de9477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42340712"/>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01C2E7-837F-4246-8043-4F706FFBB15A}"/>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DC13A734-8AA7-4E5B-81B2-5706F2A66ACA}"/>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Resumen de la semana: soja</a:t>
            </a:r>
            <a:endParaRPr sz="3200"/>
          </a:p>
        </p:txBody>
      </p:sp>
      <p:sp>
        <p:nvSpPr>
          <p:cNvPr id="4" name="Shape 2">
            <a:extLst xmlns:a="http://schemas.openxmlformats.org/drawingml/2006/main">
              <a:ext uri="{FF2B5EF4-FFF2-40B4-BE49-F238E27FC236}">
                <a16:creationId xmlns:a16="http://schemas.microsoft.com/office/drawing/2014/main" id="{17F9CD38-9F45-4E82-8E6D-BFB0C550CC20}"/>
              </a:ext>
            </a:extLst>
          </p:cNvPr>
          <p:cNvSpPr>
            <a:spLocks xmlns:a="http://schemas.openxmlformats.org/drawingml/2006/main" noGrp="1"/>
          </p:cNvSpPr>
          <p:nvPr/>
        </p:nvSpPr>
        <p:spPr>
          <a:xfrm xmlns:a="http://schemas.openxmlformats.org/drawingml/2006/main">
            <a:off x="8159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48E9B61A-969B-45D3-A7FF-AF7805F938EA}"/>
              </a:ext>
            </a:extLst>
          </p:cNvPr>
          <p:cNvSpPr>
            <a:spLocks xmlns:a="http://schemas.openxmlformats.org/drawingml/2006/main" noGrp="1"/>
          </p:cNvSpPr>
          <p:nvPr/>
        </p:nvSpPr>
        <p:spPr>
          <a:xfrm xmlns:a="http://schemas.openxmlformats.org/drawingml/2006/main">
            <a:off x="10223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Puerta a puerta</a:t>
            </a:r>
            <a:endParaRPr sz="1300"/>
          </a:p>
        </p:txBody>
      </p:sp>
      <p:sp>
        <p:nvSpPr>
          <p:cNvPr id="6" name="Text 4">
            <a:extLst xmlns:a="http://schemas.openxmlformats.org/drawingml/2006/main">
              <a:ext uri="{FF2B5EF4-FFF2-40B4-BE49-F238E27FC236}">
                <a16:creationId xmlns:a16="http://schemas.microsoft.com/office/drawing/2014/main" id="{0386DA28-DA86-4485-9E74-2FD6BD9F9DE2}"/>
              </a:ext>
            </a:extLst>
          </p:cNvPr>
          <p:cNvSpPr>
            <a:spLocks xmlns:a="http://schemas.openxmlformats.org/drawingml/2006/main" noGrp="1"/>
          </p:cNvSpPr>
          <p:nvPr/>
        </p:nvSpPr>
        <p:spPr>
          <a:xfrm xmlns:a="http://schemas.openxmlformats.org/drawingml/2006/main">
            <a:off x="10223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265 min</a:t>
            </a:r>
            <a:endParaRPr sz="3600"/>
          </a:p>
        </p:txBody>
      </p:sp>
      <p:sp>
        <p:nvSpPr>
          <p:cNvPr id="7" name="Text 5">
            <a:extLst xmlns:a="http://schemas.openxmlformats.org/drawingml/2006/main">
              <a:ext uri="{FF2B5EF4-FFF2-40B4-BE49-F238E27FC236}">
                <a16:creationId xmlns:a16="http://schemas.microsoft.com/office/drawing/2014/main" id="{E15E72E3-A4B7-4F66-94CB-CF3F3CB4EB3D}"/>
              </a:ext>
            </a:extLst>
          </p:cNvPr>
          <p:cNvSpPr>
            <a:spLocks xmlns:a="http://schemas.openxmlformats.org/drawingml/2006/main" noGrp="1"/>
          </p:cNvSpPr>
          <p:nvPr/>
        </p:nvSpPr>
        <p:spPr>
          <a:xfrm xmlns:a="http://schemas.openxmlformats.org/drawingml/2006/main">
            <a:off x="1022350" y="2876352"/>
            <a:ext cx="2108200" cy="502841"/>
          </a:xfrm>
          <a:prstGeom xmlns:a="http://schemas.openxmlformats.org/drawingml/2006/main" prst="roundRect">
            <a:avLst>
              <a:gd name="adj" fmla="val 10103"/>
            </a:avLst>
          </a:prstGeom>
          <a:solidFill xmlns:a="http://schemas.openxmlformats.org/drawingml/2006/main">
            <a:srgbClr val="DCEDE1"/>
          </a:solidFill>
        </p:spPr>
        <p:txBody>
          <a:bodyPr xmlns:a="http://schemas.openxmlformats.org/drawingml/2006/main" wrap="square" lIns="74021" tIns="23221" rIns="16109"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−38 min vs. semana anterior</a:t>
            </a:r>
            <a:endParaRPr sz="12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e019989fe41446da"/>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60862D92-9920-40F8-8621-FA29A99DA2CB}"/>
              </a:ext>
            </a:extLst>
          </p:cNvPr>
          <p:cNvSpPr>
            <a:spLocks xmlns:a="http://schemas.openxmlformats.org/drawingml/2006/main" noGrp="1"/>
          </p:cNvSpPr>
          <p:nvPr/>
        </p:nvSpPr>
        <p:spPr>
          <a:xfrm xmlns:a="http://schemas.openxmlformats.org/drawingml/2006/main">
            <a:off x="34956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7">
            <a:extLst xmlns:a="http://schemas.openxmlformats.org/drawingml/2006/main">
              <a:ext uri="{FF2B5EF4-FFF2-40B4-BE49-F238E27FC236}">
                <a16:creationId xmlns:a16="http://schemas.microsoft.com/office/drawing/2014/main" id="{724F6BC2-4C5A-4722-BEB1-A6BFC4475523}"/>
              </a:ext>
            </a:extLst>
          </p:cNvPr>
          <p:cNvSpPr>
            <a:spLocks xmlns:a="http://schemas.openxmlformats.org/drawingml/2006/main" noGrp="1"/>
          </p:cNvSpPr>
          <p:nvPr/>
        </p:nvSpPr>
        <p:spPr>
          <a:xfrm xmlns:a="http://schemas.openxmlformats.org/drawingml/2006/main">
            <a:off x="37020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Espera Playa 1 · Ricardone</a:t>
            </a:r>
            <a:endParaRPr sz="1300"/>
          </a:p>
        </p:txBody>
      </p:sp>
      <p:sp>
        <p:nvSpPr>
          <p:cNvPr id="11" name="Text 8">
            <a:extLst xmlns:a="http://schemas.openxmlformats.org/drawingml/2006/main">
              <a:ext uri="{FF2B5EF4-FFF2-40B4-BE49-F238E27FC236}">
                <a16:creationId xmlns:a16="http://schemas.microsoft.com/office/drawing/2014/main" id="{BC1FEC57-DD3A-4BD1-9366-353B0FC19285}"/>
              </a:ext>
            </a:extLst>
          </p:cNvPr>
          <p:cNvSpPr>
            <a:spLocks xmlns:a="http://schemas.openxmlformats.org/drawingml/2006/main" noGrp="1"/>
          </p:cNvSpPr>
          <p:nvPr/>
        </p:nvSpPr>
        <p:spPr>
          <a:xfrm xmlns:a="http://schemas.openxmlformats.org/drawingml/2006/main">
            <a:off x="37020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74 min</a:t>
            </a:r>
            <a:endParaRPr sz="3600"/>
          </a:p>
        </p:txBody>
      </p:sp>
      <p:sp>
        <p:nvSpPr>
          <p:cNvPr id="12" name="Text 9">
            <a:extLst xmlns:a="http://schemas.openxmlformats.org/drawingml/2006/main">
              <a:ext uri="{FF2B5EF4-FFF2-40B4-BE49-F238E27FC236}">
                <a16:creationId xmlns:a16="http://schemas.microsoft.com/office/drawing/2014/main" id="{9CB60D2B-7B3F-4E56-9B72-EB67F877DE5A}"/>
              </a:ext>
            </a:extLst>
          </p:cNvPr>
          <p:cNvSpPr>
            <a:spLocks xmlns:a="http://schemas.openxmlformats.org/drawingml/2006/main" noGrp="1"/>
          </p:cNvSpPr>
          <p:nvPr/>
        </p:nvSpPr>
        <p:spPr>
          <a:xfrm xmlns:a="http://schemas.openxmlformats.org/drawingml/2006/main">
            <a:off x="3702050" y="2876352"/>
            <a:ext cx="1864816"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La más baja desde junio</a:t>
            </a:r>
            <a:endParaRPr sz="12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24d10729add84242"/>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B028AB7A-2077-409E-AF7E-42FE2DBF833C}"/>
              </a:ext>
            </a:extLst>
          </p:cNvPr>
          <p:cNvSpPr>
            <a:spLocks xmlns:a="http://schemas.openxmlformats.org/drawingml/2006/main" noGrp="1"/>
          </p:cNvSpPr>
          <p:nvPr/>
        </p:nvSpPr>
        <p:spPr>
          <a:xfrm xmlns:a="http://schemas.openxmlformats.org/drawingml/2006/main">
            <a:off x="61753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1">
            <a:extLst xmlns:a="http://schemas.openxmlformats.org/drawingml/2006/main">
              <a:ext uri="{FF2B5EF4-FFF2-40B4-BE49-F238E27FC236}">
                <a16:creationId xmlns:a16="http://schemas.microsoft.com/office/drawing/2014/main" id="{ADF4A34B-0449-4A95-8614-028B75F600B2}"/>
              </a:ext>
            </a:extLst>
          </p:cNvPr>
          <p:cNvSpPr>
            <a:spLocks xmlns:a="http://schemas.openxmlformats.org/drawingml/2006/main" noGrp="1"/>
          </p:cNvSpPr>
          <p:nvPr/>
        </p:nvSpPr>
        <p:spPr>
          <a:xfrm xmlns:a="http://schemas.openxmlformats.org/drawingml/2006/main">
            <a:off x="6381750" y="2012851"/>
            <a:ext cx="2171446"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San Lorenzo · playa, descarga y salida</a:t>
            </a:r>
            <a:endParaRPr sz="1300"/>
          </a:p>
        </p:txBody>
      </p:sp>
      <p:sp>
        <p:nvSpPr>
          <p:cNvPr id="16" name="Text 12">
            <a:extLst xmlns:a="http://schemas.openxmlformats.org/drawingml/2006/main">
              <a:ext uri="{FF2B5EF4-FFF2-40B4-BE49-F238E27FC236}">
                <a16:creationId xmlns:a16="http://schemas.microsoft.com/office/drawing/2014/main" id="{653BAB8D-FC3C-4055-9071-8F0F5D877C1D}"/>
              </a:ext>
            </a:extLst>
          </p:cNvPr>
          <p:cNvSpPr>
            <a:spLocks xmlns:a="http://schemas.openxmlformats.org/drawingml/2006/main" noGrp="1"/>
          </p:cNvSpPr>
          <p:nvPr/>
        </p:nvSpPr>
        <p:spPr>
          <a:xfrm xmlns:a="http://schemas.openxmlformats.org/drawingml/2006/main">
            <a:off x="6381750" y="2551212"/>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2E1B4E"/>
                </a:solidFill>
                <a:latin typeface="IBM Plex Sans"/>
                <a:ea typeface="IBM Plex Sans"/>
                <a:cs typeface="IBM Plex Sans"/>
              </a:rPr>
              <a:t>188 min</a:t>
            </a:r>
            <a:endParaRPr sz="3600"/>
          </a:p>
        </p:txBody>
      </p:sp>
      <p:sp>
        <p:nvSpPr>
          <p:cNvPr id="17" name="Text 13">
            <a:extLst xmlns:a="http://schemas.openxmlformats.org/drawingml/2006/main">
              <a:ext uri="{FF2B5EF4-FFF2-40B4-BE49-F238E27FC236}">
                <a16:creationId xmlns:a16="http://schemas.microsoft.com/office/drawing/2014/main" id="{A885C28E-F175-42F4-9533-8E5A41FA8F4E}"/>
              </a:ext>
            </a:extLst>
          </p:cNvPr>
          <p:cNvSpPr>
            <a:spLocks xmlns:a="http://schemas.openxmlformats.org/drawingml/2006/main" noGrp="1"/>
          </p:cNvSpPr>
          <p:nvPr/>
        </p:nvSpPr>
        <p:spPr>
          <a:xfrm xmlns:a="http://schemas.openxmlformats.org/drawingml/2006/main">
            <a:off x="6381750" y="3107432"/>
            <a:ext cx="1788914" cy="289520"/>
          </a:xfrm>
          <a:prstGeom xmlns:a="http://schemas.openxmlformats.org/drawingml/2006/main" prst="roundRect">
            <a:avLst>
              <a:gd name="adj" fmla="val 17546"/>
            </a:avLst>
          </a:prstGeom>
          <a:solidFill xmlns:a="http://schemas.openxmlformats.org/drawingml/2006/main">
            <a:srgbClr val="DDD6EC"/>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 vs. semana anterior</a:t>
            </a:r>
            <a:endParaRPr sz="1200"/>
          </a:p>
        </p:txBody>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4b35587f80f74b01"/>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sp>
        <p:nvSpPr>
          <p:cNvPr id="19" name="Shape 14">
            <a:extLst xmlns:a="http://schemas.openxmlformats.org/drawingml/2006/main">
              <a:ext uri="{FF2B5EF4-FFF2-40B4-BE49-F238E27FC236}">
                <a16:creationId xmlns:a16="http://schemas.microsoft.com/office/drawing/2014/main" id="{931B5584-43E5-40EF-8EE2-FED1328580D0}"/>
              </a:ext>
            </a:extLst>
          </p:cNvPr>
          <p:cNvSpPr>
            <a:spLocks xmlns:a="http://schemas.openxmlformats.org/drawingml/2006/main" noGrp="1"/>
          </p:cNvSpPr>
          <p:nvPr/>
        </p:nvSpPr>
        <p:spPr>
          <a:xfrm xmlns:a="http://schemas.openxmlformats.org/drawingml/2006/main">
            <a:off x="88550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5">
            <a:extLst xmlns:a="http://schemas.openxmlformats.org/drawingml/2006/main">
              <a:ext uri="{FF2B5EF4-FFF2-40B4-BE49-F238E27FC236}">
                <a16:creationId xmlns:a16="http://schemas.microsoft.com/office/drawing/2014/main" id="{0A834DF5-708B-46AC-B69B-6CC1D0417474}"/>
              </a:ext>
            </a:extLst>
          </p:cNvPr>
          <p:cNvSpPr>
            <a:spLocks xmlns:a="http://schemas.openxmlformats.org/drawingml/2006/main" noGrp="1"/>
          </p:cNvSpPr>
          <p:nvPr/>
        </p:nvSpPr>
        <p:spPr>
          <a:xfrm xmlns:a="http://schemas.openxmlformats.org/drawingml/2006/main">
            <a:off x="90614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R7</a:t>
            </a:r>
            <a:endParaRPr sz="1300"/>
          </a:p>
        </p:txBody>
      </p:sp>
      <p:sp>
        <p:nvSpPr>
          <p:cNvPr id="21" name="Text 16">
            <a:extLst xmlns:a="http://schemas.openxmlformats.org/drawingml/2006/main">
              <a:ext uri="{FF2B5EF4-FFF2-40B4-BE49-F238E27FC236}">
                <a16:creationId xmlns:a16="http://schemas.microsoft.com/office/drawing/2014/main" id="{E676BB72-CBA8-4466-A2F0-1EA45E902482}"/>
              </a:ext>
            </a:extLst>
          </p:cNvPr>
          <p:cNvSpPr>
            <a:spLocks xmlns:a="http://schemas.openxmlformats.org/drawingml/2006/main" noGrp="1"/>
          </p:cNvSpPr>
          <p:nvPr/>
        </p:nvSpPr>
        <p:spPr>
          <a:xfrm xmlns:a="http://schemas.openxmlformats.org/drawingml/2006/main">
            <a:off x="90614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770</a:t>
            </a:r>
            <a:endParaRPr sz="3600"/>
          </a:p>
        </p:txBody>
      </p:sp>
      <p:sp>
        <p:nvSpPr>
          <p:cNvPr id="22" name="Text 17">
            <a:extLst xmlns:a="http://schemas.openxmlformats.org/drawingml/2006/main">
              <a:ext uri="{FF2B5EF4-FFF2-40B4-BE49-F238E27FC236}">
                <a16:creationId xmlns:a16="http://schemas.microsoft.com/office/drawing/2014/main" id="{6B080FC8-EDBC-4B02-9AB3-0B62B83DB2E0}"/>
              </a:ext>
            </a:extLst>
          </p:cNvPr>
          <p:cNvSpPr>
            <a:spLocks xmlns:a="http://schemas.openxmlformats.org/drawingml/2006/main" noGrp="1"/>
          </p:cNvSpPr>
          <p:nvPr/>
        </p:nvSpPr>
        <p:spPr>
          <a:xfrm xmlns:a="http://schemas.openxmlformats.org/drawingml/2006/main">
            <a:off x="9061450" y="2876352"/>
            <a:ext cx="2062659"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−44 % vs. semana anterior</a:t>
            </a:r>
            <a:endParaRPr sz="1200"/>
          </a:p>
        </p:txBody>
      </p:sp>
      <p:sp>
        <p:nvSpPr>
          <p:cNvPr id="23" name="Shape 18">
            <a:extLst xmlns:a="http://schemas.openxmlformats.org/drawingml/2006/main">
              <a:ext uri="{FF2B5EF4-FFF2-40B4-BE49-F238E27FC236}">
                <a16:creationId xmlns:a16="http://schemas.microsoft.com/office/drawing/2014/main" id="{0DDD6FFA-7B75-4983-B6E8-62624D3B4AB7}"/>
              </a:ext>
            </a:extLst>
          </p:cNvPr>
          <p:cNvSpPr>
            <a:spLocks xmlns:a="http://schemas.openxmlformats.org/drawingml/2006/main" noGrp="1"/>
          </p:cNvSpPr>
          <p:nvPr/>
        </p:nvSpPr>
        <p:spPr>
          <a:xfrm xmlns:a="http://schemas.openxmlformats.org/drawingml/2006/main">
            <a:off x="831850" y="5293519"/>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4" name="Text 19">
            <a:extLst xmlns:a="http://schemas.openxmlformats.org/drawingml/2006/main">
              <a:ext uri="{FF2B5EF4-FFF2-40B4-BE49-F238E27FC236}">
                <a16:creationId xmlns:a16="http://schemas.microsoft.com/office/drawing/2014/main" id="{B9E1FF17-1418-4D1A-842D-522B17B6F9AB}"/>
              </a:ext>
            </a:extLst>
          </p:cNvPr>
          <p:cNvSpPr>
            <a:spLocks xmlns:a="http://schemas.openxmlformats.org/drawingml/2006/main" noGrp="1"/>
          </p:cNvSpPr>
          <p:nvPr/>
        </p:nvSpPr>
        <p:spPr>
          <a:xfrm xmlns:a="http://schemas.openxmlformats.org/drawingml/2006/main">
            <a:off x="977900" y="5318919"/>
            <a:ext cx="10713339"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Semana liviana y la más rápida desde junio: 265 min puerta a puerta. La mejora vino otra vez de Ricardone (Playa 1 en 74 min, el mínimo de la serie); San Lorenzo quedó en su nivel: 188 min contra 184.</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2125a82cdfe0491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03245F5B-9B29-417D-B91F-38E13B58DB5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7</a:t>
            </a:r>
            <a:endParaRPr sz="1200"/>
          </a:p>
        </p:txBody>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8b394388bb784e9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31632908"/>
      </p:ext>
    </p:extLst>
  </p:cSld>
</p:sld>
</file>

<file path=ppt/slides/slide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50A766-4F24-4472-9A38-9D78033686C6}"/>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0A33C740-6D30-4BD0-9ACA-71B4F86067FF}"/>
              </a:ext>
            </a:extLst>
          </p:cNvPr>
          <p:cNvSpPr>
            <a:spLocks xmlns:a="http://schemas.openxmlformats.org/drawingml/2006/main" noGrp="1"/>
          </p:cNvSpPr>
          <p:nvPr>
            <p:ph type="title" idx="0"/>
          </p:nvPr>
        </p:nvSpPr>
        <p:spPr>
          <a:xfrm xmlns:a="http://schemas.openxmlformats.org/drawingml/2006/main">
            <a:off x="812800" y="1102320"/>
            <a:ext cx="4447540" cy="13663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lunes fue el día más cargado y también el más lento</a:t>
            </a:r>
            <a:endParaRPr sz="3200"/>
          </a:p>
        </p:txBody>
      </p:sp>
      <p:sp>
        <p:nvSpPr>
          <p:cNvPr id="4" name="Text 2">
            <a:extLst xmlns:a="http://schemas.openxmlformats.org/drawingml/2006/main">
              <a:ext uri="{FF2B5EF4-FFF2-40B4-BE49-F238E27FC236}">
                <a16:creationId xmlns:a16="http://schemas.microsoft.com/office/drawing/2014/main" id="{1AD7776C-9952-4395-B933-E66180AED673}"/>
              </a:ext>
            </a:extLst>
          </p:cNvPr>
          <p:cNvSpPr>
            <a:spLocks xmlns:a="http://schemas.openxmlformats.org/drawingml/2006/main" noGrp="1"/>
          </p:cNvSpPr>
          <p:nvPr/>
        </p:nvSpPr>
        <p:spPr>
          <a:xfrm xmlns:a="http://schemas.openxmlformats.org/drawingml/2006/main">
            <a:off x="812800" y="2621062"/>
            <a:ext cx="4447540" cy="1092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entraron 135 camiones de soja y el ciclo llegó a 377 min. El viernes le siguió en volumen (131) y también fue de los más lentos (275 min).</a:t>
            </a:r>
            <a:endParaRPr sz="1500"/>
          </a:p>
        </p:txBody>
      </p:sp>
      <p:sp>
        <p:nvSpPr>
          <p:cNvPr id="5" name="Text 3">
            <a:extLst xmlns:a="http://schemas.openxmlformats.org/drawingml/2006/main">
              <a:ext uri="{FF2B5EF4-FFF2-40B4-BE49-F238E27FC236}">
                <a16:creationId xmlns:a16="http://schemas.microsoft.com/office/drawing/2014/main" id="{B978E2C3-9D80-45E7-9A1B-80F3151F8E9F}"/>
              </a:ext>
            </a:extLst>
          </p:cNvPr>
          <p:cNvSpPr>
            <a:spLocks xmlns:a="http://schemas.openxmlformats.org/drawingml/2006/main" noGrp="1"/>
          </p:cNvSpPr>
          <p:nvPr/>
        </p:nvSpPr>
        <p:spPr>
          <a:xfrm xmlns:a="http://schemas.openxmlformats.org/drawingml/2006/main">
            <a:off x="812800" y="3865662"/>
            <a:ext cx="44475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jueves fue el día más rápido: 195 min con 109 camiones.</a:t>
            </a:r>
            <a:endParaRPr sz="1500"/>
          </a:p>
        </p:txBody>
      </p:sp>
      <p:sp>
        <p:nvSpPr>
          <p:cNvPr id="6" name="Shape 4">
            <a:extLst xmlns:a="http://schemas.openxmlformats.org/drawingml/2006/main">
              <a:ext uri="{FF2B5EF4-FFF2-40B4-BE49-F238E27FC236}">
                <a16:creationId xmlns:a16="http://schemas.microsoft.com/office/drawing/2014/main" id="{E4867201-2CA0-43A2-9DAF-D8531A9FDE23}"/>
              </a:ext>
            </a:extLst>
          </p:cNvPr>
          <p:cNvSpPr>
            <a:spLocks xmlns:a="http://schemas.openxmlformats.org/drawingml/2006/main" noGrp="1"/>
          </p:cNvSpPr>
          <p:nvPr/>
        </p:nvSpPr>
        <p:spPr>
          <a:xfrm xmlns:a="http://schemas.openxmlformats.org/drawingml/2006/main">
            <a:off x="831850" y="4576862"/>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 name="Text 5">
            <a:extLst xmlns:a="http://schemas.openxmlformats.org/drawingml/2006/main">
              <a:ext uri="{FF2B5EF4-FFF2-40B4-BE49-F238E27FC236}">
                <a16:creationId xmlns:a16="http://schemas.microsoft.com/office/drawing/2014/main" id="{BC51B059-B95E-4EE9-A9F3-756AC446239B}"/>
              </a:ext>
            </a:extLst>
          </p:cNvPr>
          <p:cNvSpPr>
            <a:spLocks xmlns:a="http://schemas.openxmlformats.org/drawingml/2006/main" noGrp="1"/>
          </p:cNvSpPr>
          <p:nvPr/>
        </p:nvSpPr>
        <p:spPr>
          <a:xfrm xmlns:a="http://schemas.openxmlformats.org/drawingml/2006/main">
            <a:off x="977900" y="4602262"/>
            <a:ext cx="427748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el tiempo se fue en San Lorenzo (248 min): la PV2 del puerto no descargó (preventivo de 8.000 h en el compresor que la alimenta) y la PV4 tuvo que cubrirla con el día más cargado de la semana.</a:t>
            </a:r>
            <a:endParaRPr sz="1300"/>
          </a:p>
        </p:txBody>
      </p:sp>
      <p:sp>
        <p:nvSpPr>
          <p:cNvPr id="8" name="Shape 6">
            <a:extLst xmlns:a="http://schemas.openxmlformats.org/drawingml/2006/main">
              <a:ext uri="{FF2B5EF4-FFF2-40B4-BE49-F238E27FC236}">
                <a16:creationId xmlns:a16="http://schemas.microsoft.com/office/drawing/2014/main" id="{9240ABFB-52FF-47CF-9984-FF37A5DF6D8B}"/>
              </a:ext>
            </a:extLst>
          </p:cNvPr>
          <p:cNvSpPr>
            <a:spLocks xmlns:a="http://schemas.openxmlformats.org/drawingml/2006/main" noGrp="1"/>
          </p:cNvSpPr>
          <p:nvPr/>
        </p:nvSpPr>
        <p:spPr>
          <a:xfrm xmlns:a="http://schemas.openxmlformats.org/drawingml/2006/main">
            <a:off x="5537200" y="728960"/>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99922E81-4A8F-417C-BADF-FEFA1B5EB5DB}"/>
              </a:ext>
            </a:extLst>
          </p:cNvPr>
          <p:cNvSpPr>
            <a:spLocks xmlns:a="http://schemas.openxmlformats.org/drawingml/2006/main" noGrp="1"/>
          </p:cNvSpPr>
          <p:nvPr/>
        </p:nvSpPr>
        <p:spPr>
          <a:xfrm xmlns:a="http://schemas.openxmlformats.org/drawingml/2006/main">
            <a:off x="5791200" y="711200"/>
            <a:ext cx="1647428"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Días de mayor volumen</a:t>
            </a:r>
            <a:endParaRPr sz="1200"/>
          </a:p>
        </p:txBody>
      </p:sp>
      <p:sp>
        <p:nvSpPr>
          <p:cNvPr id="10" name="Shape 8">
            <a:extLst xmlns:a="http://schemas.openxmlformats.org/drawingml/2006/main">
              <a:ext uri="{FF2B5EF4-FFF2-40B4-BE49-F238E27FC236}">
                <a16:creationId xmlns:a16="http://schemas.microsoft.com/office/drawing/2014/main" id="{1DCC41CB-0C61-4BB8-809B-4BC81F67BF7E}"/>
              </a:ext>
            </a:extLst>
          </p:cNvPr>
          <p:cNvSpPr>
            <a:spLocks xmlns:a="http://schemas.openxmlformats.org/drawingml/2006/main" noGrp="1"/>
          </p:cNvSpPr>
          <p:nvPr/>
        </p:nvSpPr>
        <p:spPr>
          <a:xfrm xmlns:a="http://schemas.openxmlformats.org/drawingml/2006/main">
            <a:off x="7464028" y="728960"/>
            <a:ext cx="177800" cy="177800"/>
          </a:xfrm>
          <a:prstGeom xmlns:a="http://schemas.openxmlformats.org/drawingml/2006/main" prst="roundRect">
            <a:avLst>
              <a:gd name="adj" fmla="val 21429"/>
            </a:avLst>
          </a:prstGeom>
          <a:solidFill xmlns:a="http://schemas.openxmlformats.org/drawingml/2006/main">
            <a:srgbClr val="9CCBAE"/>
          </a:solidFill>
        </p:spPr>
      </p:sp>
      <p:sp>
        <p:nvSpPr>
          <p:cNvPr id="11" name="Text 9">
            <a:extLst xmlns:a="http://schemas.openxmlformats.org/drawingml/2006/main">
              <a:ext uri="{FF2B5EF4-FFF2-40B4-BE49-F238E27FC236}">
                <a16:creationId xmlns:a16="http://schemas.microsoft.com/office/drawing/2014/main" id="{BCD43325-F781-4916-84E3-11510D9C3688}"/>
              </a:ext>
            </a:extLst>
          </p:cNvPr>
          <p:cNvSpPr>
            <a:spLocks xmlns:a="http://schemas.openxmlformats.org/drawingml/2006/main" noGrp="1"/>
          </p:cNvSpPr>
          <p:nvPr/>
        </p:nvSpPr>
        <p:spPr>
          <a:xfrm xmlns:a="http://schemas.openxmlformats.org/drawingml/2006/main">
            <a:off x="7718028" y="711200"/>
            <a:ext cx="441127"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Resto</a:t>
            </a:r>
            <a:endParaRPr sz="1200"/>
          </a:p>
        </p:txBody>
      </p:sp>
      <p:sp>
        <p:nvSpPr>
          <p:cNvPr id="12" name="Text 10">
            <a:extLst xmlns:a="http://schemas.openxmlformats.org/drawingml/2006/main">
              <a:ext uri="{FF2B5EF4-FFF2-40B4-BE49-F238E27FC236}">
                <a16:creationId xmlns:a16="http://schemas.microsoft.com/office/drawing/2014/main" id="{B9637FD0-2BF3-44A5-9677-A6D8AB4C3DC6}"/>
              </a:ext>
            </a:extLst>
          </p:cNvPr>
          <p:cNvSpPr>
            <a:spLocks xmlns:a="http://schemas.openxmlformats.org/drawingml/2006/main" noGrp="1"/>
          </p:cNvSpPr>
          <p:nvPr/>
        </p:nvSpPr>
        <p:spPr>
          <a:xfrm xmlns:a="http://schemas.openxmlformats.org/drawingml/2006/main">
            <a:off x="5537200" y="1026120"/>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por día y tiempo puerta a puerta</a:t>
            </a:r>
            <a:endParaRPr sz="1200"/>
          </a:p>
        </p:txBody>
      </p:sp>
      <p:sp>
        <p:nvSpPr>
          <p:cNvPr id="13" name="Text 11">
            <a:extLst xmlns:a="http://schemas.openxmlformats.org/drawingml/2006/main">
              <a:ext uri="{FF2B5EF4-FFF2-40B4-BE49-F238E27FC236}">
                <a16:creationId xmlns:a16="http://schemas.microsoft.com/office/drawing/2014/main" id="{1264ED27-5169-406D-BCB3-E6277CC76AE4}"/>
              </a:ext>
            </a:extLst>
          </p:cNvPr>
          <p:cNvSpPr>
            <a:spLocks xmlns:a="http://schemas.openxmlformats.org/drawingml/2006/main" noGrp="1"/>
          </p:cNvSpPr>
          <p:nvPr/>
        </p:nvSpPr>
        <p:spPr>
          <a:xfrm xmlns:a="http://schemas.openxmlformats.org/drawingml/2006/main">
            <a:off x="5729724" y="31662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4" name="Shape 12">
            <a:extLst xmlns:a="http://schemas.openxmlformats.org/drawingml/2006/main">
              <a:ext uri="{FF2B5EF4-FFF2-40B4-BE49-F238E27FC236}">
                <a16:creationId xmlns:a16="http://schemas.microsoft.com/office/drawing/2014/main" id="{CD86F70D-7C15-45AF-AEE4-BA0284C57D38}"/>
              </a:ext>
            </a:extLst>
          </p:cNvPr>
          <p:cNvSpPr>
            <a:spLocks xmlns:a="http://schemas.openxmlformats.org/drawingml/2006/main" noGrp="1"/>
          </p:cNvSpPr>
          <p:nvPr/>
        </p:nvSpPr>
        <p:spPr>
          <a:xfrm xmlns:a="http://schemas.openxmlformats.org/drawingml/2006/main">
            <a:off x="5616972" y="3465909"/>
            <a:ext cx="609600" cy="1847850"/>
          </a:xfrm>
          <a:custGeom xmlns:a="http://schemas.openxmlformats.org/drawingml/2006/main">
            <a:rect l="l" t="t" r="r" b="b"/>
            <a:pathLst>
              <a:path w="609600" h="1847850">
                <a:moveTo>
                  <a:pt x="50800" y="0"/>
                </a:moveTo>
                <a:lnTo>
                  <a:pt x="558800" y="0"/>
                </a:lnTo>
                <a:arcTo wR="50800" hR="50800" stAng="16200000" swAng="5400000"/>
                <a:lnTo>
                  <a:pt x="609600" y="1847850"/>
                </a:lnTo>
                <a:lnTo>
                  <a:pt x="0" y="1847850"/>
                </a:lnTo>
                <a:lnTo>
                  <a:pt x="0" y="50800"/>
                </a:lnTo>
                <a:arcTo wR="50800" hR="50800" stAng="10800000" swAng="5400000"/>
                <a:close/>
              </a:path>
            </a:pathLst>
          </a:cu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30B55A1C-F9C3-48E2-AE14-21AB9774EA04}"/>
              </a:ext>
            </a:extLst>
          </p:cNvPr>
          <p:cNvSpPr>
            <a:spLocks xmlns:a="http://schemas.openxmlformats.org/drawingml/2006/main" noGrp="1"/>
          </p:cNvSpPr>
          <p:nvPr/>
        </p:nvSpPr>
        <p:spPr>
          <a:xfrm xmlns:a="http://schemas.openxmlformats.org/drawingml/2006/main">
            <a:off x="5635784" y="5364559"/>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6" name="Text 14">
            <a:extLst xmlns:a="http://schemas.openxmlformats.org/drawingml/2006/main">
              <a:ext uri="{FF2B5EF4-FFF2-40B4-BE49-F238E27FC236}">
                <a16:creationId xmlns:a16="http://schemas.microsoft.com/office/drawing/2014/main" id="{8A49B9B0-357D-4364-A25E-84E4D1780016}"/>
              </a:ext>
            </a:extLst>
          </p:cNvPr>
          <p:cNvSpPr>
            <a:spLocks xmlns:a="http://schemas.openxmlformats.org/drawingml/2006/main" noGrp="1"/>
          </p:cNvSpPr>
          <p:nvPr/>
        </p:nvSpPr>
        <p:spPr>
          <a:xfrm xmlns:a="http://schemas.openxmlformats.org/drawingml/2006/main">
            <a:off x="5581005"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195 min</a:t>
            </a:r>
            <a:endParaRPr sz="1200"/>
          </a:p>
        </p:txBody>
      </p:sp>
      <p:sp>
        <p:nvSpPr>
          <p:cNvPr id="17" name="Text 15">
            <a:extLst xmlns:a="http://schemas.openxmlformats.org/drawingml/2006/main">
              <a:ext uri="{FF2B5EF4-FFF2-40B4-BE49-F238E27FC236}">
                <a16:creationId xmlns:a16="http://schemas.microsoft.com/office/drawing/2014/main" id="{8111F601-3886-4765-A0D7-EF39E89E5C7A}"/>
              </a:ext>
            </a:extLst>
          </p:cNvPr>
          <p:cNvSpPr>
            <a:spLocks xmlns:a="http://schemas.openxmlformats.org/drawingml/2006/main" noGrp="1"/>
          </p:cNvSpPr>
          <p:nvPr/>
        </p:nvSpPr>
        <p:spPr>
          <a:xfrm xmlns:a="http://schemas.openxmlformats.org/drawingml/2006/main">
            <a:off x="6575266" y="27979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131</a:t>
            </a:r>
            <a:endParaRPr sz="1400"/>
          </a:p>
        </p:txBody>
      </p:sp>
      <p:sp>
        <p:nvSpPr>
          <p:cNvPr id="18" name="Shape 16">
            <a:extLst xmlns:a="http://schemas.openxmlformats.org/drawingml/2006/main">
              <a:ext uri="{FF2B5EF4-FFF2-40B4-BE49-F238E27FC236}">
                <a16:creationId xmlns:a16="http://schemas.microsoft.com/office/drawing/2014/main" id="{675F7448-8379-41AF-A5C3-B69E5D5F60ED}"/>
              </a:ext>
            </a:extLst>
          </p:cNvPr>
          <p:cNvSpPr>
            <a:spLocks xmlns:a="http://schemas.openxmlformats.org/drawingml/2006/main" noGrp="1"/>
          </p:cNvSpPr>
          <p:nvPr/>
        </p:nvSpPr>
        <p:spPr>
          <a:xfrm xmlns:a="http://schemas.openxmlformats.org/drawingml/2006/main">
            <a:off x="6462514" y="3097609"/>
            <a:ext cx="609600" cy="2216150"/>
          </a:xfrm>
          <a:custGeom xmlns:a="http://schemas.openxmlformats.org/drawingml/2006/main">
            <a:rect l="l" t="t" r="r" b="b"/>
            <a:pathLst>
              <a:path w="609600" h="2216150">
                <a:moveTo>
                  <a:pt x="50800" y="0"/>
                </a:moveTo>
                <a:lnTo>
                  <a:pt x="558800" y="0"/>
                </a:lnTo>
                <a:arcTo wR="50800" hR="50800" stAng="16200000" swAng="5400000"/>
                <a:lnTo>
                  <a:pt x="609600" y="2216150"/>
                </a:lnTo>
                <a:lnTo>
                  <a:pt x="0" y="221615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B3A816DF-458D-4444-8BAD-6FBCF07B0A01}"/>
              </a:ext>
            </a:extLst>
          </p:cNvPr>
          <p:cNvSpPr>
            <a:spLocks xmlns:a="http://schemas.openxmlformats.org/drawingml/2006/main" noGrp="1"/>
          </p:cNvSpPr>
          <p:nvPr/>
        </p:nvSpPr>
        <p:spPr>
          <a:xfrm xmlns:a="http://schemas.openxmlformats.org/drawingml/2006/main">
            <a:off x="6501448" y="5364559"/>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20" name="Text 18">
            <a:extLst xmlns:a="http://schemas.openxmlformats.org/drawingml/2006/main">
              <a:ext uri="{FF2B5EF4-FFF2-40B4-BE49-F238E27FC236}">
                <a16:creationId xmlns:a16="http://schemas.microsoft.com/office/drawing/2014/main" id="{DA40281A-1F6A-444F-BD56-1E2ED8AB8213}"/>
              </a:ext>
            </a:extLst>
          </p:cNvPr>
          <p:cNvSpPr>
            <a:spLocks xmlns:a="http://schemas.openxmlformats.org/drawingml/2006/main" noGrp="1"/>
          </p:cNvSpPr>
          <p:nvPr/>
        </p:nvSpPr>
        <p:spPr>
          <a:xfrm xmlns:a="http://schemas.openxmlformats.org/drawingml/2006/main">
            <a:off x="6426448"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275 min</a:t>
            </a:r>
            <a:endParaRPr sz="1200"/>
          </a:p>
        </p:txBody>
      </p:sp>
      <p:sp>
        <p:nvSpPr>
          <p:cNvPr id="21" name="Text 19">
            <a:extLst xmlns:a="http://schemas.openxmlformats.org/drawingml/2006/main">
              <a:ext uri="{FF2B5EF4-FFF2-40B4-BE49-F238E27FC236}">
                <a16:creationId xmlns:a16="http://schemas.microsoft.com/office/drawing/2014/main" id="{5FC58B7C-7A2C-45F8-9DCB-AD01ECA48F3A}"/>
              </a:ext>
            </a:extLst>
          </p:cNvPr>
          <p:cNvSpPr>
            <a:spLocks xmlns:a="http://schemas.openxmlformats.org/drawingml/2006/main" noGrp="1"/>
          </p:cNvSpPr>
          <p:nvPr/>
        </p:nvSpPr>
        <p:spPr>
          <a:xfrm xmlns:a="http://schemas.openxmlformats.org/drawingml/2006/main">
            <a:off x="7480697" y="345836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92</a:t>
            </a:r>
            <a:endParaRPr sz="1400"/>
          </a:p>
        </p:txBody>
      </p:sp>
      <p:sp>
        <p:nvSpPr>
          <p:cNvPr id="22" name="Shape 20">
            <a:extLst xmlns:a="http://schemas.openxmlformats.org/drawingml/2006/main">
              <a:ext uri="{FF2B5EF4-FFF2-40B4-BE49-F238E27FC236}">
                <a16:creationId xmlns:a16="http://schemas.microsoft.com/office/drawing/2014/main" id="{39B39879-23B7-41F9-B47A-74EF662D4BD7}"/>
              </a:ext>
            </a:extLst>
          </p:cNvPr>
          <p:cNvSpPr>
            <a:spLocks xmlns:a="http://schemas.openxmlformats.org/drawingml/2006/main" noGrp="1"/>
          </p:cNvSpPr>
          <p:nvPr/>
        </p:nvSpPr>
        <p:spPr>
          <a:xfrm xmlns:a="http://schemas.openxmlformats.org/drawingml/2006/main">
            <a:off x="7307957" y="3758009"/>
            <a:ext cx="609600" cy="1555750"/>
          </a:xfrm>
          <a:custGeom xmlns:a="http://schemas.openxmlformats.org/drawingml/2006/main">
            <a:rect l="l" t="t" r="r" b="b"/>
            <a:pathLst>
              <a:path w="609600" h="1555750">
                <a:moveTo>
                  <a:pt x="50800" y="0"/>
                </a:moveTo>
                <a:lnTo>
                  <a:pt x="558800" y="0"/>
                </a:lnTo>
                <a:arcTo wR="50800" hR="50800" stAng="16200000" swAng="5400000"/>
                <a:lnTo>
                  <a:pt x="609600" y="1555750"/>
                </a:lnTo>
                <a:lnTo>
                  <a:pt x="0" y="1555750"/>
                </a:lnTo>
                <a:lnTo>
                  <a:pt x="0" y="50800"/>
                </a:lnTo>
                <a:arcTo wR="50800" hR="50800" stAng="10800000" swAng="5400000"/>
                <a:close/>
              </a:path>
            </a:pathLst>
          </a:custGeom>
          <a:solidFill xmlns:a="http://schemas.openxmlformats.org/drawingml/2006/main">
            <a:srgbClr val="9CCBAE"/>
          </a:solidFill>
        </p:spPr>
      </p:sp>
      <p:sp>
        <p:nvSpPr>
          <p:cNvPr id="23" name="Text 21">
            <a:extLst xmlns:a="http://schemas.openxmlformats.org/drawingml/2006/main">
              <a:ext uri="{FF2B5EF4-FFF2-40B4-BE49-F238E27FC236}">
                <a16:creationId xmlns:a16="http://schemas.microsoft.com/office/drawing/2014/main" id="{8E882075-E9D6-41AF-8AC2-4278FDB87349}"/>
              </a:ext>
            </a:extLst>
          </p:cNvPr>
          <p:cNvSpPr>
            <a:spLocks xmlns:a="http://schemas.openxmlformats.org/drawingml/2006/main" noGrp="1"/>
          </p:cNvSpPr>
          <p:nvPr/>
        </p:nvSpPr>
        <p:spPr>
          <a:xfrm xmlns:a="http://schemas.openxmlformats.org/drawingml/2006/main">
            <a:off x="7319615" y="5364559"/>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4" name="Text 22">
            <a:extLst xmlns:a="http://schemas.openxmlformats.org/drawingml/2006/main">
              <a:ext uri="{FF2B5EF4-FFF2-40B4-BE49-F238E27FC236}">
                <a16:creationId xmlns:a16="http://schemas.microsoft.com/office/drawing/2014/main" id="{E8B06348-3EDB-4C51-874E-0B06CFE27959}"/>
              </a:ext>
            </a:extLst>
          </p:cNvPr>
          <p:cNvSpPr>
            <a:spLocks xmlns:a="http://schemas.openxmlformats.org/drawingml/2006/main" noGrp="1"/>
          </p:cNvSpPr>
          <p:nvPr/>
        </p:nvSpPr>
        <p:spPr>
          <a:xfrm xmlns:a="http://schemas.openxmlformats.org/drawingml/2006/main">
            <a:off x="7271990"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 min</a:t>
            </a:r>
            <a:endParaRPr sz="1200"/>
          </a:p>
        </p:txBody>
      </p:sp>
      <p:sp>
        <p:nvSpPr>
          <p:cNvPr id="25" name="Text 23">
            <a:extLst xmlns:a="http://schemas.openxmlformats.org/drawingml/2006/main">
              <a:ext uri="{FF2B5EF4-FFF2-40B4-BE49-F238E27FC236}">
                <a16:creationId xmlns:a16="http://schemas.microsoft.com/office/drawing/2014/main" id="{280ACFD6-942B-4961-AD26-DC42D08F467A}"/>
              </a:ext>
            </a:extLst>
          </p:cNvPr>
          <p:cNvSpPr>
            <a:spLocks xmlns:a="http://schemas.openxmlformats.org/drawingml/2006/main" noGrp="1"/>
          </p:cNvSpPr>
          <p:nvPr/>
        </p:nvSpPr>
        <p:spPr>
          <a:xfrm xmlns:a="http://schemas.openxmlformats.org/drawingml/2006/main">
            <a:off x="8266152" y="32043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107</a:t>
            </a:r>
            <a:endParaRPr sz="1400"/>
          </a:p>
        </p:txBody>
      </p:sp>
      <p:sp>
        <p:nvSpPr>
          <p:cNvPr id="26" name="Shape 24">
            <a:extLst xmlns:a="http://schemas.openxmlformats.org/drawingml/2006/main">
              <a:ext uri="{FF2B5EF4-FFF2-40B4-BE49-F238E27FC236}">
                <a16:creationId xmlns:a16="http://schemas.microsoft.com/office/drawing/2014/main" id="{2537F954-E8B5-419F-AA94-EF8F0EAAB58A}"/>
              </a:ext>
            </a:extLst>
          </p:cNvPr>
          <p:cNvSpPr>
            <a:spLocks xmlns:a="http://schemas.openxmlformats.org/drawingml/2006/main" noGrp="1"/>
          </p:cNvSpPr>
          <p:nvPr/>
        </p:nvSpPr>
        <p:spPr>
          <a:xfrm xmlns:a="http://schemas.openxmlformats.org/drawingml/2006/main">
            <a:off x="8153400" y="3504009"/>
            <a:ext cx="609600" cy="1809750"/>
          </a:xfrm>
          <a:custGeom xmlns:a="http://schemas.openxmlformats.org/drawingml/2006/main">
            <a:rect l="l" t="t" r="r" b="b"/>
            <a:pathLst>
              <a:path w="609600" h="1809750">
                <a:moveTo>
                  <a:pt x="50800" y="0"/>
                </a:moveTo>
                <a:lnTo>
                  <a:pt x="558800" y="0"/>
                </a:lnTo>
                <a:arcTo wR="50800" hR="50800" stAng="16200000" swAng="5400000"/>
                <a:lnTo>
                  <a:pt x="609600" y="1809750"/>
                </a:lnTo>
                <a:lnTo>
                  <a:pt x="0" y="1809750"/>
                </a:lnTo>
                <a:lnTo>
                  <a:pt x="0" y="50800"/>
                </a:lnTo>
                <a:arcTo wR="50800" hR="50800" stAng="10800000" swAng="5400000"/>
                <a:close/>
              </a:path>
            </a:pathLst>
          </a:custGeom>
          <a:solidFill xmlns:a="http://schemas.openxmlformats.org/drawingml/2006/main">
            <a:srgbClr val="9CCBAE"/>
          </a:solidFill>
        </p:spPr>
      </p:sp>
      <p:sp>
        <p:nvSpPr>
          <p:cNvPr id="27" name="Text 25">
            <a:extLst xmlns:a="http://schemas.openxmlformats.org/drawingml/2006/main">
              <a:ext uri="{FF2B5EF4-FFF2-40B4-BE49-F238E27FC236}">
                <a16:creationId xmlns:a16="http://schemas.microsoft.com/office/drawing/2014/main" id="{ED593B59-EB88-41A6-BF62-56FE4853ECE6}"/>
              </a:ext>
            </a:extLst>
          </p:cNvPr>
          <p:cNvSpPr>
            <a:spLocks xmlns:a="http://schemas.openxmlformats.org/drawingml/2006/main" noGrp="1"/>
          </p:cNvSpPr>
          <p:nvPr/>
        </p:nvSpPr>
        <p:spPr>
          <a:xfrm xmlns:a="http://schemas.openxmlformats.org/drawingml/2006/main">
            <a:off x="8131244" y="5364559"/>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60DAC3A1-80D2-4291-8219-946C3736EB1F}"/>
              </a:ext>
            </a:extLst>
          </p:cNvPr>
          <p:cNvSpPr>
            <a:spLocks xmlns:a="http://schemas.openxmlformats.org/drawingml/2006/main" noGrp="1"/>
          </p:cNvSpPr>
          <p:nvPr/>
        </p:nvSpPr>
        <p:spPr>
          <a:xfrm xmlns:a="http://schemas.openxmlformats.org/drawingml/2006/main">
            <a:off x="8117433"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238 min</a:t>
            </a:r>
            <a:endParaRPr sz="1200"/>
          </a:p>
        </p:txBody>
      </p:sp>
      <p:sp>
        <p:nvSpPr>
          <p:cNvPr id="29" name="Text 27">
            <a:extLst xmlns:a="http://schemas.openxmlformats.org/drawingml/2006/main">
              <a:ext uri="{FF2B5EF4-FFF2-40B4-BE49-F238E27FC236}">
                <a16:creationId xmlns:a16="http://schemas.microsoft.com/office/drawing/2014/main" id="{99FCC167-9974-40F7-B7D2-F724EF852A13}"/>
              </a:ext>
            </a:extLst>
          </p:cNvPr>
          <p:cNvSpPr>
            <a:spLocks xmlns:a="http://schemas.openxmlformats.org/drawingml/2006/main" noGrp="1"/>
          </p:cNvSpPr>
          <p:nvPr/>
        </p:nvSpPr>
        <p:spPr>
          <a:xfrm xmlns:a="http://schemas.openxmlformats.org/drawingml/2006/main">
            <a:off x="9111595" y="272811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135</a:t>
            </a:r>
            <a:endParaRPr sz="1400"/>
          </a:p>
        </p:txBody>
      </p:sp>
      <p:sp>
        <p:nvSpPr>
          <p:cNvPr id="30" name="Shape 28">
            <a:extLst xmlns:a="http://schemas.openxmlformats.org/drawingml/2006/main">
              <a:ext uri="{FF2B5EF4-FFF2-40B4-BE49-F238E27FC236}">
                <a16:creationId xmlns:a16="http://schemas.microsoft.com/office/drawing/2014/main" id="{C12CEFCE-72E6-45DB-8023-980E8FA9DA55}"/>
              </a:ext>
            </a:extLst>
          </p:cNvPr>
          <p:cNvSpPr>
            <a:spLocks xmlns:a="http://schemas.openxmlformats.org/drawingml/2006/main" noGrp="1"/>
          </p:cNvSpPr>
          <p:nvPr/>
        </p:nvSpPr>
        <p:spPr>
          <a:xfrm xmlns:a="http://schemas.openxmlformats.org/drawingml/2006/main">
            <a:off x="8998843" y="3027759"/>
            <a:ext cx="609600" cy="2286000"/>
          </a:xfrm>
          <a:custGeom xmlns:a="http://schemas.openxmlformats.org/drawingml/2006/main">
            <a:rect l="l" t="t" r="r" b="b"/>
            <a:pathLst>
              <a:path w="609600" h="2286000">
                <a:moveTo>
                  <a:pt x="50800" y="0"/>
                </a:moveTo>
                <a:lnTo>
                  <a:pt x="558800" y="0"/>
                </a:lnTo>
                <a:arcTo wR="50800" hR="50800" stAng="16200000" swAng="5400000"/>
                <a:lnTo>
                  <a:pt x="609600" y="2286000"/>
                </a:lnTo>
                <a:lnTo>
                  <a:pt x="0" y="2286000"/>
                </a:lnTo>
                <a:lnTo>
                  <a:pt x="0" y="50800"/>
                </a:lnTo>
                <a:arcTo wR="50800" hR="50800" stAng="10800000" swAng="5400000"/>
                <a:close/>
              </a:path>
            </a:pathLst>
          </a:custGeom>
          <a:solidFill xmlns:a="http://schemas.openxmlformats.org/drawingml/2006/main">
            <a:srgbClr val="0B5638"/>
          </a:solidFill>
        </p:spPr>
      </p:sp>
      <p:sp>
        <p:nvSpPr>
          <p:cNvPr id="31" name="Text 29">
            <a:extLst xmlns:a="http://schemas.openxmlformats.org/drawingml/2006/main">
              <a:ext uri="{FF2B5EF4-FFF2-40B4-BE49-F238E27FC236}">
                <a16:creationId xmlns:a16="http://schemas.microsoft.com/office/drawing/2014/main" id="{051E77BD-CD5E-4BA4-B5D4-3C6743761676}"/>
              </a:ext>
            </a:extLst>
          </p:cNvPr>
          <p:cNvSpPr>
            <a:spLocks xmlns:a="http://schemas.openxmlformats.org/drawingml/2006/main" noGrp="1"/>
          </p:cNvSpPr>
          <p:nvPr/>
        </p:nvSpPr>
        <p:spPr>
          <a:xfrm xmlns:a="http://schemas.openxmlformats.org/drawingml/2006/main">
            <a:off x="9017764" y="5364559"/>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2" name="Text 30">
            <a:extLst xmlns:a="http://schemas.openxmlformats.org/drawingml/2006/main">
              <a:ext uri="{FF2B5EF4-FFF2-40B4-BE49-F238E27FC236}">
                <a16:creationId xmlns:a16="http://schemas.microsoft.com/office/drawing/2014/main" id="{D8276380-FE44-4A9B-AAC5-11B2DBEDE589}"/>
              </a:ext>
            </a:extLst>
          </p:cNvPr>
          <p:cNvSpPr>
            <a:spLocks xmlns:a="http://schemas.openxmlformats.org/drawingml/2006/main" noGrp="1"/>
          </p:cNvSpPr>
          <p:nvPr/>
        </p:nvSpPr>
        <p:spPr>
          <a:xfrm xmlns:a="http://schemas.openxmlformats.org/drawingml/2006/main">
            <a:off x="8962876"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377 min</a:t>
            </a:r>
            <a:endParaRPr sz="1200"/>
          </a:p>
        </p:txBody>
      </p:sp>
      <p:sp>
        <p:nvSpPr>
          <p:cNvPr id="33" name="Text 31">
            <a:extLst xmlns:a="http://schemas.openxmlformats.org/drawingml/2006/main">
              <a:ext uri="{FF2B5EF4-FFF2-40B4-BE49-F238E27FC236}">
                <a16:creationId xmlns:a16="http://schemas.microsoft.com/office/drawing/2014/main" id="{B3DF5605-204F-4335-9D49-94D10B2C4346}"/>
              </a:ext>
            </a:extLst>
          </p:cNvPr>
          <p:cNvSpPr>
            <a:spLocks xmlns:a="http://schemas.openxmlformats.org/drawingml/2006/main" noGrp="1"/>
          </p:cNvSpPr>
          <p:nvPr/>
        </p:nvSpPr>
        <p:spPr>
          <a:xfrm xmlns:a="http://schemas.openxmlformats.org/drawingml/2006/main">
            <a:off x="10017026" y="338851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96</a:t>
            </a:r>
            <a:endParaRPr sz="1400"/>
          </a:p>
        </p:txBody>
      </p:sp>
      <p:sp>
        <p:nvSpPr>
          <p:cNvPr id="34" name="Shape 32">
            <a:extLst xmlns:a="http://schemas.openxmlformats.org/drawingml/2006/main">
              <a:ext uri="{FF2B5EF4-FFF2-40B4-BE49-F238E27FC236}">
                <a16:creationId xmlns:a16="http://schemas.microsoft.com/office/drawing/2014/main" id="{5E03E15B-A8DC-4236-9F6B-F4E1C6845B22}"/>
              </a:ext>
            </a:extLst>
          </p:cNvPr>
          <p:cNvSpPr>
            <a:spLocks xmlns:a="http://schemas.openxmlformats.org/drawingml/2006/main" noGrp="1"/>
          </p:cNvSpPr>
          <p:nvPr/>
        </p:nvSpPr>
        <p:spPr>
          <a:xfrm xmlns:a="http://schemas.openxmlformats.org/drawingml/2006/main">
            <a:off x="9844286" y="3688159"/>
            <a:ext cx="609600" cy="1625600"/>
          </a:xfrm>
          <a:custGeom xmlns:a="http://schemas.openxmlformats.org/drawingml/2006/main">
            <a:rect l="l" t="t" r="r" b="b"/>
            <a:pathLst>
              <a:path w="609600" h="1625600">
                <a:moveTo>
                  <a:pt x="50800" y="0"/>
                </a:moveTo>
                <a:lnTo>
                  <a:pt x="558800" y="0"/>
                </a:lnTo>
                <a:arcTo wR="50800" hR="50800" stAng="16200000" swAng="5400000"/>
                <a:lnTo>
                  <a:pt x="609600" y="1625600"/>
                </a:lnTo>
                <a:lnTo>
                  <a:pt x="0" y="1625600"/>
                </a:lnTo>
                <a:lnTo>
                  <a:pt x="0" y="50800"/>
                </a:lnTo>
                <a:arcTo wR="50800" hR="50800" stAng="10800000" swAng="5400000"/>
                <a:close/>
              </a:path>
            </a:pathLst>
          </a:custGeom>
          <a:solidFill xmlns:a="http://schemas.openxmlformats.org/drawingml/2006/main">
            <a:srgbClr val="9CCBAE"/>
          </a:solidFill>
        </p:spPr>
      </p:sp>
      <p:sp>
        <p:nvSpPr>
          <p:cNvPr id="35" name="Text 33">
            <a:extLst xmlns:a="http://schemas.openxmlformats.org/drawingml/2006/main">
              <a:ext uri="{FF2B5EF4-FFF2-40B4-BE49-F238E27FC236}">
                <a16:creationId xmlns:a16="http://schemas.microsoft.com/office/drawing/2014/main" id="{8D5C27F2-478A-42ED-B8F3-76B0B99BDB66}"/>
              </a:ext>
            </a:extLst>
          </p:cNvPr>
          <p:cNvSpPr>
            <a:spLocks xmlns:a="http://schemas.openxmlformats.org/drawingml/2006/main" noGrp="1"/>
          </p:cNvSpPr>
          <p:nvPr/>
        </p:nvSpPr>
        <p:spPr>
          <a:xfrm xmlns:a="http://schemas.openxmlformats.org/drawingml/2006/main">
            <a:off x="9856063" y="5364559"/>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6" name="Text 34">
            <a:extLst xmlns:a="http://schemas.openxmlformats.org/drawingml/2006/main">
              <a:ext uri="{FF2B5EF4-FFF2-40B4-BE49-F238E27FC236}">
                <a16:creationId xmlns:a16="http://schemas.microsoft.com/office/drawing/2014/main" id="{D7AA2A26-0F95-4EB0-B5DA-A1EC1F75E9DA}"/>
              </a:ext>
            </a:extLst>
          </p:cNvPr>
          <p:cNvSpPr>
            <a:spLocks xmlns:a="http://schemas.openxmlformats.org/drawingml/2006/main" noGrp="1"/>
          </p:cNvSpPr>
          <p:nvPr/>
        </p:nvSpPr>
        <p:spPr>
          <a:xfrm xmlns:a="http://schemas.openxmlformats.org/drawingml/2006/main">
            <a:off x="9808319"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227 min</a:t>
            </a:r>
            <a:endParaRPr sz="1200"/>
          </a:p>
        </p:txBody>
      </p:sp>
      <p:sp>
        <p:nvSpPr>
          <p:cNvPr id="37" name="Text 35">
            <a:extLst xmlns:a="http://schemas.openxmlformats.org/drawingml/2006/main">
              <a:ext uri="{FF2B5EF4-FFF2-40B4-BE49-F238E27FC236}">
                <a16:creationId xmlns:a16="http://schemas.microsoft.com/office/drawing/2014/main" id="{2B0F9C2F-0E90-4AD8-BA15-FAE2A2370BFC}"/>
              </a:ext>
            </a:extLst>
          </p:cNvPr>
          <p:cNvSpPr>
            <a:spLocks xmlns:a="http://schemas.openxmlformats.org/drawingml/2006/main" noGrp="1"/>
          </p:cNvSpPr>
          <p:nvPr/>
        </p:nvSpPr>
        <p:spPr>
          <a:xfrm xmlns:a="http://schemas.openxmlformats.org/drawingml/2006/main">
            <a:off x="10802481" y="33186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100</a:t>
            </a:r>
            <a:endParaRPr sz="1400"/>
          </a:p>
        </p:txBody>
      </p:sp>
      <p:sp>
        <p:nvSpPr>
          <p:cNvPr id="38" name="Shape 36">
            <a:extLst xmlns:a="http://schemas.openxmlformats.org/drawingml/2006/main">
              <a:ext uri="{FF2B5EF4-FFF2-40B4-BE49-F238E27FC236}">
                <a16:creationId xmlns:a16="http://schemas.microsoft.com/office/drawing/2014/main" id="{2BBCEEE9-A201-4D8F-830E-DBAA4DF2C028}"/>
              </a:ext>
            </a:extLst>
          </p:cNvPr>
          <p:cNvSpPr>
            <a:spLocks xmlns:a="http://schemas.openxmlformats.org/drawingml/2006/main" noGrp="1"/>
          </p:cNvSpPr>
          <p:nvPr/>
        </p:nvSpPr>
        <p:spPr>
          <a:xfrm xmlns:a="http://schemas.openxmlformats.org/drawingml/2006/main">
            <a:off x="10689729" y="3618309"/>
            <a:ext cx="609600" cy="1695450"/>
          </a:xfrm>
          <a:custGeom xmlns:a="http://schemas.openxmlformats.org/drawingml/2006/main">
            <a:rect l="l" t="t" r="r" b="b"/>
            <a:pathLst>
              <a:path w="609600" h="1695450">
                <a:moveTo>
                  <a:pt x="50800" y="0"/>
                </a:moveTo>
                <a:lnTo>
                  <a:pt x="558800" y="0"/>
                </a:lnTo>
                <a:arcTo wR="50800" hR="50800" stAng="16200000" swAng="5400000"/>
                <a:lnTo>
                  <a:pt x="609600" y="1695450"/>
                </a:lnTo>
                <a:lnTo>
                  <a:pt x="0" y="1695450"/>
                </a:lnTo>
                <a:lnTo>
                  <a:pt x="0" y="50800"/>
                </a:lnTo>
                <a:arcTo wR="50800" hR="50800" stAng="10800000" swAng="5400000"/>
                <a:close/>
              </a:path>
            </a:pathLst>
          </a:custGeom>
          <a:solidFill xmlns:a="http://schemas.openxmlformats.org/drawingml/2006/main">
            <a:srgbClr val="9CCBAE"/>
          </a:solidFill>
        </p:spPr>
      </p:sp>
      <p:sp>
        <p:nvSpPr>
          <p:cNvPr id="39" name="Text 37">
            <a:extLst xmlns:a="http://schemas.openxmlformats.org/drawingml/2006/main">
              <a:ext uri="{FF2B5EF4-FFF2-40B4-BE49-F238E27FC236}">
                <a16:creationId xmlns:a16="http://schemas.microsoft.com/office/drawing/2014/main" id="{8F6B081C-4FA7-4DD3-8810-F91BD6673577}"/>
              </a:ext>
            </a:extLst>
          </p:cNvPr>
          <p:cNvSpPr>
            <a:spLocks xmlns:a="http://schemas.openxmlformats.org/drawingml/2006/main" noGrp="1"/>
          </p:cNvSpPr>
          <p:nvPr/>
        </p:nvSpPr>
        <p:spPr>
          <a:xfrm xmlns:a="http://schemas.openxmlformats.org/drawingml/2006/main">
            <a:off x="10712341" y="5364559"/>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0" name="Text 38">
            <a:extLst xmlns:a="http://schemas.openxmlformats.org/drawingml/2006/main">
              <a:ext uri="{FF2B5EF4-FFF2-40B4-BE49-F238E27FC236}">
                <a16:creationId xmlns:a16="http://schemas.microsoft.com/office/drawing/2014/main" id="{900A730A-4158-49EC-BAF8-3446D06B3CB7}"/>
              </a:ext>
            </a:extLst>
          </p:cNvPr>
          <p:cNvSpPr>
            <a:spLocks xmlns:a="http://schemas.openxmlformats.org/drawingml/2006/main" noGrp="1"/>
          </p:cNvSpPr>
          <p:nvPr/>
        </p:nvSpPr>
        <p:spPr>
          <a:xfrm xmlns:a="http://schemas.openxmlformats.org/drawingml/2006/main">
            <a:off x="10653762"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263 min</a:t>
            </a:r>
            <a:endParaRPr sz="1200"/>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fa7936a458364aa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04DC2230-05BE-4AD1-A51B-E0F128F08FA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8</a:t>
            </a:r>
            <a:endParaRPr sz="1200"/>
          </a:p>
        </p:txBody>
      </p:sp>
      <p:pic>
        <p:nvPicPr>
          <p:cNvPr id="86" name="Image 1"/>
          <p:cNvPicPr>
            <a:picLocks xmlns:a="http://schemas.openxmlformats.org/drawingml/2006/main" noChangeAspect="1"/>
          </p:cNvPicPr>
          <p:nvPr/>
        </p:nvPicPr>
        <p:blipFill>
          <a:blip xmlns:r="http://schemas.openxmlformats.org/officeDocument/2006/relationships" xmlns:a="http://schemas.openxmlformats.org/drawingml/2006/main" r:embed="Reee2872530504bb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88822971"/>
      </p:ext>
    </p:extLst>
  </p:cSld>
</p:sld>
</file>

<file path=ppt/slides/slide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4DA2AE-BDA5-4B72-9FF7-0EA2CD6088A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57FBC03C-3E93-40B3-AA1F-95126B91D20F}"/>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San Lorenzo volvió a ser la planta que más varió</a:t>
            </a:r>
            <a:endParaRPr sz="3200"/>
          </a:p>
        </p:txBody>
      </p:sp>
      <p:sp>
        <p:nvSpPr>
          <p:cNvPr id="4" name="Shape 2">
            <a:extLst xmlns:a="http://schemas.openxmlformats.org/drawingml/2006/main">
              <a:ext uri="{FF2B5EF4-FFF2-40B4-BE49-F238E27FC236}">
                <a16:creationId xmlns:a16="http://schemas.microsoft.com/office/drawing/2014/main" id="{F4042E3A-C517-4BC3-996F-2A0F5D03785E}"/>
              </a:ext>
            </a:extLst>
          </p:cNvPr>
          <p:cNvSpPr>
            <a:spLocks xmlns:a="http://schemas.openxmlformats.org/drawingml/2006/main" noGrp="1"/>
          </p:cNvSpPr>
          <p:nvPr/>
        </p:nvSpPr>
        <p:spPr>
          <a:xfrm xmlns:a="http://schemas.openxmlformats.org/drawingml/2006/main">
            <a:off x="812800" y="22680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196055C4-4DA7-4B28-A0D6-33FC2E74F1D1}"/>
              </a:ext>
            </a:extLst>
          </p:cNvPr>
          <p:cNvSpPr>
            <a:spLocks xmlns:a="http://schemas.openxmlformats.org/drawingml/2006/main" noGrp="1"/>
          </p:cNvSpPr>
          <p:nvPr/>
        </p:nvSpPr>
        <p:spPr>
          <a:xfrm xmlns:a="http://schemas.openxmlformats.org/drawingml/2006/main">
            <a:off x="1066800" y="225028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6" name="Shape 4">
            <a:extLst xmlns:a="http://schemas.openxmlformats.org/drawingml/2006/main">
              <a:ext uri="{FF2B5EF4-FFF2-40B4-BE49-F238E27FC236}">
                <a16:creationId xmlns:a16="http://schemas.microsoft.com/office/drawing/2014/main" id="{801BA19D-154D-46D9-AC5B-01345A780039}"/>
              </a:ext>
            </a:extLst>
          </p:cNvPr>
          <p:cNvSpPr>
            <a:spLocks xmlns:a="http://schemas.openxmlformats.org/drawingml/2006/main" noGrp="1"/>
          </p:cNvSpPr>
          <p:nvPr/>
        </p:nvSpPr>
        <p:spPr>
          <a:xfrm xmlns:a="http://schemas.openxmlformats.org/drawingml/2006/main">
            <a:off x="1835745" y="226804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7" name="Text 5">
            <a:extLst xmlns:a="http://schemas.openxmlformats.org/drawingml/2006/main">
              <a:ext uri="{FF2B5EF4-FFF2-40B4-BE49-F238E27FC236}">
                <a16:creationId xmlns:a16="http://schemas.microsoft.com/office/drawing/2014/main" id="{7942C7A9-7B35-472D-971C-2A52434CF305}"/>
              </a:ext>
            </a:extLst>
          </p:cNvPr>
          <p:cNvSpPr>
            <a:spLocks xmlns:a="http://schemas.openxmlformats.org/drawingml/2006/main" noGrp="1"/>
          </p:cNvSpPr>
          <p:nvPr/>
        </p:nvSpPr>
        <p:spPr>
          <a:xfrm xmlns:a="http://schemas.openxmlformats.org/drawingml/2006/main">
            <a:off x="2089745" y="225028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8" name="Text 6">
            <a:extLst xmlns:a="http://schemas.openxmlformats.org/drawingml/2006/main">
              <a:ext uri="{FF2B5EF4-FFF2-40B4-BE49-F238E27FC236}">
                <a16:creationId xmlns:a16="http://schemas.microsoft.com/office/drawing/2014/main" id="{D9F04F64-D214-43D9-827F-EE1B8031C638}"/>
              </a:ext>
            </a:extLst>
          </p:cNvPr>
          <p:cNvSpPr>
            <a:spLocks xmlns:a="http://schemas.openxmlformats.org/drawingml/2006/main" noGrp="1"/>
          </p:cNvSpPr>
          <p:nvPr/>
        </p:nvSpPr>
        <p:spPr>
          <a:xfrm xmlns:a="http://schemas.openxmlformats.org/drawingml/2006/main">
            <a:off x="973435"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9" name="Shape 7">
            <a:extLst xmlns:a="http://schemas.openxmlformats.org/drawingml/2006/main">
              <a:ext uri="{FF2B5EF4-FFF2-40B4-BE49-F238E27FC236}">
                <a16:creationId xmlns:a16="http://schemas.microsoft.com/office/drawing/2014/main" id="{F2FB5F33-CC4A-4893-881F-1A63E5D6160D}"/>
              </a:ext>
            </a:extLst>
          </p:cNvPr>
          <p:cNvSpPr>
            <a:spLocks xmlns:a="http://schemas.openxmlformats.org/drawingml/2006/main" noGrp="1"/>
          </p:cNvSpPr>
          <p:nvPr/>
        </p:nvSpPr>
        <p:spPr>
          <a:xfrm xmlns:a="http://schemas.openxmlformats.org/drawingml/2006/main">
            <a:off x="925215"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40751CC2-C5AB-4B36-8841-8F7FF8E60329}"/>
              </a:ext>
            </a:extLst>
          </p:cNvPr>
          <p:cNvSpPr>
            <a:spLocks xmlns:a="http://schemas.openxmlformats.org/drawingml/2006/main" noGrp="1"/>
          </p:cNvSpPr>
          <p:nvPr/>
        </p:nvSpPr>
        <p:spPr>
          <a:xfrm xmlns:a="http://schemas.openxmlformats.org/drawingml/2006/main">
            <a:off x="1354435" y="48692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56</a:t>
            </a:r>
            <a:endParaRPr sz="1200"/>
          </a:p>
        </p:txBody>
      </p:sp>
      <p:sp>
        <p:nvSpPr>
          <p:cNvPr id="11" name="Shape 9">
            <a:extLst xmlns:a="http://schemas.openxmlformats.org/drawingml/2006/main">
              <a:ext uri="{FF2B5EF4-FFF2-40B4-BE49-F238E27FC236}">
                <a16:creationId xmlns:a16="http://schemas.microsoft.com/office/drawing/2014/main" id="{09ECCD4F-5864-4ECE-BDF5-BB492131FEAE}"/>
              </a:ext>
            </a:extLst>
          </p:cNvPr>
          <p:cNvSpPr>
            <a:spLocks xmlns:a="http://schemas.openxmlformats.org/drawingml/2006/main" noGrp="1"/>
          </p:cNvSpPr>
          <p:nvPr/>
        </p:nvSpPr>
        <p:spPr>
          <a:xfrm xmlns:a="http://schemas.openxmlformats.org/drawingml/2006/main">
            <a:off x="1306215" y="5120680"/>
            <a:ext cx="330200" cy="457200"/>
          </a:xfrm>
          <a:custGeom xmlns:a="http://schemas.openxmlformats.org/drawingml/2006/main">
            <a:rect l="l" t="t" r="r" b="b"/>
            <a:pathLst>
              <a:path w="330200" h="457200">
                <a:moveTo>
                  <a:pt x="50800" y="0"/>
                </a:moveTo>
                <a:lnTo>
                  <a:pt x="279400" y="0"/>
                </a:lnTo>
                <a:arcTo wR="50800" hR="50800" stAng="16200000" swAng="5400000"/>
                <a:lnTo>
                  <a:pt x="330200" y="457200"/>
                </a:lnTo>
                <a:lnTo>
                  <a:pt x="0" y="457200"/>
                </a:lnTo>
                <a:lnTo>
                  <a:pt x="0" y="50800"/>
                </a:lnTo>
                <a:arcTo wR="50800" hR="50800" stAng="10800000" swAng="5400000"/>
                <a:close/>
              </a:path>
            </a:pathLst>
          </a:custGeom>
          <a:solidFill xmlns:a="http://schemas.openxmlformats.org/drawingml/2006/main">
            <a:srgbClr val="6B55A3"/>
          </a:solidFill>
        </p:spPr>
      </p:sp>
      <p:sp>
        <p:nvSpPr>
          <p:cNvPr id="12" name="Text 10">
            <a:extLst xmlns:a="http://schemas.openxmlformats.org/drawingml/2006/main">
              <a:ext uri="{FF2B5EF4-FFF2-40B4-BE49-F238E27FC236}">
                <a16:creationId xmlns:a16="http://schemas.microsoft.com/office/drawing/2014/main" id="{48EF9255-73E5-436F-962E-9DE6B9430BFF}"/>
              </a:ext>
            </a:extLst>
          </p:cNvPr>
          <p:cNvSpPr>
            <a:spLocks xmlns:a="http://schemas.openxmlformats.org/drawingml/2006/main" noGrp="1"/>
          </p:cNvSpPr>
          <p:nvPr/>
        </p:nvSpPr>
        <p:spPr>
          <a:xfrm xmlns:a="http://schemas.openxmlformats.org/drawingml/2006/main">
            <a:off x="994827"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3" name="Text 11">
            <a:extLst xmlns:a="http://schemas.openxmlformats.org/drawingml/2006/main">
              <a:ext uri="{FF2B5EF4-FFF2-40B4-BE49-F238E27FC236}">
                <a16:creationId xmlns:a16="http://schemas.microsoft.com/office/drawing/2014/main" id="{E86914D2-B7F9-49E1-A115-066B87F6D78E}"/>
              </a:ext>
            </a:extLst>
          </p:cNvPr>
          <p:cNvSpPr>
            <a:spLocks xmlns:a="http://schemas.openxmlformats.org/drawingml/2006/main" noGrp="1"/>
          </p:cNvSpPr>
          <p:nvPr/>
        </p:nvSpPr>
        <p:spPr>
          <a:xfrm xmlns:a="http://schemas.openxmlformats.org/drawingml/2006/main">
            <a:off x="1960463"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4" name="Shape 12">
            <a:extLst xmlns:a="http://schemas.openxmlformats.org/drawingml/2006/main">
              <a:ext uri="{FF2B5EF4-FFF2-40B4-BE49-F238E27FC236}">
                <a16:creationId xmlns:a16="http://schemas.microsoft.com/office/drawing/2014/main" id="{7044CD8B-9BF4-4FF8-A43B-D30F69DEB43B}"/>
              </a:ext>
            </a:extLst>
          </p:cNvPr>
          <p:cNvSpPr>
            <a:spLocks xmlns:a="http://schemas.openxmlformats.org/drawingml/2006/main" noGrp="1"/>
          </p:cNvSpPr>
          <p:nvPr/>
        </p:nvSpPr>
        <p:spPr>
          <a:xfrm xmlns:a="http://schemas.openxmlformats.org/drawingml/2006/main">
            <a:off x="1912243"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15" name="Text 13">
            <a:extLst xmlns:a="http://schemas.openxmlformats.org/drawingml/2006/main">
              <a:ext uri="{FF2B5EF4-FFF2-40B4-BE49-F238E27FC236}">
                <a16:creationId xmlns:a16="http://schemas.microsoft.com/office/drawing/2014/main" id="{2D40DCCD-BB2D-4AA8-B748-F91EB8FF19DA}"/>
              </a:ext>
            </a:extLst>
          </p:cNvPr>
          <p:cNvSpPr>
            <a:spLocks xmlns:a="http://schemas.openxmlformats.org/drawingml/2006/main" noGrp="1"/>
          </p:cNvSpPr>
          <p:nvPr/>
        </p:nvSpPr>
        <p:spPr>
          <a:xfrm xmlns:a="http://schemas.openxmlformats.org/drawingml/2006/main">
            <a:off x="2293689" y="38659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178</a:t>
            </a:r>
            <a:endParaRPr sz="1200"/>
          </a:p>
        </p:txBody>
      </p:sp>
      <p:sp>
        <p:nvSpPr>
          <p:cNvPr id="16" name="Shape 14">
            <a:extLst xmlns:a="http://schemas.openxmlformats.org/drawingml/2006/main">
              <a:ext uri="{FF2B5EF4-FFF2-40B4-BE49-F238E27FC236}">
                <a16:creationId xmlns:a16="http://schemas.microsoft.com/office/drawing/2014/main" id="{CDDDA3A4-3154-41D5-962A-445655F1B029}"/>
              </a:ext>
            </a:extLst>
          </p:cNvPr>
          <p:cNvSpPr>
            <a:spLocks xmlns:a="http://schemas.openxmlformats.org/drawingml/2006/main" noGrp="1"/>
          </p:cNvSpPr>
          <p:nvPr/>
        </p:nvSpPr>
        <p:spPr>
          <a:xfrm xmlns:a="http://schemas.openxmlformats.org/drawingml/2006/main">
            <a:off x="2293243" y="4117380"/>
            <a:ext cx="330200" cy="1460500"/>
          </a:xfrm>
          <a:custGeom xmlns:a="http://schemas.openxmlformats.org/drawingml/2006/main">
            <a:rect l="l" t="t" r="r" b="b"/>
            <a:pathLst>
              <a:path w="330200" h="1460500">
                <a:moveTo>
                  <a:pt x="50800" y="0"/>
                </a:moveTo>
                <a:lnTo>
                  <a:pt x="279400" y="0"/>
                </a:lnTo>
                <a:arcTo wR="50800" hR="50800" stAng="16200000" swAng="5400000"/>
                <a:lnTo>
                  <a:pt x="330200" y="1460500"/>
                </a:lnTo>
                <a:lnTo>
                  <a:pt x="0" y="1460500"/>
                </a:lnTo>
                <a:lnTo>
                  <a:pt x="0" y="50800"/>
                </a:lnTo>
                <a:arcTo wR="50800" hR="50800" stAng="10800000" swAng="5400000"/>
                <a:close/>
              </a:path>
            </a:pathLst>
          </a:custGeom>
          <a:solidFill xmlns:a="http://schemas.openxmlformats.org/drawingml/2006/main">
            <a:srgbClr val="6B55A3"/>
          </a:solidFill>
        </p:spPr>
      </p:sp>
      <p:sp>
        <p:nvSpPr>
          <p:cNvPr id="17" name="Text 15">
            <a:extLst xmlns:a="http://schemas.openxmlformats.org/drawingml/2006/main">
              <a:ext uri="{FF2B5EF4-FFF2-40B4-BE49-F238E27FC236}">
                <a16:creationId xmlns:a16="http://schemas.microsoft.com/office/drawing/2014/main" id="{A716F264-5559-4344-A9C8-D52BDDF39C00}"/>
              </a:ext>
            </a:extLst>
          </p:cNvPr>
          <p:cNvSpPr>
            <a:spLocks xmlns:a="http://schemas.openxmlformats.org/drawingml/2006/main" noGrp="1"/>
          </p:cNvSpPr>
          <p:nvPr/>
        </p:nvSpPr>
        <p:spPr>
          <a:xfrm xmlns:a="http://schemas.openxmlformats.org/drawingml/2006/main">
            <a:off x="2001976"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8" name="Text 16">
            <a:extLst xmlns:a="http://schemas.openxmlformats.org/drawingml/2006/main">
              <a:ext uri="{FF2B5EF4-FFF2-40B4-BE49-F238E27FC236}">
                <a16:creationId xmlns:a16="http://schemas.microsoft.com/office/drawing/2014/main" id="{32E90B0E-5AF6-4B5E-BA2F-6A027AE643B2}"/>
              </a:ext>
            </a:extLst>
          </p:cNvPr>
          <p:cNvSpPr>
            <a:spLocks xmlns:a="http://schemas.openxmlformats.org/drawingml/2006/main" noGrp="1"/>
          </p:cNvSpPr>
          <p:nvPr/>
        </p:nvSpPr>
        <p:spPr>
          <a:xfrm xmlns:a="http://schemas.openxmlformats.org/drawingml/2006/main">
            <a:off x="2947392"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9" name="Shape 17">
            <a:extLst xmlns:a="http://schemas.openxmlformats.org/drawingml/2006/main">
              <a:ext uri="{FF2B5EF4-FFF2-40B4-BE49-F238E27FC236}">
                <a16:creationId xmlns:a16="http://schemas.microsoft.com/office/drawing/2014/main" id="{AC980791-8A95-4BD9-8FCC-A5F872D5A0E5}"/>
              </a:ext>
            </a:extLst>
          </p:cNvPr>
          <p:cNvSpPr>
            <a:spLocks xmlns:a="http://schemas.openxmlformats.org/drawingml/2006/main" noGrp="1"/>
          </p:cNvSpPr>
          <p:nvPr/>
        </p:nvSpPr>
        <p:spPr>
          <a:xfrm xmlns:a="http://schemas.openxmlformats.org/drawingml/2006/main">
            <a:off x="2899172"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20" name="Text 18">
            <a:extLst xmlns:a="http://schemas.openxmlformats.org/drawingml/2006/main">
              <a:ext uri="{FF2B5EF4-FFF2-40B4-BE49-F238E27FC236}">
                <a16:creationId xmlns:a16="http://schemas.microsoft.com/office/drawing/2014/main" id="{02ABB36E-350C-45D3-AAD2-C7B696CDD199}"/>
              </a:ext>
            </a:extLst>
          </p:cNvPr>
          <p:cNvSpPr>
            <a:spLocks xmlns:a="http://schemas.openxmlformats.org/drawingml/2006/main" noGrp="1"/>
          </p:cNvSpPr>
          <p:nvPr/>
        </p:nvSpPr>
        <p:spPr>
          <a:xfrm xmlns:a="http://schemas.openxmlformats.org/drawingml/2006/main">
            <a:off x="3280618" y="4469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105</a:t>
            </a:r>
            <a:endParaRPr sz="1200"/>
          </a:p>
        </p:txBody>
      </p:sp>
      <p:sp>
        <p:nvSpPr>
          <p:cNvPr id="21" name="Shape 19">
            <a:extLst xmlns:a="http://schemas.openxmlformats.org/drawingml/2006/main">
              <a:ext uri="{FF2B5EF4-FFF2-40B4-BE49-F238E27FC236}">
                <a16:creationId xmlns:a16="http://schemas.microsoft.com/office/drawing/2014/main" id="{250F8087-A35C-4825-8F4F-EB844C92087A}"/>
              </a:ext>
            </a:extLst>
          </p:cNvPr>
          <p:cNvSpPr>
            <a:spLocks xmlns:a="http://schemas.openxmlformats.org/drawingml/2006/main" noGrp="1"/>
          </p:cNvSpPr>
          <p:nvPr/>
        </p:nvSpPr>
        <p:spPr>
          <a:xfrm xmlns:a="http://schemas.openxmlformats.org/drawingml/2006/main">
            <a:off x="3280172" y="4720630"/>
            <a:ext cx="330200" cy="857250"/>
          </a:xfrm>
          <a:custGeom xmlns:a="http://schemas.openxmlformats.org/drawingml/2006/main">
            <a:rect l="l" t="t" r="r" b="b"/>
            <a:pathLst>
              <a:path w="330200" h="857250">
                <a:moveTo>
                  <a:pt x="50800" y="0"/>
                </a:moveTo>
                <a:lnTo>
                  <a:pt x="279400" y="0"/>
                </a:lnTo>
                <a:arcTo wR="50800" hR="50800" stAng="16200000" swAng="5400000"/>
                <a:lnTo>
                  <a:pt x="330200" y="857250"/>
                </a:lnTo>
                <a:lnTo>
                  <a:pt x="0" y="857250"/>
                </a:lnTo>
                <a:lnTo>
                  <a:pt x="0" y="50800"/>
                </a:lnTo>
                <a:arcTo wR="50800" hR="50800" stAng="10800000" swAng="5400000"/>
                <a:close/>
              </a:path>
            </a:pathLst>
          </a:custGeom>
          <a:solidFill xmlns:a="http://schemas.openxmlformats.org/drawingml/2006/main">
            <a:srgbClr val="6B55A3"/>
          </a:solidFill>
        </p:spPr>
      </p:sp>
      <p:sp>
        <p:nvSpPr>
          <p:cNvPr id="22" name="Text 20">
            <a:extLst xmlns:a="http://schemas.openxmlformats.org/drawingml/2006/main">
              <a:ext uri="{FF2B5EF4-FFF2-40B4-BE49-F238E27FC236}">
                <a16:creationId xmlns:a16="http://schemas.microsoft.com/office/drawing/2014/main" id="{4404A73E-E232-4DA6-90EA-C7CD38A80CCC}"/>
              </a:ext>
            </a:extLst>
          </p:cNvPr>
          <p:cNvSpPr>
            <a:spLocks xmlns:a="http://schemas.openxmlformats.org/drawingml/2006/main" noGrp="1"/>
          </p:cNvSpPr>
          <p:nvPr/>
        </p:nvSpPr>
        <p:spPr>
          <a:xfrm xmlns:a="http://schemas.openxmlformats.org/drawingml/2006/main">
            <a:off x="2961630"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3" name="Text 21">
            <a:extLst xmlns:a="http://schemas.openxmlformats.org/drawingml/2006/main">
              <a:ext uri="{FF2B5EF4-FFF2-40B4-BE49-F238E27FC236}">
                <a16:creationId xmlns:a16="http://schemas.microsoft.com/office/drawing/2014/main" id="{92A297F7-89EF-46E7-88CD-C8E6E4699066}"/>
              </a:ext>
            </a:extLst>
          </p:cNvPr>
          <p:cNvSpPr>
            <a:spLocks xmlns:a="http://schemas.openxmlformats.org/drawingml/2006/main" noGrp="1"/>
          </p:cNvSpPr>
          <p:nvPr/>
        </p:nvSpPr>
        <p:spPr>
          <a:xfrm xmlns:a="http://schemas.openxmlformats.org/drawingml/2006/main">
            <a:off x="3886646" y="4310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124</a:t>
            </a:r>
            <a:endParaRPr sz="1200"/>
          </a:p>
        </p:txBody>
      </p:sp>
      <p:sp>
        <p:nvSpPr>
          <p:cNvPr id="24" name="Shape 22">
            <a:extLst xmlns:a="http://schemas.openxmlformats.org/drawingml/2006/main">
              <a:ext uri="{FF2B5EF4-FFF2-40B4-BE49-F238E27FC236}">
                <a16:creationId xmlns:a16="http://schemas.microsoft.com/office/drawing/2014/main" id="{141A178D-F411-4CE2-A719-C9DD51DFCCE4}"/>
              </a:ext>
            </a:extLst>
          </p:cNvPr>
          <p:cNvSpPr>
            <a:spLocks xmlns:a="http://schemas.openxmlformats.org/drawingml/2006/main" noGrp="1"/>
          </p:cNvSpPr>
          <p:nvPr/>
        </p:nvSpPr>
        <p:spPr>
          <a:xfrm xmlns:a="http://schemas.openxmlformats.org/drawingml/2006/main">
            <a:off x="3886200" y="4561880"/>
            <a:ext cx="330200" cy="1016000"/>
          </a:xfrm>
          <a:custGeom xmlns:a="http://schemas.openxmlformats.org/drawingml/2006/main">
            <a:rect l="l" t="t" r="r" b="b"/>
            <a:pathLst>
              <a:path w="330200" h="1016000">
                <a:moveTo>
                  <a:pt x="50800" y="0"/>
                </a:moveTo>
                <a:lnTo>
                  <a:pt x="279400" y="0"/>
                </a:lnTo>
                <a:arcTo wR="50800" hR="50800" stAng="16200000" swAng="5400000"/>
                <a:lnTo>
                  <a:pt x="330200" y="1016000"/>
                </a:lnTo>
                <a:lnTo>
                  <a:pt x="0" y="1016000"/>
                </a:lnTo>
                <a:lnTo>
                  <a:pt x="0" y="50800"/>
                </a:lnTo>
                <a:arcTo wR="50800" hR="50800" stAng="10800000" swAng="5400000"/>
                <a:close/>
              </a:path>
            </a:pathLst>
          </a:custGeom>
          <a:solidFill xmlns:a="http://schemas.openxmlformats.org/drawingml/2006/main">
            <a:srgbClr val="0B5638"/>
          </a:solidFill>
        </p:spPr>
      </p:sp>
      <p:sp>
        <p:nvSpPr>
          <p:cNvPr id="25" name="Text 23">
            <a:extLst xmlns:a="http://schemas.openxmlformats.org/drawingml/2006/main">
              <a:ext uri="{FF2B5EF4-FFF2-40B4-BE49-F238E27FC236}">
                <a16:creationId xmlns:a16="http://schemas.microsoft.com/office/drawing/2014/main" id="{943FD168-6C80-4596-B464-D798E1EE7FFB}"/>
              </a:ext>
            </a:extLst>
          </p:cNvPr>
          <p:cNvSpPr>
            <a:spLocks xmlns:a="http://schemas.openxmlformats.org/drawingml/2006/main" noGrp="1"/>
          </p:cNvSpPr>
          <p:nvPr/>
        </p:nvSpPr>
        <p:spPr>
          <a:xfrm xmlns:a="http://schemas.openxmlformats.org/drawingml/2006/main">
            <a:off x="4267646" y="44184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111</a:t>
            </a:r>
            <a:endParaRPr sz="1200"/>
          </a:p>
        </p:txBody>
      </p:sp>
      <p:sp>
        <p:nvSpPr>
          <p:cNvPr id="26" name="Shape 24">
            <a:extLst xmlns:a="http://schemas.openxmlformats.org/drawingml/2006/main">
              <a:ext uri="{FF2B5EF4-FFF2-40B4-BE49-F238E27FC236}">
                <a16:creationId xmlns:a16="http://schemas.microsoft.com/office/drawing/2014/main" id="{7C88AC4E-1B26-41AB-B1DD-2A709B2ADDFD}"/>
              </a:ext>
            </a:extLst>
          </p:cNvPr>
          <p:cNvSpPr>
            <a:spLocks xmlns:a="http://schemas.openxmlformats.org/drawingml/2006/main" noGrp="1"/>
          </p:cNvSpPr>
          <p:nvPr/>
        </p:nvSpPr>
        <p:spPr>
          <a:xfrm xmlns:a="http://schemas.openxmlformats.org/drawingml/2006/main">
            <a:off x="4267200" y="4669830"/>
            <a:ext cx="330200" cy="908050"/>
          </a:xfrm>
          <a:custGeom xmlns:a="http://schemas.openxmlformats.org/drawingml/2006/main">
            <a:rect l="l" t="t" r="r" b="b"/>
            <a:pathLst>
              <a:path w="330200" h="908050">
                <a:moveTo>
                  <a:pt x="50800" y="0"/>
                </a:moveTo>
                <a:lnTo>
                  <a:pt x="279400" y="0"/>
                </a:lnTo>
                <a:arcTo wR="50800" hR="50800" stAng="16200000" swAng="5400000"/>
                <a:lnTo>
                  <a:pt x="330200" y="908050"/>
                </a:lnTo>
                <a:lnTo>
                  <a:pt x="0" y="908050"/>
                </a:lnTo>
                <a:lnTo>
                  <a:pt x="0" y="50800"/>
                </a:lnTo>
                <a:arcTo wR="50800" hR="50800" stAng="10800000" swAng="5400000"/>
                <a:close/>
              </a:path>
            </a:pathLst>
          </a:custGeom>
          <a:solidFill xmlns:a="http://schemas.openxmlformats.org/drawingml/2006/main">
            <a:srgbClr val="6B55A3"/>
          </a:solidFill>
        </p:spPr>
      </p:sp>
      <p:sp>
        <p:nvSpPr>
          <p:cNvPr id="27" name="Text 25">
            <a:extLst xmlns:a="http://schemas.openxmlformats.org/drawingml/2006/main">
              <a:ext uri="{FF2B5EF4-FFF2-40B4-BE49-F238E27FC236}">
                <a16:creationId xmlns:a16="http://schemas.microsoft.com/office/drawing/2014/main" id="{59585B24-F693-4638-85A1-8AD886E319F5}"/>
              </a:ext>
            </a:extLst>
          </p:cNvPr>
          <p:cNvSpPr>
            <a:spLocks xmlns:a="http://schemas.openxmlformats.org/drawingml/2006/main" noGrp="1"/>
          </p:cNvSpPr>
          <p:nvPr/>
        </p:nvSpPr>
        <p:spPr>
          <a:xfrm xmlns:a="http://schemas.openxmlformats.org/drawingml/2006/main">
            <a:off x="39147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00D1BB6B-AB6F-4C1A-8FA4-DE8FCB9150DC}"/>
              </a:ext>
            </a:extLst>
          </p:cNvPr>
          <p:cNvSpPr>
            <a:spLocks xmlns:a="http://schemas.openxmlformats.org/drawingml/2006/main" noGrp="1"/>
          </p:cNvSpPr>
          <p:nvPr/>
        </p:nvSpPr>
        <p:spPr>
          <a:xfrm xmlns:a="http://schemas.openxmlformats.org/drawingml/2006/main">
            <a:off x="4921349" y="47613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69</a:t>
            </a:r>
            <a:endParaRPr sz="1200"/>
          </a:p>
        </p:txBody>
      </p:sp>
      <p:sp>
        <p:nvSpPr>
          <p:cNvPr id="29" name="Shape 27">
            <a:extLst xmlns:a="http://schemas.openxmlformats.org/drawingml/2006/main">
              <a:ext uri="{FF2B5EF4-FFF2-40B4-BE49-F238E27FC236}">
                <a16:creationId xmlns:a16="http://schemas.microsoft.com/office/drawing/2014/main" id="{0A359CE8-7939-4725-A852-835AED840B27}"/>
              </a:ext>
            </a:extLst>
          </p:cNvPr>
          <p:cNvSpPr>
            <a:spLocks xmlns:a="http://schemas.openxmlformats.org/drawingml/2006/main" noGrp="1"/>
          </p:cNvSpPr>
          <p:nvPr/>
        </p:nvSpPr>
        <p:spPr>
          <a:xfrm xmlns:a="http://schemas.openxmlformats.org/drawingml/2006/main">
            <a:off x="4873129" y="5012730"/>
            <a:ext cx="330200" cy="565150"/>
          </a:xfrm>
          <a:custGeom xmlns:a="http://schemas.openxmlformats.org/drawingml/2006/main">
            <a:rect l="l" t="t" r="r" b="b"/>
            <a:pathLst>
              <a:path w="330200" h="565150">
                <a:moveTo>
                  <a:pt x="50800" y="0"/>
                </a:moveTo>
                <a:lnTo>
                  <a:pt x="279400" y="0"/>
                </a:lnTo>
                <a:arcTo wR="50800" hR="50800" stAng="16200000" swAng="5400000"/>
                <a:lnTo>
                  <a:pt x="330200" y="565150"/>
                </a:lnTo>
                <a:lnTo>
                  <a:pt x="0" y="565150"/>
                </a:lnTo>
                <a:lnTo>
                  <a:pt x="0" y="50800"/>
                </a:lnTo>
                <a:arcTo wR="50800" hR="50800" stAng="10800000" swAng="5400000"/>
                <a:close/>
              </a:path>
            </a:pathLst>
          </a:custGeom>
          <a:solidFill xmlns:a="http://schemas.openxmlformats.org/drawingml/2006/main">
            <a:srgbClr val="0B5638"/>
          </a:solidFill>
        </p:spPr>
      </p:sp>
      <p:sp>
        <p:nvSpPr>
          <p:cNvPr id="30" name="Text 28">
            <a:extLst xmlns:a="http://schemas.openxmlformats.org/drawingml/2006/main">
              <a:ext uri="{FF2B5EF4-FFF2-40B4-BE49-F238E27FC236}">
                <a16:creationId xmlns:a16="http://schemas.microsoft.com/office/drawing/2014/main" id="{DBC09DB0-5F14-4247-8C38-F2AB6096D7E7}"/>
              </a:ext>
            </a:extLst>
          </p:cNvPr>
          <p:cNvSpPr>
            <a:spLocks xmlns:a="http://schemas.openxmlformats.org/drawingml/2006/main" noGrp="1"/>
          </p:cNvSpPr>
          <p:nvPr/>
        </p:nvSpPr>
        <p:spPr>
          <a:xfrm xmlns:a="http://schemas.openxmlformats.org/drawingml/2006/main">
            <a:off x="5254575" y="3294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248</a:t>
            </a:r>
            <a:endParaRPr sz="1200"/>
          </a:p>
        </p:txBody>
      </p:sp>
      <p:sp>
        <p:nvSpPr>
          <p:cNvPr id="31" name="Shape 29">
            <a:extLst xmlns:a="http://schemas.openxmlformats.org/drawingml/2006/main">
              <a:ext uri="{FF2B5EF4-FFF2-40B4-BE49-F238E27FC236}">
                <a16:creationId xmlns:a16="http://schemas.microsoft.com/office/drawing/2014/main" id="{284F906C-662B-4907-A43C-493010EA9884}"/>
              </a:ext>
            </a:extLst>
          </p:cNvPr>
          <p:cNvSpPr>
            <a:spLocks xmlns:a="http://schemas.openxmlformats.org/drawingml/2006/main" noGrp="1"/>
          </p:cNvSpPr>
          <p:nvPr/>
        </p:nvSpPr>
        <p:spPr>
          <a:xfrm xmlns:a="http://schemas.openxmlformats.org/drawingml/2006/main">
            <a:off x="5254129" y="3545880"/>
            <a:ext cx="330200" cy="2032000"/>
          </a:xfrm>
          <a:custGeom xmlns:a="http://schemas.openxmlformats.org/drawingml/2006/main">
            <a:rect l="l" t="t" r="r" b="b"/>
            <a:pathLst>
              <a:path w="330200" h="2032000">
                <a:moveTo>
                  <a:pt x="50800" y="0"/>
                </a:moveTo>
                <a:lnTo>
                  <a:pt x="279400" y="0"/>
                </a:lnTo>
                <a:arcTo wR="50800" hR="50800" stAng="16200000" swAng="5400000"/>
                <a:lnTo>
                  <a:pt x="330200" y="2032000"/>
                </a:lnTo>
                <a:lnTo>
                  <a:pt x="0" y="2032000"/>
                </a:lnTo>
                <a:lnTo>
                  <a:pt x="0" y="50800"/>
                </a:lnTo>
                <a:arcTo wR="50800" hR="50800" stAng="10800000" swAng="5400000"/>
                <a:close/>
              </a:path>
            </a:pathLst>
          </a:custGeom>
          <a:solidFill xmlns:a="http://schemas.openxmlformats.org/drawingml/2006/main">
            <a:srgbClr val="6B55A3"/>
          </a:solidFill>
        </p:spPr>
      </p:sp>
      <p:sp>
        <p:nvSpPr>
          <p:cNvPr id="32" name="Text 30">
            <a:extLst xmlns:a="http://schemas.openxmlformats.org/drawingml/2006/main">
              <a:ext uri="{FF2B5EF4-FFF2-40B4-BE49-F238E27FC236}">
                <a16:creationId xmlns:a16="http://schemas.microsoft.com/office/drawing/2014/main" id="{F914D2C9-2F8F-49C4-AFA3-A78D77840918}"/>
              </a:ext>
            </a:extLst>
          </p:cNvPr>
          <p:cNvSpPr>
            <a:spLocks xmlns:a="http://schemas.openxmlformats.org/drawingml/2006/main" noGrp="1"/>
          </p:cNvSpPr>
          <p:nvPr/>
        </p:nvSpPr>
        <p:spPr>
          <a:xfrm xmlns:a="http://schemas.openxmlformats.org/drawingml/2006/main">
            <a:off x="4942850"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3" name="Text 31">
            <a:extLst xmlns:a="http://schemas.openxmlformats.org/drawingml/2006/main">
              <a:ext uri="{FF2B5EF4-FFF2-40B4-BE49-F238E27FC236}">
                <a16:creationId xmlns:a16="http://schemas.microsoft.com/office/drawing/2014/main" id="{E8F839DA-C9D1-4757-AEC5-45E6816769D8}"/>
              </a:ext>
            </a:extLst>
          </p:cNvPr>
          <p:cNvSpPr>
            <a:spLocks xmlns:a="http://schemas.openxmlformats.org/drawingml/2006/main" noGrp="1"/>
          </p:cNvSpPr>
          <p:nvPr/>
        </p:nvSpPr>
        <p:spPr>
          <a:xfrm xmlns:a="http://schemas.openxmlformats.org/drawingml/2006/main">
            <a:off x="5908377" y="46470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83</a:t>
            </a:r>
            <a:endParaRPr sz="1200"/>
          </a:p>
        </p:txBody>
      </p:sp>
      <p:sp>
        <p:nvSpPr>
          <p:cNvPr id="34" name="Shape 32">
            <a:extLst xmlns:a="http://schemas.openxmlformats.org/drawingml/2006/main">
              <a:ext uri="{FF2B5EF4-FFF2-40B4-BE49-F238E27FC236}">
                <a16:creationId xmlns:a16="http://schemas.microsoft.com/office/drawing/2014/main" id="{A7371645-A2B3-47FE-9AAB-F4E97CD186CF}"/>
              </a:ext>
            </a:extLst>
          </p:cNvPr>
          <p:cNvSpPr>
            <a:spLocks xmlns:a="http://schemas.openxmlformats.org/drawingml/2006/main" noGrp="1"/>
          </p:cNvSpPr>
          <p:nvPr/>
        </p:nvSpPr>
        <p:spPr>
          <a:xfrm xmlns:a="http://schemas.openxmlformats.org/drawingml/2006/main">
            <a:off x="5860157" y="4898430"/>
            <a:ext cx="330200" cy="679450"/>
          </a:xfrm>
          <a:custGeom xmlns:a="http://schemas.openxmlformats.org/drawingml/2006/main">
            <a:rect l="l" t="t" r="r" b="b"/>
            <a:pathLst>
              <a:path w="330200" h="679450">
                <a:moveTo>
                  <a:pt x="50800" y="0"/>
                </a:moveTo>
                <a:lnTo>
                  <a:pt x="279400" y="0"/>
                </a:lnTo>
                <a:arcTo wR="50800" hR="50800" stAng="16200000" swAng="5400000"/>
                <a:lnTo>
                  <a:pt x="330200" y="679450"/>
                </a:lnTo>
                <a:lnTo>
                  <a:pt x="0" y="679450"/>
                </a:lnTo>
                <a:lnTo>
                  <a:pt x="0" y="50800"/>
                </a:lnTo>
                <a:arcTo wR="50800" hR="50800" stAng="10800000" swAng="5400000"/>
                <a:close/>
              </a:path>
            </a:pathLst>
          </a:custGeom>
          <a:solidFill xmlns:a="http://schemas.openxmlformats.org/drawingml/2006/main">
            <a:srgbClr val="0B5638"/>
          </a:solidFill>
        </p:spPr>
      </p:sp>
      <p:sp>
        <p:nvSpPr>
          <p:cNvPr id="35" name="Text 33">
            <a:extLst xmlns:a="http://schemas.openxmlformats.org/drawingml/2006/main">
              <a:ext uri="{FF2B5EF4-FFF2-40B4-BE49-F238E27FC236}">
                <a16:creationId xmlns:a16="http://schemas.microsoft.com/office/drawing/2014/main" id="{2777FAE8-870C-4F01-9239-2FF5B67CC425}"/>
              </a:ext>
            </a:extLst>
          </p:cNvPr>
          <p:cNvSpPr>
            <a:spLocks xmlns:a="http://schemas.openxmlformats.org/drawingml/2006/main" noGrp="1"/>
          </p:cNvSpPr>
          <p:nvPr/>
        </p:nvSpPr>
        <p:spPr>
          <a:xfrm xmlns:a="http://schemas.openxmlformats.org/drawingml/2006/main">
            <a:off x="6289377" y="45708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92</a:t>
            </a:r>
            <a:endParaRPr sz="1200"/>
          </a:p>
        </p:txBody>
      </p:sp>
      <p:sp>
        <p:nvSpPr>
          <p:cNvPr id="36" name="Shape 34">
            <a:extLst xmlns:a="http://schemas.openxmlformats.org/drawingml/2006/main">
              <a:ext uri="{FF2B5EF4-FFF2-40B4-BE49-F238E27FC236}">
                <a16:creationId xmlns:a16="http://schemas.microsoft.com/office/drawing/2014/main" id="{9E332A48-EC03-425D-B24E-DAF695D25382}"/>
              </a:ext>
            </a:extLst>
          </p:cNvPr>
          <p:cNvSpPr>
            <a:spLocks xmlns:a="http://schemas.openxmlformats.org/drawingml/2006/main" noGrp="1"/>
          </p:cNvSpPr>
          <p:nvPr/>
        </p:nvSpPr>
        <p:spPr>
          <a:xfrm xmlns:a="http://schemas.openxmlformats.org/drawingml/2006/main">
            <a:off x="6241157" y="4822230"/>
            <a:ext cx="330200" cy="755650"/>
          </a:xfrm>
          <a:custGeom xmlns:a="http://schemas.openxmlformats.org/drawingml/2006/main">
            <a:rect l="l" t="t" r="r" b="b"/>
            <a:pathLst>
              <a:path w="330200" h="755650">
                <a:moveTo>
                  <a:pt x="50800" y="0"/>
                </a:moveTo>
                <a:lnTo>
                  <a:pt x="279400" y="0"/>
                </a:lnTo>
                <a:arcTo wR="50800" hR="50800" stAng="16200000" swAng="5400000"/>
                <a:lnTo>
                  <a:pt x="330200" y="755650"/>
                </a:lnTo>
                <a:lnTo>
                  <a:pt x="0" y="755650"/>
                </a:lnTo>
                <a:lnTo>
                  <a:pt x="0" y="50800"/>
                </a:lnTo>
                <a:arcTo wR="50800" hR="50800" stAng="10800000" swAng="5400000"/>
                <a:close/>
              </a:path>
            </a:pathLst>
          </a:custGeom>
          <a:solidFill xmlns:a="http://schemas.openxmlformats.org/drawingml/2006/main">
            <a:srgbClr val="6B55A3"/>
          </a:solidFill>
        </p:spPr>
      </p:sp>
      <p:sp>
        <p:nvSpPr>
          <p:cNvPr id="37" name="Text 35">
            <a:extLst xmlns:a="http://schemas.openxmlformats.org/drawingml/2006/main">
              <a:ext uri="{FF2B5EF4-FFF2-40B4-BE49-F238E27FC236}">
                <a16:creationId xmlns:a16="http://schemas.microsoft.com/office/drawing/2014/main" id="{FC5A01F1-E7CE-4B30-BB91-9C8A80B4807E}"/>
              </a:ext>
            </a:extLst>
          </p:cNvPr>
          <p:cNvSpPr>
            <a:spLocks xmlns:a="http://schemas.openxmlformats.org/drawingml/2006/main" noGrp="1"/>
          </p:cNvSpPr>
          <p:nvPr/>
        </p:nvSpPr>
        <p:spPr>
          <a:xfrm xmlns:a="http://schemas.openxmlformats.org/drawingml/2006/main">
            <a:off x="5922635"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8" name="Text 36">
            <a:extLst xmlns:a="http://schemas.openxmlformats.org/drawingml/2006/main">
              <a:ext uri="{FF2B5EF4-FFF2-40B4-BE49-F238E27FC236}">
                <a16:creationId xmlns:a16="http://schemas.microsoft.com/office/drawing/2014/main" id="{D9090044-4459-4116-9E67-86658CFAE324}"/>
              </a:ext>
            </a:extLst>
          </p:cNvPr>
          <p:cNvSpPr>
            <a:spLocks xmlns:a="http://schemas.openxmlformats.org/drawingml/2006/main" noGrp="1"/>
          </p:cNvSpPr>
          <p:nvPr/>
        </p:nvSpPr>
        <p:spPr>
          <a:xfrm xmlns:a="http://schemas.openxmlformats.org/drawingml/2006/main">
            <a:off x="6895306"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39" name="Shape 37">
            <a:extLst xmlns:a="http://schemas.openxmlformats.org/drawingml/2006/main">
              <a:ext uri="{FF2B5EF4-FFF2-40B4-BE49-F238E27FC236}">
                <a16:creationId xmlns:a16="http://schemas.microsoft.com/office/drawing/2014/main" id="{D6162983-8811-47B0-A768-D4EF4C5536E6}"/>
              </a:ext>
            </a:extLst>
          </p:cNvPr>
          <p:cNvSpPr>
            <a:spLocks xmlns:a="http://schemas.openxmlformats.org/drawingml/2006/main" noGrp="1"/>
          </p:cNvSpPr>
          <p:nvPr/>
        </p:nvSpPr>
        <p:spPr>
          <a:xfrm xmlns:a="http://schemas.openxmlformats.org/drawingml/2006/main">
            <a:off x="6847086"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40" name="Text 38">
            <a:extLst xmlns:a="http://schemas.openxmlformats.org/drawingml/2006/main">
              <a:ext uri="{FF2B5EF4-FFF2-40B4-BE49-F238E27FC236}">
                <a16:creationId xmlns:a16="http://schemas.microsoft.com/office/drawing/2014/main" id="{7BE9C541-04B8-4CFC-8D07-15F78069E4BF}"/>
              </a:ext>
            </a:extLst>
          </p:cNvPr>
          <p:cNvSpPr>
            <a:spLocks xmlns:a="http://schemas.openxmlformats.org/drawingml/2006/main" noGrp="1"/>
          </p:cNvSpPr>
          <p:nvPr/>
        </p:nvSpPr>
        <p:spPr>
          <a:xfrm xmlns:a="http://schemas.openxmlformats.org/drawingml/2006/main">
            <a:off x="7228532" y="3580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213</a:t>
            </a:r>
            <a:endParaRPr sz="1200"/>
          </a:p>
        </p:txBody>
      </p:sp>
      <p:sp>
        <p:nvSpPr>
          <p:cNvPr id="41" name="Shape 39">
            <a:extLst xmlns:a="http://schemas.openxmlformats.org/drawingml/2006/main">
              <a:ext uri="{FF2B5EF4-FFF2-40B4-BE49-F238E27FC236}">
                <a16:creationId xmlns:a16="http://schemas.microsoft.com/office/drawing/2014/main" id="{C2E70A09-9A91-4855-8FFC-C1E28F2E3653}"/>
              </a:ext>
            </a:extLst>
          </p:cNvPr>
          <p:cNvSpPr>
            <a:spLocks xmlns:a="http://schemas.openxmlformats.org/drawingml/2006/main" noGrp="1"/>
          </p:cNvSpPr>
          <p:nvPr/>
        </p:nvSpPr>
        <p:spPr>
          <a:xfrm xmlns:a="http://schemas.openxmlformats.org/drawingml/2006/main">
            <a:off x="7228086" y="3831630"/>
            <a:ext cx="330200" cy="1746250"/>
          </a:xfrm>
          <a:custGeom xmlns:a="http://schemas.openxmlformats.org/drawingml/2006/main">
            <a:rect l="l" t="t" r="r" b="b"/>
            <a:pathLst>
              <a:path w="330200" h="1746250">
                <a:moveTo>
                  <a:pt x="50800" y="0"/>
                </a:moveTo>
                <a:lnTo>
                  <a:pt x="279400" y="0"/>
                </a:lnTo>
                <a:arcTo wR="50800" hR="50800" stAng="16200000" swAng="5400000"/>
                <a:lnTo>
                  <a:pt x="330200" y="1746250"/>
                </a:lnTo>
                <a:lnTo>
                  <a:pt x="0" y="1746250"/>
                </a:lnTo>
                <a:lnTo>
                  <a:pt x="0" y="50800"/>
                </a:lnTo>
                <a:arcTo wR="50800" hR="50800" stAng="10800000" swAng="5400000"/>
                <a:close/>
              </a:path>
            </a:pathLst>
          </a:custGeom>
          <a:solidFill xmlns:a="http://schemas.openxmlformats.org/drawingml/2006/main">
            <a:srgbClr val="6B55A3"/>
          </a:solidFill>
        </p:spPr>
      </p:sp>
      <p:sp>
        <p:nvSpPr>
          <p:cNvPr id="42" name="Text 40">
            <a:extLst xmlns:a="http://schemas.openxmlformats.org/drawingml/2006/main">
              <a:ext uri="{FF2B5EF4-FFF2-40B4-BE49-F238E27FC236}">
                <a16:creationId xmlns:a16="http://schemas.microsoft.com/office/drawing/2014/main" id="{4253689B-A225-4559-B34A-8197A5ED71ED}"/>
              </a:ext>
            </a:extLst>
          </p:cNvPr>
          <p:cNvSpPr>
            <a:spLocks xmlns:a="http://schemas.openxmlformats.org/drawingml/2006/main" noGrp="1"/>
          </p:cNvSpPr>
          <p:nvPr/>
        </p:nvSpPr>
        <p:spPr>
          <a:xfrm xmlns:a="http://schemas.openxmlformats.org/drawingml/2006/main">
            <a:off x="6920498"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3" name="Text 41">
            <a:extLst xmlns:a="http://schemas.openxmlformats.org/drawingml/2006/main">
              <a:ext uri="{FF2B5EF4-FFF2-40B4-BE49-F238E27FC236}">
                <a16:creationId xmlns:a16="http://schemas.microsoft.com/office/drawing/2014/main" id="{AD195AF9-1D85-4FC7-B338-EF2DAFC81355}"/>
              </a:ext>
            </a:extLst>
          </p:cNvPr>
          <p:cNvSpPr>
            <a:spLocks xmlns:a="http://schemas.openxmlformats.org/drawingml/2006/main" noGrp="1"/>
          </p:cNvSpPr>
          <p:nvPr/>
        </p:nvSpPr>
        <p:spPr>
          <a:xfrm xmlns:a="http://schemas.openxmlformats.org/drawingml/2006/main">
            <a:off x="8077200" y="22502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se movió entre </a:t>
            </a:r>
            <a:r>
              <a:rPr sz="1500" b="1">
                <a:solidFill>
                  <a:srgbClr val="4A5D52"/>
                </a:solidFill>
                <a:latin typeface="IBM Plex Sans"/>
                <a:ea typeface="IBM Plex Sans"/>
                <a:cs typeface="IBM Plex Sans"/>
              </a:rPr>
              <a:t>69 y 124 min</a:t>
            </a:r>
            <a:r>
              <a:rPr sz="1500">
                <a:solidFill>
                  <a:srgbClr val="4A5D52"/>
                </a:solidFill>
                <a:latin typeface="IBM Plex Sans"/>
                <a:ea typeface="IBM Plex Sans"/>
                <a:cs typeface="IBM Plex Sans"/>
              </a:rPr>
              <a:t>; San Lorenzo, entre </a:t>
            </a:r>
            <a:r>
              <a:rPr sz="1500" b="1">
                <a:solidFill>
                  <a:srgbClr val="4A5D52"/>
                </a:solidFill>
                <a:latin typeface="IBM Plex Sans"/>
                <a:ea typeface="IBM Plex Sans"/>
                <a:cs typeface="IBM Plex Sans"/>
              </a:rPr>
              <a:t>56 y 248 min</a:t>
            </a:r>
            <a:r>
              <a:rPr sz="1500">
                <a:solidFill>
                  <a:srgbClr val="4A5D52"/>
                </a:solidFill>
                <a:latin typeface="IBM Plex Sans"/>
                <a:ea typeface="IBM Plex Sans"/>
                <a:cs typeface="IBM Plex Sans"/>
              </a:rPr>
              <a:t>.</a:t>
            </a:r>
            <a:endParaRPr sz="1500"/>
          </a:p>
        </p:txBody>
      </p:sp>
      <p:sp>
        <p:nvSpPr>
          <p:cNvPr id="44" name="Text 42">
            <a:extLst xmlns:a="http://schemas.openxmlformats.org/drawingml/2006/main">
              <a:ext uri="{FF2B5EF4-FFF2-40B4-BE49-F238E27FC236}">
                <a16:creationId xmlns:a16="http://schemas.microsoft.com/office/drawing/2014/main" id="{8CEEC3E6-EE69-4AEF-9298-696BFC3343B5}"/>
              </a:ext>
            </a:extLst>
          </p:cNvPr>
          <p:cNvSpPr>
            <a:spLocks xmlns:a="http://schemas.openxmlformats.org/drawingml/2006/main" noGrp="1"/>
          </p:cNvSpPr>
          <p:nvPr/>
        </p:nvSpPr>
        <p:spPr>
          <a:xfrm xmlns:a="http://schemas.openxmlformats.org/drawingml/2006/main">
            <a:off x="8077200" y="2961481"/>
            <a:ext cx="340106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San Lorenzo llegó a 248 min, con la PV2 fuera de servicio; el jueves 24 había sido de 56.</a:t>
            </a:r>
            <a:endParaRPr sz="1500"/>
          </a:p>
        </p:txBody>
      </p:sp>
      <p:sp>
        <p:nvSpPr>
          <p:cNvPr id="45" name="Text 43">
            <a:extLst xmlns:a="http://schemas.openxmlformats.org/drawingml/2006/main">
              <a:ext uri="{FF2B5EF4-FFF2-40B4-BE49-F238E27FC236}">
                <a16:creationId xmlns:a16="http://schemas.microsoft.com/office/drawing/2014/main" id="{7A987BE6-4050-4B61-A24D-97BCAF70E38D}"/>
              </a:ext>
            </a:extLst>
          </p:cNvPr>
          <p:cNvSpPr>
            <a:spLocks xmlns:a="http://schemas.openxmlformats.org/drawingml/2006/main" noGrp="1"/>
          </p:cNvSpPr>
          <p:nvPr/>
        </p:nvSpPr>
        <p:spPr>
          <a:xfrm xmlns:a="http://schemas.openxmlformats.org/drawingml/2006/main">
            <a:off x="8077200" y="39393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fue la planta pareja: su pico fue el domingo (124 min).</a:t>
            </a:r>
            <a:endParaRPr sz="1500"/>
          </a:p>
        </p:txBody>
      </p:sp>
      <p:sp>
        <p:nvSpPr>
          <p:cNvPr id="46" name="Shape 44">
            <a:extLst xmlns:a="http://schemas.openxmlformats.org/drawingml/2006/main">
              <a:ext uri="{FF2B5EF4-FFF2-40B4-BE49-F238E27FC236}">
                <a16:creationId xmlns:a16="http://schemas.microsoft.com/office/drawing/2014/main" id="{2010B878-C144-4D6D-8642-573F0A5FFAEF}"/>
              </a:ext>
            </a:extLst>
          </p:cNvPr>
          <p:cNvSpPr>
            <a:spLocks xmlns:a="http://schemas.openxmlformats.org/drawingml/2006/main" noGrp="1"/>
          </p:cNvSpPr>
          <p:nvPr/>
        </p:nvSpPr>
        <p:spPr>
          <a:xfrm xmlns:a="http://schemas.openxmlformats.org/drawingml/2006/main">
            <a:off x="8096250" y="4650581"/>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7" name="Text 45">
            <a:extLst xmlns:a="http://schemas.openxmlformats.org/drawingml/2006/main">
              <a:ext uri="{FF2B5EF4-FFF2-40B4-BE49-F238E27FC236}">
                <a16:creationId xmlns:a16="http://schemas.microsoft.com/office/drawing/2014/main" id="{F63CE7FD-8FC1-4AAB-844D-7D01E93F26B7}"/>
              </a:ext>
            </a:extLst>
          </p:cNvPr>
          <p:cNvSpPr>
            <a:spLocks xmlns:a="http://schemas.openxmlformats.org/drawingml/2006/main" noGrp="1"/>
          </p:cNvSpPr>
          <p:nvPr/>
        </p:nvSpPr>
        <p:spPr>
          <a:xfrm xmlns:a="http://schemas.openxmlformats.org/drawingml/2006/main">
            <a:off x="8242300" y="4675981"/>
            <a:ext cx="3231007"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Dentro de la semana, la variación se jugó otra vez en San Lorenzo.</a:t>
            </a:r>
            <a:endParaRPr sz="1400"/>
          </a:p>
        </p:txBody>
      </p:sp>
      <p:pic>
        <p:nvPicPr>
          <p:cNvPr id="98" name="Image 0"/>
          <p:cNvPicPr>
            <a:picLocks xmlns:a="http://schemas.openxmlformats.org/drawingml/2006/main" noChangeAspect="1"/>
          </p:cNvPicPr>
          <p:nvPr/>
        </p:nvPicPr>
        <p:blipFill>
          <a:blip xmlns:r="http://schemas.openxmlformats.org/officeDocument/2006/relationships" xmlns:a="http://schemas.openxmlformats.org/drawingml/2006/main" r:embed="R3b540c85142e42c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DD4B2C93-94F5-4017-975A-D5FC3A0FE0D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9</a:t>
            </a:r>
            <a:endParaRPr sz="1200"/>
          </a:p>
        </p:txBody>
      </p:sp>
      <p:pic>
        <p:nvPicPr>
          <p:cNvPr id="100" name="Image 1"/>
          <p:cNvPicPr>
            <a:picLocks xmlns:a="http://schemas.openxmlformats.org/drawingml/2006/main" noChangeAspect="1"/>
          </p:cNvPicPr>
          <p:nvPr/>
        </p:nvPicPr>
        <p:blipFill>
          <a:blip xmlns:r="http://schemas.openxmlformats.org/officeDocument/2006/relationships" xmlns:a="http://schemas.openxmlformats.org/drawingml/2006/main" r:embed="R23e8027e5347407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72664819"/>
      </p:ext>
    </p:extLst>
  </p:cSld>
</p:sld>
</file>

<file path=ppt/slides/slide1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8B27D4-E4F2-46A4-892C-5030E16F6487}"/>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04CA7A04-59BC-4A31-813C-B09E83A622B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ingreso entre cuartos sigue parejo</a:t>
            </a:r>
            <a:endParaRPr sz="3200"/>
          </a:p>
        </p:txBody>
      </p:sp>
      <p:sp>
        <p:nvSpPr>
          <p:cNvPr id="4" name="Text 2">
            <a:extLst xmlns:a="http://schemas.openxmlformats.org/drawingml/2006/main">
              <a:ext uri="{FF2B5EF4-FFF2-40B4-BE49-F238E27FC236}">
                <a16:creationId xmlns:a16="http://schemas.microsoft.com/office/drawing/2014/main" id="{69864245-3A6D-4693-B1BE-556FE2C5E720}"/>
              </a:ext>
            </a:extLst>
          </p:cNvPr>
          <p:cNvSpPr>
            <a:spLocks xmlns:a="http://schemas.openxmlformats.org/drawingml/2006/main" noGrp="1"/>
          </p:cNvSpPr>
          <p:nvPr/>
        </p:nvSpPr>
        <p:spPr>
          <a:xfrm xmlns:a="http://schemas.openxmlformats.org/drawingml/2006/main">
            <a:off x="1106130" y="32449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109</a:t>
            </a:r>
            <a:endParaRPr sz="1300"/>
          </a:p>
        </p:txBody>
      </p:sp>
      <p:sp>
        <p:nvSpPr>
          <p:cNvPr id="5" name="Shape 3">
            <a:extLst xmlns:a="http://schemas.openxmlformats.org/drawingml/2006/main">
              <a:ext uri="{FF2B5EF4-FFF2-40B4-BE49-F238E27FC236}">
                <a16:creationId xmlns:a16="http://schemas.microsoft.com/office/drawing/2014/main" id="{9AE664B0-F033-4E47-A2E1-209079498C3F}"/>
              </a:ext>
            </a:extLst>
          </p:cNvPr>
          <p:cNvSpPr>
            <a:spLocks xmlns:a="http://schemas.openxmlformats.org/drawingml/2006/main" noGrp="1"/>
          </p:cNvSpPr>
          <p:nvPr/>
        </p:nvSpPr>
        <p:spPr>
          <a:xfrm xmlns:a="http://schemas.openxmlformats.org/drawingml/2006/main">
            <a:off x="979686" y="352683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6" name="Shape 4">
            <a:extLst xmlns:a="http://schemas.openxmlformats.org/drawingml/2006/main">
              <a:ext uri="{FF2B5EF4-FFF2-40B4-BE49-F238E27FC236}">
                <a16:creationId xmlns:a16="http://schemas.microsoft.com/office/drawing/2014/main" id="{F7A76F9C-1BBA-4C9D-A72C-72AA01F94EDA}"/>
              </a:ext>
            </a:extLst>
          </p:cNvPr>
          <p:cNvSpPr>
            <a:spLocks xmlns:a="http://schemas.openxmlformats.org/drawingml/2006/main" noGrp="1"/>
          </p:cNvSpPr>
          <p:nvPr/>
        </p:nvSpPr>
        <p:spPr>
          <a:xfrm xmlns:a="http://schemas.openxmlformats.org/drawingml/2006/main">
            <a:off x="979686" y="3977680"/>
            <a:ext cx="609600" cy="508000"/>
          </a:xfrm>
          <a:prstGeom xmlns:a="http://schemas.openxmlformats.org/drawingml/2006/main" prst="rect">
            <a:avLst/>
          </a:prstGeom>
          <a:solidFill xmlns:a="http://schemas.openxmlformats.org/drawingml/2006/main">
            <a:srgbClr val="7B1E3A"/>
          </a:solidFill>
        </p:spPr>
      </p:sp>
      <p:sp>
        <p:nvSpPr>
          <p:cNvPr id="7" name="Shape 5">
            <a:extLst xmlns:a="http://schemas.openxmlformats.org/drawingml/2006/main">
              <a:ext uri="{FF2B5EF4-FFF2-40B4-BE49-F238E27FC236}">
                <a16:creationId xmlns:a16="http://schemas.microsoft.com/office/drawing/2014/main" id="{B9915D7E-613A-4D22-91B6-F6AA40CEB3B7}"/>
              </a:ext>
            </a:extLst>
          </p:cNvPr>
          <p:cNvSpPr>
            <a:spLocks xmlns:a="http://schemas.openxmlformats.org/drawingml/2006/main" noGrp="1"/>
          </p:cNvSpPr>
          <p:nvPr/>
        </p:nvSpPr>
        <p:spPr>
          <a:xfrm xmlns:a="http://schemas.openxmlformats.org/drawingml/2006/main">
            <a:off x="979686" y="4485680"/>
            <a:ext cx="609600" cy="393700"/>
          </a:xfrm>
          <a:prstGeom xmlns:a="http://schemas.openxmlformats.org/drawingml/2006/main" prst="rect">
            <a:avLst/>
          </a:prstGeom>
          <a:solidFill xmlns:a="http://schemas.openxmlformats.org/drawingml/2006/main">
            <a:srgbClr val="C9651A"/>
          </a:solidFill>
        </p:spPr>
      </p:sp>
      <p:sp>
        <p:nvSpPr>
          <p:cNvPr id="8" name="Shape 6">
            <a:extLst xmlns:a="http://schemas.openxmlformats.org/drawingml/2006/main">
              <a:ext uri="{FF2B5EF4-FFF2-40B4-BE49-F238E27FC236}">
                <a16:creationId xmlns:a16="http://schemas.microsoft.com/office/drawing/2014/main" id="{7BA6AB8F-69C4-499E-B33F-6E4A3688CD3A}"/>
              </a:ext>
            </a:extLst>
          </p:cNvPr>
          <p:cNvSpPr>
            <a:spLocks xmlns:a="http://schemas.openxmlformats.org/drawingml/2006/main" noGrp="1"/>
          </p:cNvSpPr>
          <p:nvPr/>
        </p:nvSpPr>
        <p:spPr>
          <a:xfrm xmlns:a="http://schemas.openxmlformats.org/drawingml/2006/main">
            <a:off x="979686" y="4879380"/>
            <a:ext cx="609600" cy="698500"/>
          </a:xfrm>
          <a:prstGeom xmlns:a="http://schemas.openxmlformats.org/drawingml/2006/main" prst="rect">
            <a:avLst/>
          </a:prstGeom>
          <a:solidFill xmlns:a="http://schemas.openxmlformats.org/drawingml/2006/main">
            <a:srgbClr val="C8372D"/>
          </a:solidFill>
        </p:spPr>
      </p:sp>
      <p:sp>
        <p:nvSpPr>
          <p:cNvPr id="9" name="Text 7">
            <a:extLst xmlns:a="http://schemas.openxmlformats.org/drawingml/2006/main">
              <a:ext uri="{FF2B5EF4-FFF2-40B4-BE49-F238E27FC236}">
                <a16:creationId xmlns:a16="http://schemas.microsoft.com/office/drawing/2014/main" id="{D3F42DD1-CF76-47CE-AE44-16164212282D}"/>
              </a:ext>
            </a:extLst>
          </p:cNvPr>
          <p:cNvSpPr>
            <a:spLocks xmlns:a="http://schemas.openxmlformats.org/drawingml/2006/main" noGrp="1"/>
          </p:cNvSpPr>
          <p:nvPr/>
        </p:nvSpPr>
        <p:spPr>
          <a:xfrm xmlns:a="http://schemas.openxmlformats.org/drawingml/2006/main">
            <a:off x="998498"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0" name="Text 8">
            <a:extLst xmlns:a="http://schemas.openxmlformats.org/drawingml/2006/main">
              <a:ext uri="{FF2B5EF4-FFF2-40B4-BE49-F238E27FC236}">
                <a16:creationId xmlns:a16="http://schemas.microsoft.com/office/drawing/2014/main" id="{F7B7B135-66B8-4911-BAEB-2756B1E1DB15}"/>
              </a:ext>
            </a:extLst>
          </p:cNvPr>
          <p:cNvSpPr>
            <a:spLocks xmlns:a="http://schemas.openxmlformats.org/drawingml/2006/main" noGrp="1"/>
          </p:cNvSpPr>
          <p:nvPr/>
        </p:nvSpPr>
        <p:spPr>
          <a:xfrm xmlns:a="http://schemas.openxmlformats.org/drawingml/2006/main">
            <a:off x="2100302" y="28321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131</a:t>
            </a:r>
            <a:endParaRPr sz="1300"/>
          </a:p>
        </p:txBody>
      </p:sp>
      <p:sp>
        <p:nvSpPr>
          <p:cNvPr id="11" name="Shape 9">
            <a:extLst xmlns:a="http://schemas.openxmlformats.org/drawingml/2006/main">
              <a:ext uri="{FF2B5EF4-FFF2-40B4-BE49-F238E27FC236}">
                <a16:creationId xmlns:a16="http://schemas.microsoft.com/office/drawing/2014/main" id="{8D0D58ED-345B-4DAA-AAA1-DFA3D66D1910}"/>
              </a:ext>
            </a:extLst>
          </p:cNvPr>
          <p:cNvSpPr>
            <a:spLocks xmlns:a="http://schemas.openxmlformats.org/drawingml/2006/main" noGrp="1"/>
          </p:cNvSpPr>
          <p:nvPr/>
        </p:nvSpPr>
        <p:spPr>
          <a:xfrm xmlns:a="http://schemas.openxmlformats.org/drawingml/2006/main">
            <a:off x="1973858" y="311408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12" name="Shape 10">
            <a:extLst xmlns:a="http://schemas.openxmlformats.org/drawingml/2006/main">
              <a:ext uri="{FF2B5EF4-FFF2-40B4-BE49-F238E27FC236}">
                <a16:creationId xmlns:a16="http://schemas.microsoft.com/office/drawing/2014/main" id="{4659F2C6-4F09-4FB9-851C-92E960598E79}"/>
              </a:ext>
            </a:extLst>
          </p:cNvPr>
          <p:cNvSpPr>
            <a:spLocks xmlns:a="http://schemas.openxmlformats.org/drawingml/2006/main" noGrp="1"/>
          </p:cNvSpPr>
          <p:nvPr/>
        </p:nvSpPr>
        <p:spPr>
          <a:xfrm xmlns:a="http://schemas.openxmlformats.org/drawingml/2006/main">
            <a:off x="1973858" y="3564930"/>
            <a:ext cx="609600" cy="527050"/>
          </a:xfrm>
          <a:prstGeom xmlns:a="http://schemas.openxmlformats.org/drawingml/2006/main" prst="rect">
            <a:avLst/>
          </a:prstGeom>
          <a:solidFill xmlns:a="http://schemas.openxmlformats.org/drawingml/2006/main">
            <a:srgbClr val="7B1E3A"/>
          </a:solidFill>
        </p:spPr>
      </p:sp>
      <p:sp>
        <p:nvSpPr>
          <p:cNvPr id="13" name="Shape 11">
            <a:extLst xmlns:a="http://schemas.openxmlformats.org/drawingml/2006/main">
              <a:ext uri="{FF2B5EF4-FFF2-40B4-BE49-F238E27FC236}">
                <a16:creationId xmlns:a16="http://schemas.microsoft.com/office/drawing/2014/main" id="{267AC5E4-B4F1-45CC-B22E-7B4471D0B1E9}"/>
              </a:ext>
            </a:extLst>
          </p:cNvPr>
          <p:cNvSpPr>
            <a:spLocks xmlns:a="http://schemas.openxmlformats.org/drawingml/2006/main" noGrp="1"/>
          </p:cNvSpPr>
          <p:nvPr/>
        </p:nvSpPr>
        <p:spPr>
          <a:xfrm xmlns:a="http://schemas.openxmlformats.org/drawingml/2006/main">
            <a:off x="1973858" y="4091980"/>
            <a:ext cx="609600" cy="584200"/>
          </a:xfrm>
          <a:prstGeom xmlns:a="http://schemas.openxmlformats.org/drawingml/2006/main" prst="rect">
            <a:avLst/>
          </a:prstGeom>
          <a:solidFill xmlns:a="http://schemas.openxmlformats.org/drawingml/2006/main">
            <a:srgbClr val="C9651A"/>
          </a:solidFill>
        </p:spPr>
      </p:sp>
      <p:sp>
        <p:nvSpPr>
          <p:cNvPr id="14" name="Shape 12">
            <a:extLst xmlns:a="http://schemas.openxmlformats.org/drawingml/2006/main">
              <a:ext uri="{FF2B5EF4-FFF2-40B4-BE49-F238E27FC236}">
                <a16:creationId xmlns:a16="http://schemas.microsoft.com/office/drawing/2014/main" id="{82EB092A-C4D4-4E87-88C8-F29FD3790CF4}"/>
              </a:ext>
            </a:extLst>
          </p:cNvPr>
          <p:cNvSpPr>
            <a:spLocks xmlns:a="http://schemas.openxmlformats.org/drawingml/2006/main" noGrp="1"/>
          </p:cNvSpPr>
          <p:nvPr/>
        </p:nvSpPr>
        <p:spPr>
          <a:xfrm xmlns:a="http://schemas.openxmlformats.org/drawingml/2006/main">
            <a:off x="1973858" y="4676180"/>
            <a:ext cx="609600" cy="901700"/>
          </a:xfrm>
          <a:prstGeom xmlns:a="http://schemas.openxmlformats.org/drawingml/2006/main" prst="rect">
            <a:avLst/>
          </a:prstGeom>
          <a:solidFill xmlns:a="http://schemas.openxmlformats.org/drawingml/2006/main">
            <a:srgbClr val="C8372D"/>
          </a:solidFill>
        </p:spPr>
      </p:sp>
      <p:sp>
        <p:nvSpPr>
          <p:cNvPr id="15" name="Text 13">
            <a:extLst xmlns:a="http://schemas.openxmlformats.org/drawingml/2006/main">
              <a:ext uri="{FF2B5EF4-FFF2-40B4-BE49-F238E27FC236}">
                <a16:creationId xmlns:a16="http://schemas.microsoft.com/office/drawing/2014/main" id="{25E9E869-A35C-4C07-9E54-A3C111B450AD}"/>
              </a:ext>
            </a:extLst>
          </p:cNvPr>
          <p:cNvSpPr>
            <a:spLocks xmlns:a="http://schemas.openxmlformats.org/drawingml/2006/main" noGrp="1"/>
          </p:cNvSpPr>
          <p:nvPr/>
        </p:nvSpPr>
        <p:spPr>
          <a:xfrm xmlns:a="http://schemas.openxmlformats.org/drawingml/2006/main">
            <a:off x="2012791"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6" name="Text 14">
            <a:extLst xmlns:a="http://schemas.openxmlformats.org/drawingml/2006/main">
              <a:ext uri="{FF2B5EF4-FFF2-40B4-BE49-F238E27FC236}">
                <a16:creationId xmlns:a16="http://schemas.microsoft.com/office/drawing/2014/main" id="{A4DEEC0C-5188-4C59-848D-7D4B28CD014B}"/>
              </a:ext>
            </a:extLst>
          </p:cNvPr>
          <p:cNvSpPr>
            <a:spLocks xmlns:a="http://schemas.openxmlformats.org/drawingml/2006/main" noGrp="1"/>
          </p:cNvSpPr>
          <p:nvPr/>
        </p:nvSpPr>
        <p:spPr>
          <a:xfrm xmlns:a="http://schemas.openxmlformats.org/drawingml/2006/main">
            <a:off x="3148409" y="356879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92</a:t>
            </a:r>
            <a:endParaRPr sz="1300"/>
          </a:p>
        </p:txBody>
      </p:sp>
      <p:sp>
        <p:nvSpPr>
          <p:cNvPr id="17" name="Shape 15">
            <a:extLst xmlns:a="http://schemas.openxmlformats.org/drawingml/2006/main">
              <a:ext uri="{FF2B5EF4-FFF2-40B4-BE49-F238E27FC236}">
                <a16:creationId xmlns:a16="http://schemas.microsoft.com/office/drawing/2014/main" id="{C59151A6-BA5A-4F33-8B84-3C9AD70DF1FD}"/>
              </a:ext>
            </a:extLst>
          </p:cNvPr>
          <p:cNvSpPr>
            <a:spLocks xmlns:a="http://schemas.openxmlformats.org/drawingml/2006/main" noGrp="1"/>
          </p:cNvSpPr>
          <p:nvPr/>
        </p:nvSpPr>
        <p:spPr>
          <a:xfrm xmlns:a="http://schemas.openxmlformats.org/drawingml/2006/main">
            <a:off x="2968129" y="3850680"/>
            <a:ext cx="609600" cy="171450"/>
          </a:xfrm>
          <a:custGeom xmlns:a="http://schemas.openxmlformats.org/drawingml/2006/main">
            <a:rect l="l" t="t" r="r" b="b"/>
            <a:pathLst>
              <a:path w="609600" h="171450">
                <a:moveTo>
                  <a:pt x="0" y="50800"/>
                </a:moveTo>
                <a:arcTo wR="50800" hR="50800" stAng="10800000" swAng="5400000"/>
                <a:lnTo>
                  <a:pt x="558800" y="0"/>
                </a:lnTo>
                <a:arcTo wR="50800" hR="50800" stAng="16200000" swAng="5400000"/>
                <a:lnTo>
                  <a:pt x="609600" y="171450"/>
                </a:lnTo>
                <a:lnTo>
                  <a:pt x="0" y="171450"/>
                </a:lnTo>
                <a:close/>
              </a:path>
            </a:pathLst>
          </a:custGeom>
          <a:solidFill xmlns:a="http://schemas.openxmlformats.org/drawingml/2006/main">
            <a:srgbClr val="0B5638"/>
          </a:solidFill>
        </p:spPr>
      </p:sp>
      <p:sp>
        <p:nvSpPr>
          <p:cNvPr id="18" name="Shape 16">
            <a:extLst xmlns:a="http://schemas.openxmlformats.org/drawingml/2006/main">
              <a:ext uri="{FF2B5EF4-FFF2-40B4-BE49-F238E27FC236}">
                <a16:creationId xmlns:a16="http://schemas.microsoft.com/office/drawing/2014/main" id="{B08572E3-E54F-48A4-AC43-4813938726D5}"/>
              </a:ext>
            </a:extLst>
          </p:cNvPr>
          <p:cNvSpPr>
            <a:spLocks xmlns:a="http://schemas.openxmlformats.org/drawingml/2006/main" noGrp="1"/>
          </p:cNvSpPr>
          <p:nvPr/>
        </p:nvSpPr>
        <p:spPr>
          <a:xfrm xmlns:a="http://schemas.openxmlformats.org/drawingml/2006/main">
            <a:off x="2968129" y="4022130"/>
            <a:ext cx="609600" cy="317500"/>
          </a:xfrm>
          <a:prstGeom xmlns:a="http://schemas.openxmlformats.org/drawingml/2006/main" prst="rect">
            <a:avLst/>
          </a:prstGeom>
          <a:solidFill xmlns:a="http://schemas.openxmlformats.org/drawingml/2006/main">
            <a:srgbClr val="7B1E3A"/>
          </a:solidFill>
        </p:spPr>
      </p:sp>
      <p:sp>
        <p:nvSpPr>
          <p:cNvPr id="19" name="Shape 17">
            <a:extLst xmlns:a="http://schemas.openxmlformats.org/drawingml/2006/main">
              <a:ext uri="{FF2B5EF4-FFF2-40B4-BE49-F238E27FC236}">
                <a16:creationId xmlns:a16="http://schemas.microsoft.com/office/drawing/2014/main" id="{5BEC020F-6FA2-4088-8314-E57AE9845C9E}"/>
              </a:ext>
            </a:extLst>
          </p:cNvPr>
          <p:cNvSpPr>
            <a:spLocks xmlns:a="http://schemas.openxmlformats.org/drawingml/2006/main" noGrp="1"/>
          </p:cNvSpPr>
          <p:nvPr/>
        </p:nvSpPr>
        <p:spPr>
          <a:xfrm xmlns:a="http://schemas.openxmlformats.org/drawingml/2006/main">
            <a:off x="2968129" y="4339630"/>
            <a:ext cx="609600" cy="412750"/>
          </a:xfrm>
          <a:prstGeom xmlns:a="http://schemas.openxmlformats.org/drawingml/2006/main" prst="rect">
            <a:avLst/>
          </a:prstGeom>
          <a:solidFill xmlns:a="http://schemas.openxmlformats.org/drawingml/2006/main">
            <a:srgbClr val="C9651A"/>
          </a:solidFill>
        </p:spPr>
      </p:sp>
      <p:sp>
        <p:nvSpPr>
          <p:cNvPr id="20" name="Shape 18">
            <a:extLst xmlns:a="http://schemas.openxmlformats.org/drawingml/2006/main">
              <a:ext uri="{FF2B5EF4-FFF2-40B4-BE49-F238E27FC236}">
                <a16:creationId xmlns:a16="http://schemas.microsoft.com/office/drawing/2014/main" id="{A6B81346-058D-48D0-AE55-8A83D198BC4B}"/>
              </a:ext>
            </a:extLst>
          </p:cNvPr>
          <p:cNvSpPr>
            <a:spLocks xmlns:a="http://schemas.openxmlformats.org/drawingml/2006/main" noGrp="1"/>
          </p:cNvSpPr>
          <p:nvPr/>
        </p:nvSpPr>
        <p:spPr>
          <a:xfrm xmlns:a="http://schemas.openxmlformats.org/drawingml/2006/main">
            <a:off x="2968129" y="4752380"/>
            <a:ext cx="609600" cy="825500"/>
          </a:xfrm>
          <a:prstGeom xmlns:a="http://schemas.openxmlformats.org/drawingml/2006/main" prst="rect">
            <a:avLst/>
          </a:prstGeom>
          <a:solidFill xmlns:a="http://schemas.openxmlformats.org/drawingml/2006/main">
            <a:srgbClr val="C8372D"/>
          </a:solidFill>
        </p:spPr>
      </p:sp>
      <p:sp>
        <p:nvSpPr>
          <p:cNvPr id="21" name="Text 19">
            <a:extLst xmlns:a="http://schemas.openxmlformats.org/drawingml/2006/main">
              <a:ext uri="{FF2B5EF4-FFF2-40B4-BE49-F238E27FC236}">
                <a16:creationId xmlns:a16="http://schemas.microsoft.com/office/drawing/2014/main" id="{121B8BF6-E15A-415E-B817-844ED8C19B30}"/>
              </a:ext>
            </a:extLst>
          </p:cNvPr>
          <p:cNvSpPr>
            <a:spLocks xmlns:a="http://schemas.openxmlformats.org/drawingml/2006/main" noGrp="1"/>
          </p:cNvSpPr>
          <p:nvPr/>
        </p:nvSpPr>
        <p:spPr>
          <a:xfrm xmlns:a="http://schemas.openxmlformats.org/drawingml/2006/main">
            <a:off x="2979688"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2" name="Text 20">
            <a:extLst xmlns:a="http://schemas.openxmlformats.org/drawingml/2006/main">
              <a:ext uri="{FF2B5EF4-FFF2-40B4-BE49-F238E27FC236}">
                <a16:creationId xmlns:a16="http://schemas.microsoft.com/office/drawing/2014/main" id="{9265AB76-24EA-4A46-AD71-161DBC89AC82}"/>
              </a:ext>
            </a:extLst>
          </p:cNvPr>
          <p:cNvSpPr>
            <a:spLocks xmlns:a="http://schemas.openxmlformats.org/drawingml/2006/main" noGrp="1"/>
          </p:cNvSpPr>
          <p:nvPr/>
        </p:nvSpPr>
        <p:spPr>
          <a:xfrm xmlns:a="http://schemas.openxmlformats.org/drawingml/2006/main">
            <a:off x="4088745" y="32830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107</a:t>
            </a:r>
            <a:endParaRPr sz="1300"/>
          </a:p>
        </p:txBody>
      </p:sp>
      <p:sp>
        <p:nvSpPr>
          <p:cNvPr id="23" name="Shape 21">
            <a:extLst xmlns:a="http://schemas.openxmlformats.org/drawingml/2006/main">
              <a:ext uri="{FF2B5EF4-FFF2-40B4-BE49-F238E27FC236}">
                <a16:creationId xmlns:a16="http://schemas.microsoft.com/office/drawing/2014/main" id="{12555665-3B39-440D-B840-B422A329F218}"/>
              </a:ext>
            </a:extLst>
          </p:cNvPr>
          <p:cNvSpPr>
            <a:spLocks xmlns:a="http://schemas.openxmlformats.org/drawingml/2006/main" noGrp="1"/>
          </p:cNvSpPr>
          <p:nvPr/>
        </p:nvSpPr>
        <p:spPr>
          <a:xfrm xmlns:a="http://schemas.openxmlformats.org/drawingml/2006/main">
            <a:off x="3962301" y="3564930"/>
            <a:ext cx="609600" cy="546100"/>
          </a:xfrm>
          <a:custGeom xmlns:a="http://schemas.openxmlformats.org/drawingml/2006/main">
            <a:rect l="l" t="t" r="r" b="b"/>
            <a:pathLst>
              <a:path w="609600" h="546100">
                <a:moveTo>
                  <a:pt x="0" y="50800"/>
                </a:moveTo>
                <a:arcTo wR="50800" hR="50800" stAng="10800000" swAng="5400000"/>
                <a:lnTo>
                  <a:pt x="558800" y="0"/>
                </a:lnTo>
                <a:arcTo wR="50800" hR="50800" stAng="16200000" swAng="5400000"/>
                <a:lnTo>
                  <a:pt x="609600" y="546100"/>
                </a:lnTo>
                <a:lnTo>
                  <a:pt x="0" y="546100"/>
                </a:lnTo>
                <a:close/>
              </a:path>
            </a:pathLst>
          </a:custGeom>
          <a:solidFill xmlns:a="http://schemas.openxmlformats.org/drawingml/2006/main">
            <a:srgbClr val="0B5638"/>
          </a:solidFill>
        </p:spPr>
      </p:sp>
      <p:sp>
        <p:nvSpPr>
          <p:cNvPr id="24" name="Shape 22">
            <a:extLst xmlns:a="http://schemas.openxmlformats.org/drawingml/2006/main">
              <a:ext uri="{FF2B5EF4-FFF2-40B4-BE49-F238E27FC236}">
                <a16:creationId xmlns:a16="http://schemas.microsoft.com/office/drawing/2014/main" id="{D71AB11D-0526-4285-A00B-74F2BCB62D61}"/>
              </a:ext>
            </a:extLst>
          </p:cNvPr>
          <p:cNvSpPr>
            <a:spLocks xmlns:a="http://schemas.openxmlformats.org/drawingml/2006/main" noGrp="1"/>
          </p:cNvSpPr>
          <p:nvPr/>
        </p:nvSpPr>
        <p:spPr>
          <a:xfrm xmlns:a="http://schemas.openxmlformats.org/drawingml/2006/main">
            <a:off x="3962301" y="4111030"/>
            <a:ext cx="609600" cy="508000"/>
          </a:xfrm>
          <a:prstGeom xmlns:a="http://schemas.openxmlformats.org/drawingml/2006/main" prst="rect">
            <a:avLst/>
          </a:prstGeom>
          <a:solidFill xmlns:a="http://schemas.openxmlformats.org/drawingml/2006/main">
            <a:srgbClr val="7B1E3A"/>
          </a:solidFill>
        </p:spPr>
      </p:sp>
      <p:sp>
        <p:nvSpPr>
          <p:cNvPr id="25" name="Shape 23">
            <a:extLst xmlns:a="http://schemas.openxmlformats.org/drawingml/2006/main">
              <a:ext uri="{FF2B5EF4-FFF2-40B4-BE49-F238E27FC236}">
                <a16:creationId xmlns:a16="http://schemas.microsoft.com/office/drawing/2014/main" id="{CBD7C2C7-8EDE-4E87-88DD-E7ED8219D2C7}"/>
              </a:ext>
            </a:extLst>
          </p:cNvPr>
          <p:cNvSpPr>
            <a:spLocks xmlns:a="http://schemas.openxmlformats.org/drawingml/2006/main" noGrp="1"/>
          </p:cNvSpPr>
          <p:nvPr/>
        </p:nvSpPr>
        <p:spPr>
          <a:xfrm xmlns:a="http://schemas.openxmlformats.org/drawingml/2006/main">
            <a:off x="3962301" y="4619030"/>
            <a:ext cx="609600" cy="95250"/>
          </a:xfrm>
          <a:prstGeom xmlns:a="http://schemas.openxmlformats.org/drawingml/2006/main" prst="rect">
            <a:avLst/>
          </a:prstGeom>
          <a:solidFill xmlns:a="http://schemas.openxmlformats.org/drawingml/2006/main">
            <a:srgbClr val="C9651A"/>
          </a:solidFill>
        </p:spPr>
      </p:sp>
      <p:sp>
        <p:nvSpPr>
          <p:cNvPr id="26" name="Shape 24">
            <a:extLst xmlns:a="http://schemas.openxmlformats.org/drawingml/2006/main">
              <a:ext uri="{FF2B5EF4-FFF2-40B4-BE49-F238E27FC236}">
                <a16:creationId xmlns:a16="http://schemas.microsoft.com/office/drawing/2014/main" id="{5FDB7299-C810-4795-8DEF-D190F4F48FE1}"/>
              </a:ext>
            </a:extLst>
          </p:cNvPr>
          <p:cNvSpPr>
            <a:spLocks xmlns:a="http://schemas.openxmlformats.org/drawingml/2006/main" noGrp="1"/>
          </p:cNvSpPr>
          <p:nvPr/>
        </p:nvSpPr>
        <p:spPr>
          <a:xfrm xmlns:a="http://schemas.openxmlformats.org/drawingml/2006/main">
            <a:off x="3962301" y="4714280"/>
            <a:ext cx="609600" cy="863600"/>
          </a:xfrm>
          <a:prstGeom xmlns:a="http://schemas.openxmlformats.org/drawingml/2006/main" prst="rect">
            <a:avLst/>
          </a:prstGeom>
          <a:solidFill xmlns:a="http://schemas.openxmlformats.org/drawingml/2006/main">
            <a:srgbClr val="C8372D"/>
          </a:solidFill>
        </p:spPr>
      </p:sp>
      <p:sp>
        <p:nvSpPr>
          <p:cNvPr id="27" name="Text 25">
            <a:extLst xmlns:a="http://schemas.openxmlformats.org/drawingml/2006/main">
              <a:ext uri="{FF2B5EF4-FFF2-40B4-BE49-F238E27FC236}">
                <a16:creationId xmlns:a16="http://schemas.microsoft.com/office/drawing/2014/main" id="{B93F2AE2-BDF4-487D-B54A-07D4B6F766B3}"/>
              </a:ext>
            </a:extLst>
          </p:cNvPr>
          <p:cNvSpPr>
            <a:spLocks xmlns:a="http://schemas.openxmlformats.org/drawingml/2006/main" noGrp="1"/>
          </p:cNvSpPr>
          <p:nvPr/>
        </p:nvSpPr>
        <p:spPr>
          <a:xfrm xmlns:a="http://schemas.openxmlformats.org/drawingml/2006/main">
            <a:off x="39401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A5F5E741-E7BE-4480-AD8A-C612BE38E5DB}"/>
              </a:ext>
            </a:extLst>
          </p:cNvPr>
          <p:cNvSpPr>
            <a:spLocks xmlns:a="http://schemas.openxmlformats.org/drawingml/2006/main" noGrp="1"/>
          </p:cNvSpPr>
          <p:nvPr/>
        </p:nvSpPr>
        <p:spPr>
          <a:xfrm xmlns:a="http://schemas.openxmlformats.org/drawingml/2006/main">
            <a:off x="5083016" y="27559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135</a:t>
            </a:r>
            <a:endParaRPr sz="1300"/>
          </a:p>
        </p:txBody>
      </p:sp>
      <p:sp>
        <p:nvSpPr>
          <p:cNvPr id="29" name="Shape 27">
            <a:extLst xmlns:a="http://schemas.openxmlformats.org/drawingml/2006/main">
              <a:ext uri="{FF2B5EF4-FFF2-40B4-BE49-F238E27FC236}">
                <a16:creationId xmlns:a16="http://schemas.microsoft.com/office/drawing/2014/main" id="{14A9E06E-D929-4FEC-AC6B-014DF6878E40}"/>
              </a:ext>
            </a:extLst>
          </p:cNvPr>
          <p:cNvSpPr>
            <a:spLocks xmlns:a="http://schemas.openxmlformats.org/drawingml/2006/main" noGrp="1"/>
          </p:cNvSpPr>
          <p:nvPr/>
        </p:nvSpPr>
        <p:spPr>
          <a:xfrm xmlns:a="http://schemas.openxmlformats.org/drawingml/2006/main">
            <a:off x="4956572" y="3037880"/>
            <a:ext cx="609600" cy="622300"/>
          </a:xfrm>
          <a:custGeom xmlns:a="http://schemas.openxmlformats.org/drawingml/2006/main">
            <a:rect l="l" t="t" r="r" b="b"/>
            <a:pathLst>
              <a:path w="609600" h="622300">
                <a:moveTo>
                  <a:pt x="0" y="50800"/>
                </a:moveTo>
                <a:arcTo wR="50800" hR="50800" stAng="10800000" swAng="5400000"/>
                <a:lnTo>
                  <a:pt x="558800" y="0"/>
                </a:lnTo>
                <a:arcTo wR="50800" hR="50800" stAng="16200000" swAng="5400000"/>
                <a:lnTo>
                  <a:pt x="609600" y="622300"/>
                </a:lnTo>
                <a:lnTo>
                  <a:pt x="0" y="622300"/>
                </a:lnTo>
                <a:close/>
              </a:path>
            </a:pathLst>
          </a:cu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74B6C4C1-1BA2-4A9E-9CC3-12C82543B8E1}"/>
              </a:ext>
            </a:extLst>
          </p:cNvPr>
          <p:cNvSpPr>
            <a:spLocks xmlns:a="http://schemas.openxmlformats.org/drawingml/2006/main" noGrp="1"/>
          </p:cNvSpPr>
          <p:nvPr/>
        </p:nvSpPr>
        <p:spPr>
          <a:xfrm xmlns:a="http://schemas.openxmlformats.org/drawingml/2006/main">
            <a:off x="4956572" y="3660180"/>
            <a:ext cx="609600" cy="603250"/>
          </a:xfrm>
          <a:prstGeom xmlns:a="http://schemas.openxmlformats.org/drawingml/2006/main" prst="rect">
            <a:avLst/>
          </a:prstGeom>
          <a:solidFill xmlns:a="http://schemas.openxmlformats.org/drawingml/2006/main">
            <a:srgbClr val="7B1E3A"/>
          </a:solidFill>
        </p:spPr>
      </p:sp>
      <p:sp>
        <p:nvSpPr>
          <p:cNvPr id="31" name="Shape 29">
            <a:extLst xmlns:a="http://schemas.openxmlformats.org/drawingml/2006/main">
              <a:ext uri="{FF2B5EF4-FFF2-40B4-BE49-F238E27FC236}">
                <a16:creationId xmlns:a16="http://schemas.microsoft.com/office/drawing/2014/main" id="{0A11C9C7-9046-4ED7-B951-42A5A1A5EE61}"/>
              </a:ext>
            </a:extLst>
          </p:cNvPr>
          <p:cNvSpPr>
            <a:spLocks xmlns:a="http://schemas.openxmlformats.org/drawingml/2006/main" noGrp="1"/>
          </p:cNvSpPr>
          <p:nvPr/>
        </p:nvSpPr>
        <p:spPr>
          <a:xfrm xmlns:a="http://schemas.openxmlformats.org/drawingml/2006/main">
            <a:off x="4956572" y="4263430"/>
            <a:ext cx="609600" cy="825500"/>
          </a:xfrm>
          <a:prstGeom xmlns:a="http://schemas.openxmlformats.org/drawingml/2006/main" prst="rect">
            <a:avLst/>
          </a:prstGeom>
          <a:solidFill xmlns:a="http://schemas.openxmlformats.org/drawingml/2006/main">
            <a:srgbClr val="C9651A"/>
          </a:solidFill>
        </p:spPr>
      </p:sp>
      <p:sp>
        <p:nvSpPr>
          <p:cNvPr id="32" name="Shape 30">
            <a:extLst xmlns:a="http://schemas.openxmlformats.org/drawingml/2006/main">
              <a:ext uri="{FF2B5EF4-FFF2-40B4-BE49-F238E27FC236}">
                <a16:creationId xmlns:a16="http://schemas.microsoft.com/office/drawing/2014/main" id="{1451602F-497D-4BC6-9EA9-C122B37D7C1F}"/>
              </a:ext>
            </a:extLst>
          </p:cNvPr>
          <p:cNvSpPr>
            <a:spLocks xmlns:a="http://schemas.openxmlformats.org/drawingml/2006/main" noGrp="1"/>
          </p:cNvSpPr>
          <p:nvPr/>
        </p:nvSpPr>
        <p:spPr>
          <a:xfrm xmlns:a="http://schemas.openxmlformats.org/drawingml/2006/main">
            <a:off x="4956572" y="5088930"/>
            <a:ext cx="609600" cy="488950"/>
          </a:xfrm>
          <a:prstGeom xmlns:a="http://schemas.openxmlformats.org/drawingml/2006/main" prst="rect">
            <a:avLst/>
          </a:prstGeom>
          <a:solidFill xmlns:a="http://schemas.openxmlformats.org/drawingml/2006/main">
            <a:srgbClr val="C8372D"/>
          </a:solidFill>
        </p:spPr>
      </p:sp>
      <p:sp>
        <p:nvSpPr>
          <p:cNvPr id="33" name="Text 31">
            <a:extLst xmlns:a="http://schemas.openxmlformats.org/drawingml/2006/main">
              <a:ext uri="{FF2B5EF4-FFF2-40B4-BE49-F238E27FC236}">
                <a16:creationId xmlns:a16="http://schemas.microsoft.com/office/drawing/2014/main" id="{B5C26773-AE72-4527-A591-E2EEE7A07FD9}"/>
              </a:ext>
            </a:extLst>
          </p:cNvPr>
          <p:cNvSpPr>
            <a:spLocks xmlns:a="http://schemas.openxmlformats.org/drawingml/2006/main" noGrp="1"/>
          </p:cNvSpPr>
          <p:nvPr/>
        </p:nvSpPr>
        <p:spPr>
          <a:xfrm xmlns:a="http://schemas.openxmlformats.org/drawingml/2006/main">
            <a:off x="4975394"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4" name="Text 32">
            <a:extLst xmlns:a="http://schemas.openxmlformats.org/drawingml/2006/main">
              <a:ext uri="{FF2B5EF4-FFF2-40B4-BE49-F238E27FC236}">
                <a16:creationId xmlns:a16="http://schemas.microsoft.com/office/drawing/2014/main" id="{A8D85F9D-D1EA-4C3A-8743-D86880A3DAB5}"/>
              </a:ext>
            </a:extLst>
          </p:cNvPr>
          <p:cNvSpPr>
            <a:spLocks xmlns:a="http://schemas.openxmlformats.org/drawingml/2006/main" noGrp="1"/>
          </p:cNvSpPr>
          <p:nvPr/>
        </p:nvSpPr>
        <p:spPr>
          <a:xfrm xmlns:a="http://schemas.openxmlformats.org/drawingml/2006/main">
            <a:off x="6131123" y="348624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96</a:t>
            </a:r>
            <a:endParaRPr sz="1300"/>
          </a:p>
        </p:txBody>
      </p:sp>
      <p:sp>
        <p:nvSpPr>
          <p:cNvPr id="35" name="Shape 33">
            <a:extLst xmlns:a="http://schemas.openxmlformats.org/drawingml/2006/main">
              <a:ext uri="{FF2B5EF4-FFF2-40B4-BE49-F238E27FC236}">
                <a16:creationId xmlns:a16="http://schemas.microsoft.com/office/drawing/2014/main" id="{A3A7E2F3-134D-4ACD-9E2E-3D28743216FA}"/>
              </a:ext>
            </a:extLst>
          </p:cNvPr>
          <p:cNvSpPr>
            <a:spLocks xmlns:a="http://schemas.openxmlformats.org/drawingml/2006/main" noGrp="1"/>
          </p:cNvSpPr>
          <p:nvPr/>
        </p:nvSpPr>
        <p:spPr>
          <a:xfrm xmlns:a="http://schemas.openxmlformats.org/drawingml/2006/main">
            <a:off x="5950744" y="3768130"/>
            <a:ext cx="609600" cy="755650"/>
          </a:xfrm>
          <a:custGeom xmlns:a="http://schemas.openxmlformats.org/drawingml/2006/main">
            <a:rect l="l" t="t" r="r" b="b"/>
            <a:pathLst>
              <a:path w="609600" h="755650">
                <a:moveTo>
                  <a:pt x="0" y="50800"/>
                </a:moveTo>
                <a:arcTo wR="50800" hR="50800" stAng="10800000" swAng="5400000"/>
                <a:lnTo>
                  <a:pt x="558800" y="0"/>
                </a:lnTo>
                <a:arcTo wR="50800" hR="50800" stAng="16200000" swAng="5400000"/>
                <a:lnTo>
                  <a:pt x="609600" y="755650"/>
                </a:lnTo>
                <a:lnTo>
                  <a:pt x="0" y="755650"/>
                </a:lnTo>
                <a:close/>
              </a:path>
            </a:pathLst>
          </a:custGeom>
          <a:solidFill xmlns:a="http://schemas.openxmlformats.org/drawingml/2006/main">
            <a:srgbClr val="0B5638"/>
          </a:solidFill>
        </p:spPr>
      </p:sp>
      <p:sp>
        <p:nvSpPr>
          <p:cNvPr id="36" name="Shape 34">
            <a:extLst xmlns:a="http://schemas.openxmlformats.org/drawingml/2006/main">
              <a:ext uri="{FF2B5EF4-FFF2-40B4-BE49-F238E27FC236}">
                <a16:creationId xmlns:a16="http://schemas.microsoft.com/office/drawing/2014/main" id="{6652C76F-5142-4FDF-91D3-34E4FF35D8C3}"/>
              </a:ext>
            </a:extLst>
          </p:cNvPr>
          <p:cNvSpPr>
            <a:spLocks xmlns:a="http://schemas.openxmlformats.org/drawingml/2006/main" noGrp="1"/>
          </p:cNvSpPr>
          <p:nvPr/>
        </p:nvSpPr>
        <p:spPr>
          <a:xfrm xmlns:a="http://schemas.openxmlformats.org/drawingml/2006/main">
            <a:off x="5950744" y="4523780"/>
            <a:ext cx="609600" cy="431800"/>
          </a:xfrm>
          <a:prstGeom xmlns:a="http://schemas.openxmlformats.org/drawingml/2006/main" prst="rect">
            <a:avLst/>
          </a:prstGeom>
          <a:solidFill xmlns:a="http://schemas.openxmlformats.org/drawingml/2006/main">
            <a:srgbClr val="7B1E3A"/>
          </a:solidFill>
        </p:spPr>
      </p:sp>
      <p:sp>
        <p:nvSpPr>
          <p:cNvPr id="37" name="Shape 35">
            <a:extLst xmlns:a="http://schemas.openxmlformats.org/drawingml/2006/main">
              <a:ext uri="{FF2B5EF4-FFF2-40B4-BE49-F238E27FC236}">
                <a16:creationId xmlns:a16="http://schemas.microsoft.com/office/drawing/2014/main" id="{FFF97621-F11F-4043-B189-3B86FFF1E219}"/>
              </a:ext>
            </a:extLst>
          </p:cNvPr>
          <p:cNvSpPr>
            <a:spLocks xmlns:a="http://schemas.openxmlformats.org/drawingml/2006/main" noGrp="1"/>
          </p:cNvSpPr>
          <p:nvPr/>
        </p:nvSpPr>
        <p:spPr>
          <a:xfrm xmlns:a="http://schemas.openxmlformats.org/drawingml/2006/main">
            <a:off x="5950744" y="4955580"/>
            <a:ext cx="609600" cy="209550"/>
          </a:xfrm>
          <a:prstGeom xmlns:a="http://schemas.openxmlformats.org/drawingml/2006/main" prst="rect">
            <a:avLst/>
          </a:prstGeom>
          <a:solidFill xmlns:a="http://schemas.openxmlformats.org/drawingml/2006/main">
            <a:srgbClr val="C9651A"/>
          </a:solidFill>
        </p:spPr>
      </p:sp>
      <p:sp>
        <p:nvSpPr>
          <p:cNvPr id="38" name="Shape 36">
            <a:extLst xmlns:a="http://schemas.openxmlformats.org/drawingml/2006/main">
              <a:ext uri="{FF2B5EF4-FFF2-40B4-BE49-F238E27FC236}">
                <a16:creationId xmlns:a16="http://schemas.microsoft.com/office/drawing/2014/main" id="{B04B7AC5-6178-4FC2-A98B-F7BC113CCDC4}"/>
              </a:ext>
            </a:extLst>
          </p:cNvPr>
          <p:cNvSpPr>
            <a:spLocks xmlns:a="http://schemas.openxmlformats.org/drawingml/2006/main" noGrp="1"/>
          </p:cNvSpPr>
          <p:nvPr/>
        </p:nvSpPr>
        <p:spPr>
          <a:xfrm xmlns:a="http://schemas.openxmlformats.org/drawingml/2006/main">
            <a:off x="5950744" y="5165130"/>
            <a:ext cx="609600" cy="412750"/>
          </a:xfrm>
          <a:prstGeom xmlns:a="http://schemas.openxmlformats.org/drawingml/2006/main" prst="rect">
            <a:avLst/>
          </a:prstGeom>
          <a:solidFill xmlns:a="http://schemas.openxmlformats.org/drawingml/2006/main">
            <a:srgbClr val="C8372D"/>
          </a:solidFill>
        </p:spPr>
      </p:sp>
      <p:sp>
        <p:nvSpPr>
          <p:cNvPr id="39" name="Text 37">
            <a:extLst xmlns:a="http://schemas.openxmlformats.org/drawingml/2006/main">
              <a:ext uri="{FF2B5EF4-FFF2-40B4-BE49-F238E27FC236}">
                <a16:creationId xmlns:a16="http://schemas.microsoft.com/office/drawing/2014/main" id="{0C182BD2-9882-4340-AEED-0BF817DE8ACC}"/>
              </a:ext>
            </a:extLst>
          </p:cNvPr>
          <p:cNvSpPr>
            <a:spLocks xmlns:a="http://schemas.openxmlformats.org/drawingml/2006/main" noGrp="1"/>
          </p:cNvSpPr>
          <p:nvPr/>
        </p:nvSpPr>
        <p:spPr>
          <a:xfrm xmlns:a="http://schemas.openxmlformats.org/drawingml/2006/main">
            <a:off x="5962521"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40" name="Text 38">
            <a:extLst xmlns:a="http://schemas.openxmlformats.org/drawingml/2006/main">
              <a:ext uri="{FF2B5EF4-FFF2-40B4-BE49-F238E27FC236}">
                <a16:creationId xmlns:a16="http://schemas.microsoft.com/office/drawing/2014/main" id="{6FAEB443-6F7E-4B04-9A64-BFE4A6D3EC3F}"/>
              </a:ext>
            </a:extLst>
          </p:cNvPr>
          <p:cNvSpPr>
            <a:spLocks xmlns:a="http://schemas.openxmlformats.org/drawingml/2006/main" noGrp="1"/>
          </p:cNvSpPr>
          <p:nvPr/>
        </p:nvSpPr>
        <p:spPr>
          <a:xfrm xmlns:a="http://schemas.openxmlformats.org/drawingml/2006/main">
            <a:off x="7071459" y="34163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100</a:t>
            </a:r>
            <a:endParaRPr sz="1300"/>
          </a:p>
        </p:txBody>
      </p:sp>
      <p:sp>
        <p:nvSpPr>
          <p:cNvPr id="41" name="Shape 39">
            <a:extLst xmlns:a="http://schemas.openxmlformats.org/drawingml/2006/main">
              <a:ext uri="{FF2B5EF4-FFF2-40B4-BE49-F238E27FC236}">
                <a16:creationId xmlns:a16="http://schemas.microsoft.com/office/drawing/2014/main" id="{F3E4EBA1-9FDB-4C06-9893-B89F49FC11BC}"/>
              </a:ext>
            </a:extLst>
          </p:cNvPr>
          <p:cNvSpPr>
            <a:spLocks xmlns:a="http://schemas.openxmlformats.org/drawingml/2006/main" noGrp="1"/>
          </p:cNvSpPr>
          <p:nvPr/>
        </p:nvSpPr>
        <p:spPr>
          <a:xfrm xmlns:a="http://schemas.openxmlformats.org/drawingml/2006/main">
            <a:off x="6945015" y="3698280"/>
            <a:ext cx="609600" cy="317500"/>
          </a:xfrm>
          <a:custGeom xmlns:a="http://schemas.openxmlformats.org/drawingml/2006/main">
            <a:rect l="l" t="t" r="r" b="b"/>
            <a:pathLst>
              <a:path w="609600" h="317500">
                <a:moveTo>
                  <a:pt x="0" y="50800"/>
                </a:moveTo>
                <a:arcTo wR="50800" hR="50800" stAng="10800000" swAng="5400000"/>
                <a:lnTo>
                  <a:pt x="558800" y="0"/>
                </a:lnTo>
                <a:arcTo wR="50800" hR="50800" stAng="16200000" swAng="5400000"/>
                <a:lnTo>
                  <a:pt x="609600" y="317500"/>
                </a:lnTo>
                <a:lnTo>
                  <a:pt x="0" y="317500"/>
                </a:lnTo>
                <a:close/>
              </a:path>
            </a:pathLst>
          </a:custGeom>
          <a:solidFill xmlns:a="http://schemas.openxmlformats.org/drawingml/2006/main">
            <a:srgbClr val="0B5638"/>
          </a:solidFill>
        </p:spPr>
      </p:sp>
      <p:sp>
        <p:nvSpPr>
          <p:cNvPr id="42" name="Shape 40">
            <a:extLst xmlns:a="http://schemas.openxmlformats.org/drawingml/2006/main">
              <a:ext uri="{FF2B5EF4-FFF2-40B4-BE49-F238E27FC236}">
                <a16:creationId xmlns:a16="http://schemas.microsoft.com/office/drawing/2014/main" id="{9F966BC7-62D4-442C-9D9B-FA9862B30861}"/>
              </a:ext>
            </a:extLst>
          </p:cNvPr>
          <p:cNvSpPr>
            <a:spLocks xmlns:a="http://schemas.openxmlformats.org/drawingml/2006/main" noGrp="1"/>
          </p:cNvSpPr>
          <p:nvPr/>
        </p:nvSpPr>
        <p:spPr>
          <a:xfrm xmlns:a="http://schemas.openxmlformats.org/drawingml/2006/main">
            <a:off x="6945015" y="4015780"/>
            <a:ext cx="609600" cy="488950"/>
          </a:xfrm>
          <a:prstGeom xmlns:a="http://schemas.openxmlformats.org/drawingml/2006/main" prst="rect">
            <a:avLst/>
          </a:prstGeom>
          <a:solidFill xmlns:a="http://schemas.openxmlformats.org/drawingml/2006/main">
            <a:srgbClr val="7B1E3A"/>
          </a:solidFill>
        </p:spPr>
      </p:sp>
      <p:sp>
        <p:nvSpPr>
          <p:cNvPr id="43" name="Shape 41">
            <a:extLst xmlns:a="http://schemas.openxmlformats.org/drawingml/2006/main">
              <a:ext uri="{FF2B5EF4-FFF2-40B4-BE49-F238E27FC236}">
                <a16:creationId xmlns:a16="http://schemas.microsoft.com/office/drawing/2014/main" id="{1560C873-1603-4ECB-873F-C803244F21D4}"/>
              </a:ext>
            </a:extLst>
          </p:cNvPr>
          <p:cNvSpPr>
            <a:spLocks xmlns:a="http://schemas.openxmlformats.org/drawingml/2006/main" noGrp="1"/>
          </p:cNvSpPr>
          <p:nvPr/>
        </p:nvSpPr>
        <p:spPr>
          <a:xfrm xmlns:a="http://schemas.openxmlformats.org/drawingml/2006/main">
            <a:off x="6945015" y="4504730"/>
            <a:ext cx="609600" cy="393700"/>
          </a:xfrm>
          <a:prstGeom xmlns:a="http://schemas.openxmlformats.org/drawingml/2006/main" prst="rect">
            <a:avLst/>
          </a:prstGeom>
          <a:solidFill xmlns:a="http://schemas.openxmlformats.org/drawingml/2006/main">
            <a:srgbClr val="C9651A"/>
          </a:solidFill>
        </p:spPr>
      </p:sp>
      <p:sp>
        <p:nvSpPr>
          <p:cNvPr id="44" name="Shape 42">
            <a:extLst xmlns:a="http://schemas.openxmlformats.org/drawingml/2006/main">
              <a:ext uri="{FF2B5EF4-FFF2-40B4-BE49-F238E27FC236}">
                <a16:creationId xmlns:a16="http://schemas.microsoft.com/office/drawing/2014/main" id="{F47F1F56-5D31-4736-B59C-90E056AE5DE1}"/>
              </a:ext>
            </a:extLst>
          </p:cNvPr>
          <p:cNvSpPr>
            <a:spLocks xmlns:a="http://schemas.openxmlformats.org/drawingml/2006/main" noGrp="1"/>
          </p:cNvSpPr>
          <p:nvPr/>
        </p:nvSpPr>
        <p:spPr>
          <a:xfrm xmlns:a="http://schemas.openxmlformats.org/drawingml/2006/main">
            <a:off x="6945015" y="4898430"/>
            <a:ext cx="609600" cy="679450"/>
          </a:xfrm>
          <a:prstGeom xmlns:a="http://schemas.openxmlformats.org/drawingml/2006/main" prst="rect">
            <a:avLst/>
          </a:prstGeom>
          <a:solidFill xmlns:a="http://schemas.openxmlformats.org/drawingml/2006/main">
            <a:srgbClr val="C8372D"/>
          </a:solidFill>
        </p:spPr>
      </p:sp>
      <p:sp>
        <p:nvSpPr>
          <p:cNvPr id="45" name="Text 43">
            <a:extLst xmlns:a="http://schemas.openxmlformats.org/drawingml/2006/main">
              <a:ext uri="{FF2B5EF4-FFF2-40B4-BE49-F238E27FC236}">
                <a16:creationId xmlns:a16="http://schemas.microsoft.com/office/drawing/2014/main" id="{521FA8ED-0D39-495B-844C-B2675633180D}"/>
              </a:ext>
            </a:extLst>
          </p:cNvPr>
          <p:cNvSpPr>
            <a:spLocks xmlns:a="http://schemas.openxmlformats.org/drawingml/2006/main" noGrp="1"/>
          </p:cNvSpPr>
          <p:nvPr/>
        </p:nvSpPr>
        <p:spPr>
          <a:xfrm xmlns:a="http://schemas.openxmlformats.org/drawingml/2006/main">
            <a:off x="6967627"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6" name="Shape 44">
            <a:extLst xmlns:a="http://schemas.openxmlformats.org/drawingml/2006/main">
              <a:ext uri="{FF2B5EF4-FFF2-40B4-BE49-F238E27FC236}">
                <a16:creationId xmlns:a16="http://schemas.microsoft.com/office/drawing/2014/main" id="{45AE1780-2530-4F63-913D-DF18C211883D}"/>
              </a:ext>
            </a:extLst>
          </p:cNvPr>
          <p:cNvSpPr>
            <a:spLocks xmlns:a="http://schemas.openxmlformats.org/drawingml/2006/main" noGrp="1"/>
          </p:cNvSpPr>
          <p:nvPr/>
        </p:nvSpPr>
        <p:spPr>
          <a:xfrm xmlns:a="http://schemas.openxmlformats.org/drawingml/2006/main">
            <a:off x="8080375" y="1806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47" name="Text 45">
            <a:extLst xmlns:a="http://schemas.openxmlformats.org/drawingml/2006/main">
              <a:ext uri="{FF2B5EF4-FFF2-40B4-BE49-F238E27FC236}">
                <a16:creationId xmlns:a16="http://schemas.microsoft.com/office/drawing/2014/main" id="{98395608-3D91-4FF2-9C6D-B78116B7B3F9}"/>
              </a:ext>
            </a:extLst>
          </p:cNvPr>
          <p:cNvSpPr>
            <a:spLocks xmlns:a="http://schemas.openxmlformats.org/drawingml/2006/main" noGrp="1"/>
          </p:cNvSpPr>
          <p:nvPr/>
        </p:nvSpPr>
        <p:spPr>
          <a:xfrm xmlns:a="http://schemas.openxmlformats.org/drawingml/2006/main">
            <a:off x="8235950" y="1964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Q1 · 22–04 h</a:t>
            </a:r>
            <a:endParaRPr sz="1400"/>
          </a:p>
        </p:txBody>
      </p:sp>
      <p:sp>
        <p:nvSpPr>
          <p:cNvPr id="48" name="Text 46">
            <a:extLst xmlns:a="http://schemas.openxmlformats.org/drawingml/2006/main">
              <a:ext uri="{FF2B5EF4-FFF2-40B4-BE49-F238E27FC236}">
                <a16:creationId xmlns:a16="http://schemas.microsoft.com/office/drawing/2014/main" id="{FBFCEFAA-2C11-4B46-B431-31768BD5EE5A}"/>
              </a:ext>
            </a:extLst>
          </p:cNvPr>
          <p:cNvSpPr>
            <a:spLocks xmlns:a="http://schemas.openxmlformats.org/drawingml/2006/main" noGrp="1"/>
          </p:cNvSpPr>
          <p:nvPr/>
        </p:nvSpPr>
        <p:spPr>
          <a:xfrm xmlns:a="http://schemas.openxmlformats.org/drawingml/2006/main">
            <a:off x="9734550" y="1911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8372D"/>
                </a:solidFill>
                <a:latin typeface="IBM Plex Sans"/>
                <a:ea typeface="IBM Plex Sans"/>
                <a:cs typeface="IBM Plex Sans"/>
              </a:rPr>
              <a:t>34 %</a:t>
            </a:r>
            <a:endParaRPr sz="2000"/>
          </a:p>
        </p:txBody>
      </p:sp>
      <p:sp>
        <p:nvSpPr>
          <p:cNvPr id="49" name="Text 47">
            <a:extLst xmlns:a="http://schemas.openxmlformats.org/drawingml/2006/main">
              <a:ext uri="{FF2B5EF4-FFF2-40B4-BE49-F238E27FC236}">
                <a16:creationId xmlns:a16="http://schemas.microsoft.com/office/drawing/2014/main" id="{A746AC2C-A7E2-49A0-8B26-067CAE4930D9}"/>
              </a:ext>
            </a:extLst>
          </p:cNvPr>
          <p:cNvSpPr>
            <a:spLocks xmlns:a="http://schemas.openxmlformats.org/drawingml/2006/main" noGrp="1"/>
          </p:cNvSpPr>
          <p:nvPr/>
        </p:nvSpPr>
        <p:spPr>
          <a:xfrm xmlns:a="http://schemas.openxmlformats.org/drawingml/2006/main">
            <a:off x="10444758" y="1982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259</a:t>
            </a:r>
            <a:endParaRPr sz="1200"/>
          </a:p>
        </p:txBody>
      </p:sp>
      <p:sp>
        <p:nvSpPr>
          <p:cNvPr id="50" name="Shape 48">
            <a:extLst xmlns:a="http://schemas.openxmlformats.org/drawingml/2006/main">
              <a:ext uri="{FF2B5EF4-FFF2-40B4-BE49-F238E27FC236}">
                <a16:creationId xmlns:a16="http://schemas.microsoft.com/office/drawing/2014/main" id="{F24B06E7-35F6-4550-B11E-C28E22166582}"/>
              </a:ext>
            </a:extLst>
          </p:cNvPr>
          <p:cNvSpPr>
            <a:spLocks xmlns:a="http://schemas.openxmlformats.org/drawingml/2006/main" noGrp="1"/>
          </p:cNvSpPr>
          <p:nvPr/>
        </p:nvSpPr>
        <p:spPr>
          <a:xfrm xmlns:a="http://schemas.openxmlformats.org/drawingml/2006/main">
            <a:off x="8080375" y="2504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1" name="Text 49">
            <a:extLst xmlns:a="http://schemas.openxmlformats.org/drawingml/2006/main">
              <a:ext uri="{FF2B5EF4-FFF2-40B4-BE49-F238E27FC236}">
                <a16:creationId xmlns:a16="http://schemas.microsoft.com/office/drawing/2014/main" id="{4C7E3374-7B2F-4E7C-A870-07ADF6E87C20}"/>
              </a:ext>
            </a:extLst>
          </p:cNvPr>
          <p:cNvSpPr>
            <a:spLocks xmlns:a="http://schemas.openxmlformats.org/drawingml/2006/main" noGrp="1"/>
          </p:cNvSpPr>
          <p:nvPr/>
        </p:nvSpPr>
        <p:spPr>
          <a:xfrm xmlns:a="http://schemas.openxmlformats.org/drawingml/2006/main">
            <a:off x="8235950" y="2663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Q2 · 04–10 h</a:t>
            </a:r>
            <a:endParaRPr sz="1400"/>
          </a:p>
        </p:txBody>
      </p:sp>
      <p:sp>
        <p:nvSpPr>
          <p:cNvPr id="52" name="Text 50">
            <a:extLst xmlns:a="http://schemas.openxmlformats.org/drawingml/2006/main">
              <a:ext uri="{FF2B5EF4-FFF2-40B4-BE49-F238E27FC236}">
                <a16:creationId xmlns:a16="http://schemas.microsoft.com/office/drawing/2014/main" id="{3455F875-D71D-4B7F-9BDA-11E7640EBE44}"/>
              </a:ext>
            </a:extLst>
          </p:cNvPr>
          <p:cNvSpPr>
            <a:spLocks xmlns:a="http://schemas.openxmlformats.org/drawingml/2006/main" noGrp="1"/>
          </p:cNvSpPr>
          <p:nvPr/>
        </p:nvSpPr>
        <p:spPr>
          <a:xfrm xmlns:a="http://schemas.openxmlformats.org/drawingml/2006/main">
            <a:off x="9734550" y="2609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9651A"/>
                </a:solidFill>
                <a:latin typeface="IBM Plex Sans"/>
                <a:ea typeface="IBM Plex Sans"/>
                <a:cs typeface="IBM Plex Sans"/>
              </a:rPr>
              <a:t>20 %</a:t>
            </a:r>
            <a:endParaRPr sz="2000"/>
          </a:p>
        </p:txBody>
      </p:sp>
      <p:sp>
        <p:nvSpPr>
          <p:cNvPr id="53" name="Text 51">
            <a:extLst xmlns:a="http://schemas.openxmlformats.org/drawingml/2006/main">
              <a:ext uri="{FF2B5EF4-FFF2-40B4-BE49-F238E27FC236}">
                <a16:creationId xmlns:a16="http://schemas.microsoft.com/office/drawing/2014/main" id="{013553CD-6E25-4E75-84FC-8BD6D4649CC0}"/>
              </a:ext>
            </a:extLst>
          </p:cNvPr>
          <p:cNvSpPr>
            <a:spLocks xmlns:a="http://schemas.openxmlformats.org/drawingml/2006/main" noGrp="1"/>
          </p:cNvSpPr>
          <p:nvPr/>
        </p:nvSpPr>
        <p:spPr>
          <a:xfrm xmlns:a="http://schemas.openxmlformats.org/drawingml/2006/main">
            <a:off x="10444758" y="2680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155</a:t>
            </a:r>
            <a:endParaRPr sz="1200"/>
          </a:p>
        </p:txBody>
      </p:sp>
      <p:sp>
        <p:nvSpPr>
          <p:cNvPr id="54" name="Shape 52">
            <a:extLst xmlns:a="http://schemas.openxmlformats.org/drawingml/2006/main">
              <a:ext uri="{FF2B5EF4-FFF2-40B4-BE49-F238E27FC236}">
                <a16:creationId xmlns:a16="http://schemas.microsoft.com/office/drawing/2014/main" id="{3A421A9E-0462-46C7-9FED-60CCEB65DDD4}"/>
              </a:ext>
            </a:extLst>
          </p:cNvPr>
          <p:cNvSpPr>
            <a:spLocks xmlns:a="http://schemas.openxmlformats.org/drawingml/2006/main" noGrp="1"/>
          </p:cNvSpPr>
          <p:nvPr/>
        </p:nvSpPr>
        <p:spPr>
          <a:xfrm xmlns:a="http://schemas.openxmlformats.org/drawingml/2006/main">
            <a:off x="8080375" y="3203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5" name="Text 53">
            <a:extLst xmlns:a="http://schemas.openxmlformats.org/drawingml/2006/main">
              <a:ext uri="{FF2B5EF4-FFF2-40B4-BE49-F238E27FC236}">
                <a16:creationId xmlns:a16="http://schemas.microsoft.com/office/drawing/2014/main" id="{0DCD7CAE-150A-4E3D-8AB3-043377E1B1FC}"/>
              </a:ext>
            </a:extLst>
          </p:cNvPr>
          <p:cNvSpPr>
            <a:spLocks xmlns:a="http://schemas.openxmlformats.org/drawingml/2006/main" noGrp="1"/>
          </p:cNvSpPr>
          <p:nvPr/>
        </p:nvSpPr>
        <p:spPr>
          <a:xfrm xmlns:a="http://schemas.openxmlformats.org/drawingml/2006/main">
            <a:off x="8235950" y="3361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Q3 · 10–16 h</a:t>
            </a:r>
            <a:endParaRPr sz="1400"/>
          </a:p>
        </p:txBody>
      </p:sp>
      <p:sp>
        <p:nvSpPr>
          <p:cNvPr id="56" name="Text 54">
            <a:extLst xmlns:a="http://schemas.openxmlformats.org/drawingml/2006/main">
              <a:ext uri="{FF2B5EF4-FFF2-40B4-BE49-F238E27FC236}">
                <a16:creationId xmlns:a16="http://schemas.microsoft.com/office/drawing/2014/main" id="{081DD3A3-333A-40CC-A141-E15064B4866B}"/>
              </a:ext>
            </a:extLst>
          </p:cNvPr>
          <p:cNvSpPr>
            <a:spLocks xmlns:a="http://schemas.openxmlformats.org/drawingml/2006/main" noGrp="1"/>
          </p:cNvSpPr>
          <p:nvPr/>
        </p:nvSpPr>
        <p:spPr>
          <a:xfrm xmlns:a="http://schemas.openxmlformats.org/drawingml/2006/main">
            <a:off x="9734550" y="3308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7B1E3A"/>
                </a:solidFill>
                <a:latin typeface="IBM Plex Sans"/>
                <a:ea typeface="IBM Plex Sans"/>
                <a:cs typeface="IBM Plex Sans"/>
              </a:rPr>
              <a:t>23 %</a:t>
            </a:r>
            <a:endParaRPr sz="2000"/>
          </a:p>
        </p:txBody>
      </p:sp>
      <p:sp>
        <p:nvSpPr>
          <p:cNvPr id="57" name="Text 55">
            <a:extLst xmlns:a="http://schemas.openxmlformats.org/drawingml/2006/main">
              <a:ext uri="{FF2B5EF4-FFF2-40B4-BE49-F238E27FC236}">
                <a16:creationId xmlns:a16="http://schemas.microsoft.com/office/drawing/2014/main" id="{4A20A443-445D-412F-B9FF-F347A48A8B27}"/>
              </a:ext>
            </a:extLst>
          </p:cNvPr>
          <p:cNvSpPr>
            <a:spLocks xmlns:a="http://schemas.openxmlformats.org/drawingml/2006/main" noGrp="1"/>
          </p:cNvSpPr>
          <p:nvPr/>
        </p:nvSpPr>
        <p:spPr>
          <a:xfrm xmlns:a="http://schemas.openxmlformats.org/drawingml/2006/main">
            <a:off x="10444758" y="3379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180</a:t>
            </a:r>
            <a:endParaRPr sz="1200"/>
          </a:p>
        </p:txBody>
      </p:sp>
      <p:sp>
        <p:nvSpPr>
          <p:cNvPr id="58" name="Shape 56">
            <a:extLst xmlns:a="http://schemas.openxmlformats.org/drawingml/2006/main">
              <a:ext uri="{FF2B5EF4-FFF2-40B4-BE49-F238E27FC236}">
                <a16:creationId xmlns:a16="http://schemas.microsoft.com/office/drawing/2014/main" id="{012CBADE-4CC0-40E1-9683-957023A10163}"/>
              </a:ext>
            </a:extLst>
          </p:cNvPr>
          <p:cNvSpPr>
            <a:spLocks xmlns:a="http://schemas.openxmlformats.org/drawingml/2006/main" noGrp="1"/>
          </p:cNvSpPr>
          <p:nvPr/>
        </p:nvSpPr>
        <p:spPr>
          <a:xfrm xmlns:a="http://schemas.openxmlformats.org/drawingml/2006/main">
            <a:off x="8080375" y="3901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5D2EBCD1-43E0-4177-9B63-CA93DF33DA06}"/>
              </a:ext>
            </a:extLst>
          </p:cNvPr>
          <p:cNvSpPr>
            <a:spLocks xmlns:a="http://schemas.openxmlformats.org/drawingml/2006/main" noGrp="1"/>
          </p:cNvSpPr>
          <p:nvPr/>
        </p:nvSpPr>
        <p:spPr>
          <a:xfrm xmlns:a="http://schemas.openxmlformats.org/drawingml/2006/main">
            <a:off x="8235950" y="4060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Q4 · 16–22 h</a:t>
            </a:r>
            <a:endParaRPr sz="1400"/>
          </a:p>
        </p:txBody>
      </p:sp>
      <p:sp>
        <p:nvSpPr>
          <p:cNvPr id="60" name="Text 58">
            <a:extLst xmlns:a="http://schemas.openxmlformats.org/drawingml/2006/main">
              <a:ext uri="{FF2B5EF4-FFF2-40B4-BE49-F238E27FC236}">
                <a16:creationId xmlns:a16="http://schemas.microsoft.com/office/drawing/2014/main" id="{03179066-3EFA-4224-89D0-6A4C034AB54F}"/>
              </a:ext>
            </a:extLst>
          </p:cNvPr>
          <p:cNvSpPr>
            <a:spLocks xmlns:a="http://schemas.openxmlformats.org/drawingml/2006/main" noGrp="1"/>
          </p:cNvSpPr>
          <p:nvPr/>
        </p:nvSpPr>
        <p:spPr>
          <a:xfrm xmlns:a="http://schemas.openxmlformats.org/drawingml/2006/main">
            <a:off x="9734550" y="4006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0B5638"/>
                </a:solidFill>
                <a:latin typeface="IBM Plex Sans"/>
                <a:ea typeface="IBM Plex Sans"/>
                <a:cs typeface="IBM Plex Sans"/>
              </a:rPr>
              <a:t>23 %</a:t>
            </a:r>
            <a:endParaRPr sz="2000"/>
          </a:p>
        </p:txBody>
      </p:sp>
      <p:sp>
        <p:nvSpPr>
          <p:cNvPr id="61" name="Text 59">
            <a:extLst xmlns:a="http://schemas.openxmlformats.org/drawingml/2006/main">
              <a:ext uri="{FF2B5EF4-FFF2-40B4-BE49-F238E27FC236}">
                <a16:creationId xmlns:a16="http://schemas.microsoft.com/office/drawing/2014/main" id="{3428B2D9-C086-4F11-B899-1CF896FB135B}"/>
              </a:ext>
            </a:extLst>
          </p:cNvPr>
          <p:cNvSpPr>
            <a:spLocks xmlns:a="http://schemas.openxmlformats.org/drawingml/2006/main" noGrp="1"/>
          </p:cNvSpPr>
          <p:nvPr/>
        </p:nvSpPr>
        <p:spPr>
          <a:xfrm xmlns:a="http://schemas.openxmlformats.org/drawingml/2006/main">
            <a:off x="10444758" y="4077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176</a:t>
            </a:r>
            <a:endParaRPr sz="1200"/>
          </a:p>
        </p:txBody>
      </p:sp>
      <p:sp>
        <p:nvSpPr>
          <p:cNvPr id="62" name="Shape 60">
            <a:extLst xmlns:a="http://schemas.openxmlformats.org/drawingml/2006/main">
              <a:ext uri="{FF2B5EF4-FFF2-40B4-BE49-F238E27FC236}">
                <a16:creationId xmlns:a16="http://schemas.microsoft.com/office/drawing/2014/main" id="{6611F817-D562-436E-A250-2BFDAC42D984}"/>
              </a:ext>
            </a:extLst>
          </p:cNvPr>
          <p:cNvSpPr>
            <a:spLocks xmlns:a="http://schemas.openxmlformats.org/drawingml/2006/main" noGrp="1"/>
          </p:cNvSpPr>
          <p:nvPr/>
        </p:nvSpPr>
        <p:spPr>
          <a:xfrm xmlns:a="http://schemas.openxmlformats.org/drawingml/2006/main">
            <a:off x="8096250" y="4597301"/>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63" name="Text 61">
            <a:extLst xmlns:a="http://schemas.openxmlformats.org/drawingml/2006/main">
              <a:ext uri="{FF2B5EF4-FFF2-40B4-BE49-F238E27FC236}">
                <a16:creationId xmlns:a16="http://schemas.microsoft.com/office/drawing/2014/main" id="{3C0C8038-E0EB-4059-9143-501DF828133E}"/>
              </a:ext>
            </a:extLst>
          </p:cNvPr>
          <p:cNvSpPr>
            <a:spLocks xmlns:a="http://schemas.openxmlformats.org/drawingml/2006/main" noGrp="1"/>
          </p:cNvSpPr>
          <p:nvPr/>
        </p:nvSpPr>
        <p:spPr>
          <a:xfrm xmlns:a="http://schemas.openxmlformats.org/drawingml/2006/main">
            <a:off x="8242300" y="4622701"/>
            <a:ext cx="323100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noche (Q1) sigue siendo el cuarto más cargado (34 %, la semana anterior 36 %); los otros tres quedaron entre 20 y 23 %.</a:t>
            </a:r>
            <a:endParaRPr sz="1300"/>
          </a:p>
        </p:txBody>
      </p:sp>
      <p:pic>
        <p:nvPicPr>
          <p:cNvPr id="130" name="Image 0"/>
          <p:cNvPicPr>
            <a:picLocks xmlns:a="http://schemas.openxmlformats.org/drawingml/2006/main" noChangeAspect="1"/>
          </p:cNvPicPr>
          <p:nvPr/>
        </p:nvPicPr>
        <p:blipFill>
          <a:blip xmlns:r="http://schemas.openxmlformats.org/officeDocument/2006/relationships" xmlns:a="http://schemas.openxmlformats.org/drawingml/2006/main" r:embed="R958da2a0a0b44f9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5" name="Text 62">
            <a:extLst xmlns:a="http://schemas.openxmlformats.org/drawingml/2006/main">
              <a:ext uri="{FF2B5EF4-FFF2-40B4-BE49-F238E27FC236}">
                <a16:creationId xmlns:a16="http://schemas.microsoft.com/office/drawing/2014/main" id="{D24DBE1A-CA64-44D8-BF73-6CBD2ED520A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10</a:t>
            </a:r>
            <a:endParaRPr sz="1200"/>
          </a:p>
        </p:txBody>
      </p:sp>
      <p:pic>
        <p:nvPicPr>
          <p:cNvPr id="132" name="Image 1"/>
          <p:cNvPicPr>
            <a:picLocks xmlns:a="http://schemas.openxmlformats.org/drawingml/2006/main" noChangeAspect="1"/>
          </p:cNvPicPr>
          <p:nvPr/>
        </p:nvPicPr>
        <p:blipFill>
          <a:blip xmlns:r="http://schemas.openxmlformats.org/officeDocument/2006/relationships" xmlns:a="http://schemas.openxmlformats.org/drawingml/2006/main" r:embed="R53619b5a952e456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198636164"/>
      </p:ext>
    </p:extLst>
  </p:cSld>
</p:sld>
</file>

<file path=ppt/slides/slide1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455FEE-B583-4CAA-977E-BC60B9E1FD06}"/>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214BD2EF-22A9-4459-A764-6D9BDCE1A83F}"/>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bajo desde junio</a:t>
            </a:r>
            <a:endParaRPr sz="3200"/>
          </a:p>
        </p:txBody>
      </p:sp>
      <p:sp>
        <p:nvSpPr>
          <p:cNvPr id="4" name="Shape 2">
            <a:extLst xmlns:a="http://schemas.openxmlformats.org/drawingml/2006/main">
              <a:ext uri="{FF2B5EF4-FFF2-40B4-BE49-F238E27FC236}">
                <a16:creationId xmlns:a16="http://schemas.microsoft.com/office/drawing/2014/main" id="{A007960C-4AB1-4996-B47A-A2C51B98FB49}"/>
              </a:ext>
            </a:extLst>
          </p:cNvPr>
          <p:cNvSpPr>
            <a:spLocks xmlns:a="http://schemas.openxmlformats.org/drawingml/2006/main" noGrp="1"/>
          </p:cNvSpPr>
          <p:nvPr/>
        </p:nvSpPr>
        <p:spPr>
          <a:xfrm xmlns:a="http://schemas.openxmlformats.org/drawingml/2006/main">
            <a:off x="812800" y="21664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B935DB51-82E5-4C15-A59A-360C200C661C}"/>
              </a:ext>
            </a:extLst>
          </p:cNvPr>
          <p:cNvSpPr>
            <a:spLocks xmlns:a="http://schemas.openxmlformats.org/drawingml/2006/main" noGrp="1"/>
          </p:cNvSpPr>
          <p:nvPr/>
        </p:nvSpPr>
        <p:spPr>
          <a:xfrm xmlns:a="http://schemas.openxmlformats.org/drawingml/2006/main">
            <a:off x="1066800" y="2148681"/>
            <a:ext cx="393922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puerta a puerta (min) · rótulo = fecha del comité</a:t>
            </a:r>
            <a:endParaRPr sz="1200"/>
          </a:p>
        </p:txBody>
      </p:sp>
      <p:sp>
        <p:nvSpPr>
          <p:cNvPr id="6" name="Shape 4">
            <a:extLst xmlns:a="http://schemas.openxmlformats.org/drawingml/2006/main">
              <a:ext uri="{FF2B5EF4-FFF2-40B4-BE49-F238E27FC236}">
                <a16:creationId xmlns:a16="http://schemas.microsoft.com/office/drawing/2014/main" id="{5A5A1280-14F3-497F-9BF7-8FA8CC623D3C}"/>
              </a:ext>
            </a:extLst>
          </p:cNvPr>
          <p:cNvSpPr>
            <a:spLocks xmlns:a="http://schemas.openxmlformats.org/drawingml/2006/main" noGrp="1"/>
          </p:cNvSpPr>
          <p:nvPr/>
        </p:nvSpPr>
        <p:spPr>
          <a:xfrm xmlns:a="http://schemas.openxmlformats.org/drawingml/2006/main">
            <a:off x="4967486" y="216644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AAF5C176-70A4-49F3-B724-ED868329971D}"/>
              </a:ext>
            </a:extLst>
          </p:cNvPr>
          <p:cNvSpPr>
            <a:spLocks xmlns:a="http://schemas.openxmlformats.org/drawingml/2006/main" noGrp="1"/>
          </p:cNvSpPr>
          <p:nvPr/>
        </p:nvSpPr>
        <p:spPr>
          <a:xfrm xmlns:a="http://schemas.openxmlformats.org/drawingml/2006/main">
            <a:off x="5221486" y="214868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344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41fd5cc983ae48cb"/>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4511C711-C706-4886-9002-34F1FE7D4DAE}"/>
              </a:ext>
            </a:extLst>
          </p:cNvPr>
          <p:cNvSpPr>
            <a:spLocks xmlns:a="http://schemas.openxmlformats.org/drawingml/2006/main" noGrp="1"/>
          </p:cNvSpPr>
          <p:nvPr/>
        </p:nvSpPr>
        <p:spPr>
          <a:xfrm xmlns:a="http://schemas.openxmlformats.org/drawingml/2006/main">
            <a:off x="787400" y="35052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338</a:t>
            </a:r>
            <a:endParaRPr sz="1200"/>
          </a:p>
        </p:txBody>
      </p:sp>
      <p:sp>
        <p:nvSpPr>
          <p:cNvPr id="10" name="Text 7">
            <a:extLst xmlns:a="http://schemas.openxmlformats.org/drawingml/2006/main">
              <a:ext uri="{FF2B5EF4-FFF2-40B4-BE49-F238E27FC236}">
                <a16:creationId xmlns:a16="http://schemas.microsoft.com/office/drawing/2014/main" id="{33706D26-C815-49AC-8C30-9F2A40043A49}"/>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55923D9A-E45F-41FF-9A91-17A166E13B77}"/>
              </a:ext>
            </a:extLst>
          </p:cNvPr>
          <p:cNvSpPr>
            <a:spLocks xmlns:a="http://schemas.openxmlformats.org/drawingml/2006/main" noGrp="1"/>
          </p:cNvSpPr>
          <p:nvPr/>
        </p:nvSpPr>
        <p:spPr>
          <a:xfrm xmlns:a="http://schemas.openxmlformats.org/drawingml/2006/main">
            <a:off x="1238250" y="3740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316</a:t>
            </a:r>
            <a:endParaRPr sz="1200"/>
          </a:p>
        </p:txBody>
      </p:sp>
      <p:sp>
        <p:nvSpPr>
          <p:cNvPr id="12" name="Text 9">
            <a:extLst xmlns:a="http://schemas.openxmlformats.org/drawingml/2006/main">
              <a:ext uri="{FF2B5EF4-FFF2-40B4-BE49-F238E27FC236}">
                <a16:creationId xmlns:a16="http://schemas.microsoft.com/office/drawing/2014/main" id="{24111220-B20C-4F91-A4B5-81B89EE3CCC4}"/>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B01A9314-C003-49F5-8331-8924DC868E27}"/>
              </a:ext>
            </a:extLst>
          </p:cNvPr>
          <p:cNvSpPr>
            <a:spLocks xmlns:a="http://schemas.openxmlformats.org/drawingml/2006/main" noGrp="1"/>
          </p:cNvSpPr>
          <p:nvPr/>
        </p:nvSpPr>
        <p:spPr>
          <a:xfrm xmlns:a="http://schemas.openxmlformats.org/drawingml/2006/main">
            <a:off x="1695450" y="302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383</a:t>
            </a:r>
            <a:endParaRPr sz="1200"/>
          </a:p>
        </p:txBody>
      </p:sp>
      <p:sp>
        <p:nvSpPr>
          <p:cNvPr id="14" name="Text 11">
            <a:extLst xmlns:a="http://schemas.openxmlformats.org/drawingml/2006/main">
              <a:ext uri="{FF2B5EF4-FFF2-40B4-BE49-F238E27FC236}">
                <a16:creationId xmlns:a16="http://schemas.microsoft.com/office/drawing/2014/main" id="{74AA3DF5-D141-4F0A-A0BF-AB3FDAA78669}"/>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DBF7712C-00BF-4F48-8EEA-BA91D914FFD9}"/>
              </a:ext>
            </a:extLst>
          </p:cNvPr>
          <p:cNvSpPr>
            <a:spLocks xmlns:a="http://schemas.openxmlformats.org/drawingml/2006/main" noGrp="1"/>
          </p:cNvSpPr>
          <p:nvPr/>
        </p:nvSpPr>
        <p:spPr>
          <a:xfrm xmlns:a="http://schemas.openxmlformats.org/drawingml/2006/main">
            <a:off x="2146300" y="3867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304</a:t>
            </a:r>
            <a:endParaRPr sz="1200"/>
          </a:p>
        </p:txBody>
      </p:sp>
      <p:sp>
        <p:nvSpPr>
          <p:cNvPr id="16" name="Text 13">
            <a:extLst xmlns:a="http://schemas.openxmlformats.org/drawingml/2006/main">
              <a:ext uri="{FF2B5EF4-FFF2-40B4-BE49-F238E27FC236}">
                <a16:creationId xmlns:a16="http://schemas.microsoft.com/office/drawing/2014/main" id="{02C0D9CA-C9AE-44C7-8D6E-37BBE200CA66}"/>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EF6FA871-6A9A-41A6-9A34-232046AB7E8E}"/>
              </a:ext>
            </a:extLst>
          </p:cNvPr>
          <p:cNvSpPr>
            <a:spLocks xmlns:a="http://schemas.openxmlformats.org/drawingml/2006/main" noGrp="1"/>
          </p:cNvSpPr>
          <p:nvPr/>
        </p:nvSpPr>
        <p:spPr>
          <a:xfrm xmlns:a="http://schemas.openxmlformats.org/drawingml/2006/main">
            <a:off x="2603500" y="2374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445</a:t>
            </a:r>
            <a:endParaRPr sz="1200"/>
          </a:p>
        </p:txBody>
      </p:sp>
      <p:sp>
        <p:nvSpPr>
          <p:cNvPr id="18" name="Text 15">
            <a:extLst xmlns:a="http://schemas.openxmlformats.org/drawingml/2006/main">
              <a:ext uri="{FF2B5EF4-FFF2-40B4-BE49-F238E27FC236}">
                <a16:creationId xmlns:a16="http://schemas.microsoft.com/office/drawing/2014/main" id="{EC2E83E8-9A34-49CF-91A5-1E8A84F9D79C}"/>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19851702-E7A4-4368-8527-2163CC97DC48}"/>
              </a:ext>
            </a:extLst>
          </p:cNvPr>
          <p:cNvSpPr>
            <a:spLocks xmlns:a="http://schemas.openxmlformats.org/drawingml/2006/main" noGrp="1"/>
          </p:cNvSpPr>
          <p:nvPr/>
        </p:nvSpPr>
        <p:spPr>
          <a:xfrm xmlns:a="http://schemas.openxmlformats.org/drawingml/2006/main">
            <a:off x="3054350" y="29654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389</a:t>
            </a:r>
            <a:endParaRPr sz="1200"/>
          </a:p>
        </p:txBody>
      </p:sp>
      <p:sp>
        <p:nvSpPr>
          <p:cNvPr id="20" name="Text 17">
            <a:extLst xmlns:a="http://schemas.openxmlformats.org/drawingml/2006/main">
              <a:ext uri="{FF2B5EF4-FFF2-40B4-BE49-F238E27FC236}">
                <a16:creationId xmlns:a16="http://schemas.microsoft.com/office/drawing/2014/main" id="{EA150364-6D4E-424A-9BB9-CB6596DE73DF}"/>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3CD55861-0B9D-4B63-91E2-F407ED61C584}"/>
              </a:ext>
            </a:extLst>
          </p:cNvPr>
          <p:cNvSpPr>
            <a:spLocks xmlns:a="http://schemas.openxmlformats.org/drawingml/2006/main" noGrp="1"/>
          </p:cNvSpPr>
          <p:nvPr/>
        </p:nvSpPr>
        <p:spPr>
          <a:xfrm xmlns:a="http://schemas.openxmlformats.org/drawingml/2006/main">
            <a:off x="3511550" y="2628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421</a:t>
            </a:r>
            <a:endParaRPr sz="1200"/>
          </a:p>
        </p:txBody>
      </p:sp>
      <p:sp>
        <p:nvSpPr>
          <p:cNvPr id="22" name="Text 19">
            <a:extLst xmlns:a="http://schemas.openxmlformats.org/drawingml/2006/main">
              <a:ext uri="{FF2B5EF4-FFF2-40B4-BE49-F238E27FC236}">
                <a16:creationId xmlns:a16="http://schemas.microsoft.com/office/drawing/2014/main" id="{7790B92F-EEEF-4084-A41D-E0C1DF9CF890}"/>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27A080D4-467F-40A7-B4D5-8288CFF91813}"/>
              </a:ext>
            </a:extLst>
          </p:cNvPr>
          <p:cNvSpPr>
            <a:spLocks xmlns:a="http://schemas.openxmlformats.org/drawingml/2006/main" noGrp="1"/>
          </p:cNvSpPr>
          <p:nvPr/>
        </p:nvSpPr>
        <p:spPr>
          <a:xfrm xmlns:a="http://schemas.openxmlformats.org/drawingml/2006/main">
            <a:off x="3962400" y="3422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346</a:t>
            </a:r>
            <a:endParaRPr sz="1200"/>
          </a:p>
        </p:txBody>
      </p:sp>
      <p:sp>
        <p:nvSpPr>
          <p:cNvPr id="24" name="Text 21">
            <a:extLst xmlns:a="http://schemas.openxmlformats.org/drawingml/2006/main">
              <a:ext uri="{FF2B5EF4-FFF2-40B4-BE49-F238E27FC236}">
                <a16:creationId xmlns:a16="http://schemas.microsoft.com/office/drawing/2014/main" id="{F8D16245-B91F-4044-8F53-FD788E672974}"/>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DFCA1635-6E59-489D-8B3C-F3CA65A48CF6}"/>
              </a:ext>
            </a:extLst>
          </p:cNvPr>
          <p:cNvSpPr>
            <a:spLocks xmlns:a="http://schemas.openxmlformats.org/drawingml/2006/main" noGrp="1"/>
          </p:cNvSpPr>
          <p:nvPr/>
        </p:nvSpPr>
        <p:spPr>
          <a:xfrm xmlns:a="http://schemas.openxmlformats.org/drawingml/2006/main">
            <a:off x="4413250" y="3187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368</a:t>
            </a:r>
            <a:endParaRPr sz="1200"/>
          </a:p>
        </p:txBody>
      </p:sp>
      <p:sp>
        <p:nvSpPr>
          <p:cNvPr id="26" name="Text 23">
            <a:extLst xmlns:a="http://schemas.openxmlformats.org/drawingml/2006/main">
              <a:ext uri="{FF2B5EF4-FFF2-40B4-BE49-F238E27FC236}">
                <a16:creationId xmlns:a16="http://schemas.microsoft.com/office/drawing/2014/main" id="{16F6C398-CEE1-4EDE-8C40-171FF3578C75}"/>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399544C1-CFC7-4792-9BA8-3C651D5B4EC8}"/>
              </a:ext>
            </a:extLst>
          </p:cNvPr>
          <p:cNvSpPr>
            <a:spLocks xmlns:a="http://schemas.openxmlformats.org/drawingml/2006/main" noGrp="1"/>
          </p:cNvSpPr>
          <p:nvPr/>
        </p:nvSpPr>
        <p:spPr>
          <a:xfrm xmlns:a="http://schemas.openxmlformats.org/drawingml/2006/main">
            <a:off x="4870450" y="3949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296</a:t>
            </a:r>
            <a:endParaRPr sz="1200"/>
          </a:p>
        </p:txBody>
      </p:sp>
      <p:sp>
        <p:nvSpPr>
          <p:cNvPr id="28" name="Text 25">
            <a:extLst xmlns:a="http://schemas.openxmlformats.org/drawingml/2006/main">
              <a:ext uri="{FF2B5EF4-FFF2-40B4-BE49-F238E27FC236}">
                <a16:creationId xmlns:a16="http://schemas.microsoft.com/office/drawing/2014/main" id="{624E0A8B-7AE7-42BC-AB9A-B65CB77A3889}"/>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2616A60F-85FC-479E-8337-ACC73ABE7D10}"/>
              </a:ext>
            </a:extLst>
          </p:cNvPr>
          <p:cNvSpPr>
            <a:spLocks xmlns:a="http://schemas.openxmlformats.org/drawingml/2006/main" noGrp="1"/>
          </p:cNvSpPr>
          <p:nvPr/>
        </p:nvSpPr>
        <p:spPr>
          <a:xfrm xmlns:a="http://schemas.openxmlformats.org/drawingml/2006/main">
            <a:off x="5321300" y="3073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379</a:t>
            </a:r>
            <a:endParaRPr sz="1200"/>
          </a:p>
        </p:txBody>
      </p:sp>
      <p:sp>
        <p:nvSpPr>
          <p:cNvPr id="30" name="Text 27">
            <a:extLst xmlns:a="http://schemas.openxmlformats.org/drawingml/2006/main">
              <a:ext uri="{FF2B5EF4-FFF2-40B4-BE49-F238E27FC236}">
                <a16:creationId xmlns:a16="http://schemas.microsoft.com/office/drawing/2014/main" id="{72B6511C-95C9-424B-902E-C7CDCF5DC4D7}"/>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498A458B-2A63-4DF5-8FBA-DA836F6822E2}"/>
              </a:ext>
            </a:extLst>
          </p:cNvPr>
          <p:cNvSpPr>
            <a:spLocks xmlns:a="http://schemas.openxmlformats.org/drawingml/2006/main" noGrp="1"/>
          </p:cNvSpPr>
          <p:nvPr/>
        </p:nvSpPr>
        <p:spPr>
          <a:xfrm xmlns:a="http://schemas.openxmlformats.org/drawingml/2006/main">
            <a:off x="5778500" y="4159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276</a:t>
            </a:r>
            <a:endParaRPr sz="1200"/>
          </a:p>
        </p:txBody>
      </p:sp>
      <p:sp>
        <p:nvSpPr>
          <p:cNvPr id="32" name="Text 29">
            <a:extLst xmlns:a="http://schemas.openxmlformats.org/drawingml/2006/main">
              <a:ext uri="{FF2B5EF4-FFF2-40B4-BE49-F238E27FC236}">
                <a16:creationId xmlns:a16="http://schemas.microsoft.com/office/drawing/2014/main" id="{75DD8D84-07C3-47A7-AEE4-602FC2429C02}"/>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3D47A338-AA9A-4F49-893D-86DA59EBA561}"/>
              </a:ext>
            </a:extLst>
          </p:cNvPr>
          <p:cNvSpPr>
            <a:spLocks xmlns:a="http://schemas.openxmlformats.org/drawingml/2006/main" noGrp="1"/>
          </p:cNvSpPr>
          <p:nvPr/>
        </p:nvSpPr>
        <p:spPr>
          <a:xfrm xmlns:a="http://schemas.openxmlformats.org/drawingml/2006/main">
            <a:off x="6229350" y="3549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334</a:t>
            </a:r>
            <a:endParaRPr sz="1200"/>
          </a:p>
        </p:txBody>
      </p:sp>
      <p:sp>
        <p:nvSpPr>
          <p:cNvPr id="34" name="Text 31">
            <a:extLst xmlns:a="http://schemas.openxmlformats.org/drawingml/2006/main">
              <a:ext uri="{FF2B5EF4-FFF2-40B4-BE49-F238E27FC236}">
                <a16:creationId xmlns:a16="http://schemas.microsoft.com/office/drawing/2014/main" id="{BBD6CD7E-6C38-48FD-9DB4-423C21575945}"/>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7FF22BCF-CAE3-47B7-A4B7-E004868DD9AF}"/>
              </a:ext>
            </a:extLst>
          </p:cNvPr>
          <p:cNvSpPr>
            <a:spLocks xmlns:a="http://schemas.openxmlformats.org/drawingml/2006/main" noGrp="1"/>
          </p:cNvSpPr>
          <p:nvPr/>
        </p:nvSpPr>
        <p:spPr>
          <a:xfrm xmlns:a="http://schemas.openxmlformats.org/drawingml/2006/main">
            <a:off x="6686550" y="38735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303</a:t>
            </a:r>
            <a:endParaRPr sz="1200"/>
          </a:p>
        </p:txBody>
      </p:sp>
      <p:sp>
        <p:nvSpPr>
          <p:cNvPr id="36" name="Text 33">
            <a:extLst xmlns:a="http://schemas.openxmlformats.org/drawingml/2006/main">
              <a:ext uri="{FF2B5EF4-FFF2-40B4-BE49-F238E27FC236}">
                <a16:creationId xmlns:a16="http://schemas.microsoft.com/office/drawing/2014/main" id="{DBAB7D46-BAA3-4511-8F2E-B2DD7B557A3F}"/>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4BEC5004-C569-4ED8-B1AD-6CE5CAD52DB6}"/>
              </a:ext>
            </a:extLst>
          </p:cNvPr>
          <p:cNvSpPr>
            <a:spLocks xmlns:a="http://schemas.openxmlformats.org/drawingml/2006/main" noGrp="1"/>
          </p:cNvSpPr>
          <p:nvPr/>
        </p:nvSpPr>
        <p:spPr>
          <a:xfrm xmlns:a="http://schemas.openxmlformats.org/drawingml/2006/main">
            <a:off x="7137400" y="4279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265</a:t>
            </a:r>
            <a:endParaRPr sz="1200"/>
          </a:p>
        </p:txBody>
      </p:sp>
      <p:sp>
        <p:nvSpPr>
          <p:cNvPr id="38" name="Text 35">
            <a:extLst xmlns:a="http://schemas.openxmlformats.org/drawingml/2006/main">
              <a:ext uri="{FF2B5EF4-FFF2-40B4-BE49-F238E27FC236}">
                <a16:creationId xmlns:a16="http://schemas.microsoft.com/office/drawing/2014/main" id="{86BAB48E-42E5-488D-89E9-B14A9263783F}"/>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C58339EF-3920-48F7-9241-06A0F517F270}"/>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8F8AA3DB-60F7-4502-A736-4C223D004234}"/>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Ricardone · espera Playa 1</a:t>
            </a:r>
            <a:endParaRPr sz="1200"/>
          </a:p>
        </p:txBody>
      </p:sp>
      <p:sp>
        <p:nvSpPr>
          <p:cNvPr id="41" name="Text 38">
            <a:extLst xmlns:a="http://schemas.openxmlformats.org/drawingml/2006/main">
              <a:ext uri="{FF2B5EF4-FFF2-40B4-BE49-F238E27FC236}">
                <a16:creationId xmlns:a16="http://schemas.microsoft.com/office/drawing/2014/main" id="{A33B28C6-6ED0-4C42-8AA8-44190872DC95}"/>
              </a:ext>
            </a:extLst>
          </p:cNvPr>
          <p:cNvSpPr>
            <a:spLocks xmlns:a="http://schemas.openxmlformats.org/drawingml/2006/main" noGrp="1"/>
          </p:cNvSpPr>
          <p:nvPr/>
        </p:nvSpPr>
        <p:spPr>
          <a:xfrm xmlns:a="http://schemas.openxmlformats.org/drawingml/2006/main">
            <a:off x="8286750" y="2551410"/>
            <a:ext cx="1360051"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74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8f47b09b68bb4d7d"/>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096D5C60-9457-419B-811B-A1DD97A057B2}"/>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120</a:t>
            </a:r>
            <a:endParaRPr sz="1200"/>
          </a:p>
        </p:txBody>
      </p:sp>
      <p:sp>
        <p:nvSpPr>
          <p:cNvPr id="44" name="Shape 40">
            <a:extLst xmlns:a="http://schemas.openxmlformats.org/drawingml/2006/main">
              <a:ext uri="{FF2B5EF4-FFF2-40B4-BE49-F238E27FC236}">
                <a16:creationId xmlns:a16="http://schemas.microsoft.com/office/drawing/2014/main" id="{6EE0D368-38EE-4607-A2F8-D350DF045CDD}"/>
              </a:ext>
            </a:extLst>
          </p:cNvPr>
          <p:cNvSpPr>
            <a:spLocks xmlns:a="http://schemas.openxmlformats.org/drawingml/2006/main" noGrp="1"/>
          </p:cNvSpPr>
          <p:nvPr/>
        </p:nvSpPr>
        <p:spPr>
          <a:xfrm xmlns:a="http://schemas.openxmlformats.org/drawingml/2006/main">
            <a:off x="8131175" y="3439716"/>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F1B7A4A1-5D6D-43FE-8527-7506E546E8C7}"/>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San Lorenzo · playa, descarga y salida</a:t>
            </a:r>
            <a:endParaRPr sz="1200"/>
          </a:p>
        </p:txBody>
      </p:sp>
      <p:sp>
        <p:nvSpPr>
          <p:cNvPr id="46" name="Text 42">
            <a:extLst xmlns:a="http://schemas.openxmlformats.org/drawingml/2006/main">
              <a:ext uri="{FF2B5EF4-FFF2-40B4-BE49-F238E27FC236}">
                <a16:creationId xmlns:a16="http://schemas.microsoft.com/office/drawing/2014/main" id="{70B1A3FA-8E50-4291-8088-402729376ABC}"/>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188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15e24802955a447f"/>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807BFDFB-F3FA-4DC2-BC9A-5CEECB68C61E}"/>
              </a:ext>
            </a:extLst>
          </p:cNvPr>
          <p:cNvSpPr>
            <a:spLocks xmlns:a="http://schemas.openxmlformats.org/drawingml/2006/main" noGrp="1"/>
          </p:cNvSpPr>
          <p:nvPr/>
        </p:nvSpPr>
        <p:spPr>
          <a:xfrm xmlns:a="http://schemas.openxmlformats.org/drawingml/2006/main">
            <a:off x="8286750" y="430391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a:t>
            </a:r>
            <a:endParaRPr sz="1200"/>
          </a:p>
        </p:txBody>
      </p:sp>
      <p:sp>
        <p:nvSpPr>
          <p:cNvPr id="49" name="Shape 44">
            <a:extLst xmlns:a="http://schemas.openxmlformats.org/drawingml/2006/main">
              <a:ext uri="{FF2B5EF4-FFF2-40B4-BE49-F238E27FC236}">
                <a16:creationId xmlns:a16="http://schemas.microsoft.com/office/drawing/2014/main" id="{80E77A9F-C0A4-4A13-AD71-0CFDBB0AD625}"/>
              </a:ext>
            </a:extLst>
          </p:cNvPr>
          <p:cNvSpPr>
            <a:spLocks xmlns:a="http://schemas.openxmlformats.org/drawingml/2006/main" noGrp="1"/>
          </p:cNvSpPr>
          <p:nvPr/>
        </p:nvSpPr>
        <p:spPr>
          <a:xfrm xmlns:a="http://schemas.openxmlformats.org/drawingml/2006/main">
            <a:off x="8147050" y="4777581"/>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9F68A788-08F4-4731-9949-865441DB6D6A}"/>
              </a:ext>
            </a:extLst>
          </p:cNvPr>
          <p:cNvSpPr>
            <a:spLocks xmlns:a="http://schemas.openxmlformats.org/drawingml/2006/main" noGrp="1"/>
          </p:cNvSpPr>
          <p:nvPr/>
        </p:nvSpPr>
        <p:spPr>
          <a:xfrm xmlns:a="http://schemas.openxmlformats.org/drawingml/2006/main">
            <a:off x="8293100" y="4802981"/>
            <a:ext cx="3178683"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mejora vino otra vez de Ricardone; San Lorenzo quedó arriba de su promedio (188 contra 176).</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cd85f12451c6407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B58D3FFE-DDDB-4340-9DA8-6F404290150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11</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a69be35175ee47c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39760037"/>
      </p:ext>
    </p:extLst>
  </p:cSld>
</p:sld>
</file>

<file path=ppt/slides/slide12.xml><?xml version="1.0" encoding="utf-8"?>
<p:sld xmlns:p="http://schemas.openxmlformats.org/presentationml/2006/main">
  <p:cSld>
    <p:bg>
      <p:bgPr>
        <a:solidFill xmlns:a="http://schemas.openxmlformats.org/drawingml/2006/main">
          <a:srgbClr val="5E442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6A774EF-0434-4AF9-8EFF-E802C3E3A95B}"/>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E3C9A3"/>
                </a:solidFill>
                <a:latin typeface="IBM Plex Sans"/>
                <a:ea typeface="IBM Plex Sans"/>
                <a:cs typeface="IBM Plex Sans"/>
              </a:rPr>
              <a:t>02</a:t>
            </a:r>
            <a:endParaRPr sz="8000"/>
          </a:p>
        </p:txBody>
      </p:sp>
      <p:sp>
        <p:nvSpPr>
          <p:cNvPr id="3" name="Text 1">
            <a:extLst xmlns:a="http://schemas.openxmlformats.org/drawingml/2006/main">
              <a:ext uri="{FF2B5EF4-FFF2-40B4-BE49-F238E27FC236}">
                <a16:creationId xmlns:a16="http://schemas.microsoft.com/office/drawing/2014/main" id="{064C8675-F553-41C2-A8D0-DFC748D7E476}"/>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Pellet</a:t>
            </a:r>
            <a:endParaRPr sz="6000"/>
          </a:p>
        </p:txBody>
      </p:sp>
      <p:sp>
        <p:nvSpPr>
          <p:cNvPr id="4" name="Text 2">
            <a:extLst xmlns:a="http://schemas.openxmlformats.org/drawingml/2006/main">
              <a:ext uri="{FF2B5EF4-FFF2-40B4-BE49-F238E27FC236}">
                <a16:creationId xmlns:a16="http://schemas.microsoft.com/office/drawing/2014/main" id="{DDC72BA1-C646-4979-BA57-155C88256322}"/>
              </a:ext>
            </a:extLst>
          </p:cNvPr>
          <p:cNvSpPr>
            <a:spLocks xmlns:a="http://schemas.openxmlformats.org/drawingml/2006/main" noGrp="1"/>
          </p:cNvSpPr>
          <p:nvPr/>
        </p:nvSpPr>
        <p:spPr>
          <a:xfrm xmlns:a="http://schemas.openxmlformats.org/drawingml/2006/main">
            <a:off x="812800" y="4182765"/>
            <a:ext cx="990600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Operativo de pellet de girasol: transile de Ricardone a las volcables del puerto.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41b4fb4b71d5490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FBFA672-9A7A-462C-9A2E-B525ED8B76E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12</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f8fd94929ac4bc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37847477"/>
      </p:ext>
    </p:extLst>
  </p:cSld>
</p:sld>
</file>

<file path=ppt/slides/slide1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DB1E89-9BDC-4174-8A6F-69A3E167B7FB}"/>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E049B7D0-6135-45B1-8FAD-8A8E038D8B2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Operativo de pellet de girasol</a:t>
            </a:r>
            <a:endParaRPr sz="3200"/>
          </a:p>
        </p:txBody>
      </p:sp>
      <p:sp>
        <p:nvSpPr>
          <p:cNvPr id="4" name="Shape 2">
            <a:extLst xmlns:a="http://schemas.openxmlformats.org/drawingml/2006/main">
              <a:ext uri="{FF2B5EF4-FFF2-40B4-BE49-F238E27FC236}">
                <a16:creationId xmlns:a16="http://schemas.microsoft.com/office/drawing/2014/main" id="{A6C5AB88-16BF-4543-A03A-AF501EB1073B}"/>
              </a:ext>
            </a:extLst>
          </p:cNvPr>
          <p:cNvSpPr>
            <a:spLocks xmlns:a="http://schemas.openxmlformats.org/drawingml/2006/main" noGrp="1"/>
          </p:cNvSpPr>
          <p:nvPr/>
        </p:nvSpPr>
        <p:spPr>
          <a:xfrm xmlns:a="http://schemas.openxmlformats.org/drawingml/2006/main">
            <a:off x="815975" y="1730276"/>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DE92DEEC-C697-486F-B829-C1A0B03A8467}"/>
              </a:ext>
            </a:extLst>
          </p:cNvPr>
          <p:cNvSpPr>
            <a:spLocks xmlns:a="http://schemas.openxmlformats.org/drawingml/2006/main" noGrp="1"/>
          </p:cNvSpPr>
          <p:nvPr/>
        </p:nvSpPr>
        <p:spPr>
          <a:xfrm xmlns:a="http://schemas.openxmlformats.org/drawingml/2006/main">
            <a:off x="984250" y="186045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Toneladas (viajes × 30)</a:t>
            </a:r>
            <a:endParaRPr sz="1088"/>
          </a:p>
        </p:txBody>
      </p:sp>
      <p:sp>
        <p:nvSpPr>
          <p:cNvPr id="6" name="Text 4">
            <a:extLst xmlns:a="http://schemas.openxmlformats.org/drawingml/2006/main">
              <a:ext uri="{FF2B5EF4-FFF2-40B4-BE49-F238E27FC236}">
                <a16:creationId xmlns:a16="http://schemas.microsoft.com/office/drawing/2014/main" id="{4EF48CEC-6B1B-4986-A3CE-F7896911EE36}"/>
              </a:ext>
            </a:extLst>
          </p:cNvPr>
          <p:cNvSpPr>
            <a:spLocks xmlns:a="http://schemas.openxmlformats.org/drawingml/2006/main" noGrp="1"/>
          </p:cNvSpPr>
          <p:nvPr/>
        </p:nvSpPr>
        <p:spPr>
          <a:xfrm xmlns:a="http://schemas.openxmlformats.org/drawingml/2006/main">
            <a:off x="984250" y="2091730"/>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9.210 t</a:t>
            </a:r>
            <a:endParaRPr sz="2546"/>
          </a:p>
        </p:txBody>
      </p:sp>
      <p:sp>
        <p:nvSpPr>
          <p:cNvPr id="7" name="Text 5">
            <a:extLst xmlns:a="http://schemas.openxmlformats.org/drawingml/2006/main">
              <a:ext uri="{FF2B5EF4-FFF2-40B4-BE49-F238E27FC236}">
                <a16:creationId xmlns:a16="http://schemas.microsoft.com/office/drawing/2014/main" id="{D1057E78-1E54-4487-82DB-75B0334FD827}"/>
              </a:ext>
            </a:extLst>
          </p:cNvPr>
          <p:cNvSpPr>
            <a:spLocks xmlns:a="http://schemas.openxmlformats.org/drawingml/2006/main" noGrp="1"/>
          </p:cNvSpPr>
          <p:nvPr/>
        </p:nvSpPr>
        <p:spPr>
          <a:xfrm xmlns:a="http://schemas.openxmlformats.org/drawingml/2006/main">
            <a:off x="984250" y="2467967"/>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$ 55,3 M de flete a $ 6.000 por tonelada</a:t>
            </a:r>
            <a:endParaRPr sz="1088"/>
          </a:p>
        </p:txBody>
      </p:sp>
      <p:sp>
        <p:nvSpPr>
          <p:cNvPr id="8" name="Shape 6">
            <a:extLst xmlns:a="http://schemas.openxmlformats.org/drawingml/2006/main">
              <a:ext uri="{FF2B5EF4-FFF2-40B4-BE49-F238E27FC236}">
                <a16:creationId xmlns:a16="http://schemas.microsoft.com/office/drawing/2014/main" id="{B9426D5C-A720-4E9B-885C-9B76C5AFF449}"/>
              </a:ext>
            </a:extLst>
          </p:cNvPr>
          <p:cNvSpPr>
            <a:spLocks xmlns:a="http://schemas.openxmlformats.org/drawingml/2006/main" noGrp="1"/>
          </p:cNvSpPr>
          <p:nvPr/>
        </p:nvSpPr>
        <p:spPr>
          <a:xfrm xmlns:a="http://schemas.openxmlformats.org/drawingml/2006/main">
            <a:off x="815975" y="2899271"/>
            <a:ext cx="3549650" cy="831354"/>
          </a:xfrm>
          <a:prstGeom xmlns:a="http://schemas.openxmlformats.org/drawingml/2006/main" prst="roundRect">
            <a:avLst>
              <a:gd name="adj" fmla="val 10311"/>
            </a:avLst>
          </a:prstGeom>
          <a:solidFill xmlns:a="http://schemas.openxmlformats.org/drawingml/2006/main">
            <a:srgbClr val="FCFDFB"/>
          </a:solidFill>
          <a:ln xmlns:a="http://schemas.openxmlformats.org/drawingml/2006/main" w="6350">
            <a:solidFill>
              <a:srgbClr val="D3E2D7"/>
            </a:solidFill>
            <a:prstDash val="solid"/>
          </a:ln>
        </p:spPr>
      </p:sp>
      <p:sp>
        <p:nvSpPr>
          <p:cNvPr id="9" name="Text 7">
            <a:extLst xmlns:a="http://schemas.openxmlformats.org/drawingml/2006/main">
              <a:ext uri="{FF2B5EF4-FFF2-40B4-BE49-F238E27FC236}">
                <a16:creationId xmlns:a16="http://schemas.microsoft.com/office/drawing/2014/main" id="{F77A2944-6ACD-4FA7-8C1E-9B6CD3808B9C}"/>
              </a:ext>
            </a:extLst>
          </p:cNvPr>
          <p:cNvSpPr>
            <a:spLocks xmlns:a="http://schemas.openxmlformats.org/drawingml/2006/main" noGrp="1"/>
          </p:cNvSpPr>
          <p:nvPr/>
        </p:nvSpPr>
        <p:spPr>
          <a:xfrm xmlns:a="http://schemas.openxmlformats.org/drawingml/2006/main">
            <a:off x="984250" y="3029446"/>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Viajes al puerto</a:t>
            </a:r>
            <a:endParaRPr sz="1121"/>
          </a:p>
        </p:txBody>
      </p:sp>
      <p:sp>
        <p:nvSpPr>
          <p:cNvPr id="10" name="Text 8">
            <a:extLst xmlns:a="http://schemas.openxmlformats.org/drawingml/2006/main">
              <a:ext uri="{FF2B5EF4-FFF2-40B4-BE49-F238E27FC236}">
                <a16:creationId xmlns:a16="http://schemas.microsoft.com/office/drawing/2014/main" id="{09AE6EA1-750E-4D89-8106-622FE9F09DCC}"/>
              </a:ext>
            </a:extLst>
          </p:cNvPr>
          <p:cNvSpPr>
            <a:spLocks xmlns:a="http://schemas.openxmlformats.org/drawingml/2006/main" noGrp="1"/>
          </p:cNvSpPr>
          <p:nvPr/>
        </p:nvSpPr>
        <p:spPr>
          <a:xfrm xmlns:a="http://schemas.openxmlformats.org/drawingml/2006/main">
            <a:off x="984250" y="3261320"/>
            <a:ext cx="3309493" cy="3645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307</a:t>
            </a:r>
            <a:endParaRPr sz="2546"/>
          </a:p>
        </p:txBody>
      </p:sp>
      <p:sp>
        <p:nvSpPr>
          <p:cNvPr id="11" name="Shape 9">
            <a:extLst xmlns:a="http://schemas.openxmlformats.org/drawingml/2006/main">
              <a:ext uri="{FF2B5EF4-FFF2-40B4-BE49-F238E27FC236}">
                <a16:creationId xmlns:a16="http://schemas.microsoft.com/office/drawing/2014/main" id="{A7ED02F5-77D0-4551-8BAD-3D6FA3DF85F3}"/>
              </a:ext>
            </a:extLst>
          </p:cNvPr>
          <p:cNvSpPr>
            <a:spLocks xmlns:a="http://schemas.openxmlformats.org/drawingml/2006/main" noGrp="1"/>
          </p:cNvSpPr>
          <p:nvPr/>
        </p:nvSpPr>
        <p:spPr>
          <a:xfrm xmlns:a="http://schemas.openxmlformats.org/drawingml/2006/main">
            <a:off x="815975" y="3838575"/>
            <a:ext cx="3549650" cy="831255"/>
          </a:xfrm>
          <a:prstGeom xmlns:a="http://schemas.openxmlformats.org/drawingml/2006/main" prst="roundRect">
            <a:avLst>
              <a:gd name="adj" fmla="val 10313"/>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10">
            <a:extLst xmlns:a="http://schemas.openxmlformats.org/drawingml/2006/main">
              <a:ext uri="{FF2B5EF4-FFF2-40B4-BE49-F238E27FC236}">
                <a16:creationId xmlns:a16="http://schemas.microsoft.com/office/drawing/2014/main" id="{9F6871A1-C22F-4510-9D67-FA96C96050E1}"/>
              </a:ext>
            </a:extLst>
          </p:cNvPr>
          <p:cNvSpPr>
            <a:spLocks xmlns:a="http://schemas.openxmlformats.org/drawingml/2006/main" noGrp="1"/>
          </p:cNvSpPr>
          <p:nvPr/>
        </p:nvSpPr>
        <p:spPr>
          <a:xfrm xmlns:a="http://schemas.openxmlformats.org/drawingml/2006/main">
            <a:off x="984250" y="3968750"/>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Camiones (patentes distintas)</a:t>
            </a:r>
            <a:endParaRPr sz="1121"/>
          </a:p>
        </p:txBody>
      </p:sp>
      <p:sp>
        <p:nvSpPr>
          <p:cNvPr id="13" name="Text 11">
            <a:extLst xmlns:a="http://schemas.openxmlformats.org/drawingml/2006/main">
              <a:ext uri="{FF2B5EF4-FFF2-40B4-BE49-F238E27FC236}">
                <a16:creationId xmlns:a16="http://schemas.microsoft.com/office/drawing/2014/main" id="{4B94FF20-384E-4338-A502-0296FD2588D5}"/>
              </a:ext>
            </a:extLst>
          </p:cNvPr>
          <p:cNvSpPr>
            <a:spLocks xmlns:a="http://schemas.openxmlformats.org/drawingml/2006/main" noGrp="1"/>
          </p:cNvSpPr>
          <p:nvPr/>
        </p:nvSpPr>
        <p:spPr>
          <a:xfrm xmlns:a="http://schemas.openxmlformats.org/drawingml/2006/main">
            <a:off x="984250" y="4200624"/>
            <a:ext cx="3309493" cy="3644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62</a:t>
            </a:r>
            <a:endParaRPr sz="2546"/>
          </a:p>
        </p:txBody>
      </p:sp>
      <p:sp>
        <p:nvSpPr>
          <p:cNvPr id="14" name="Shape 12">
            <a:extLst xmlns:a="http://schemas.openxmlformats.org/drawingml/2006/main">
              <a:ext uri="{FF2B5EF4-FFF2-40B4-BE49-F238E27FC236}">
                <a16:creationId xmlns:a16="http://schemas.microsoft.com/office/drawing/2014/main" id="{1910F7FE-D9F7-48F2-B8EB-0A8229693079}"/>
              </a:ext>
            </a:extLst>
          </p:cNvPr>
          <p:cNvSpPr>
            <a:spLocks xmlns:a="http://schemas.openxmlformats.org/drawingml/2006/main" noGrp="1"/>
          </p:cNvSpPr>
          <p:nvPr/>
        </p:nvSpPr>
        <p:spPr>
          <a:xfrm xmlns:a="http://schemas.openxmlformats.org/drawingml/2006/main">
            <a:off x="815975" y="4777780"/>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71E10F10-01E3-40AA-9824-858120668CEE}"/>
              </a:ext>
            </a:extLst>
          </p:cNvPr>
          <p:cNvSpPr>
            <a:spLocks xmlns:a="http://schemas.openxmlformats.org/drawingml/2006/main" noGrp="1"/>
          </p:cNvSpPr>
          <p:nvPr/>
        </p:nvSpPr>
        <p:spPr>
          <a:xfrm xmlns:a="http://schemas.openxmlformats.org/drawingml/2006/main">
            <a:off x="984250" y="4907955"/>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Duración del operativo</a:t>
            </a:r>
            <a:endParaRPr sz="1088"/>
          </a:p>
        </p:txBody>
      </p:sp>
      <p:sp>
        <p:nvSpPr>
          <p:cNvPr id="16" name="Text 14">
            <a:extLst xmlns:a="http://schemas.openxmlformats.org/drawingml/2006/main">
              <a:ext uri="{FF2B5EF4-FFF2-40B4-BE49-F238E27FC236}">
                <a16:creationId xmlns:a16="http://schemas.microsoft.com/office/drawing/2014/main" id="{C2568D2C-9A35-41C2-AFF6-04F125F45CBC}"/>
              </a:ext>
            </a:extLst>
          </p:cNvPr>
          <p:cNvSpPr>
            <a:spLocks xmlns:a="http://schemas.openxmlformats.org/drawingml/2006/main" noGrp="1"/>
          </p:cNvSpPr>
          <p:nvPr/>
        </p:nvSpPr>
        <p:spPr>
          <a:xfrm xmlns:a="http://schemas.openxmlformats.org/drawingml/2006/main">
            <a:off x="984250" y="5139234"/>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48,5 h</a:t>
            </a:r>
            <a:endParaRPr sz="2546"/>
          </a:p>
        </p:txBody>
      </p:sp>
      <p:sp>
        <p:nvSpPr>
          <p:cNvPr id="17" name="Text 15">
            <a:extLst xmlns:a="http://schemas.openxmlformats.org/drawingml/2006/main">
              <a:ext uri="{FF2B5EF4-FFF2-40B4-BE49-F238E27FC236}">
                <a16:creationId xmlns:a16="http://schemas.microsoft.com/office/drawing/2014/main" id="{F0898403-B40B-4DA9-AB29-AC40FBA72BC7}"/>
              </a:ext>
            </a:extLst>
          </p:cNvPr>
          <p:cNvSpPr>
            <a:spLocks xmlns:a="http://schemas.openxmlformats.org/drawingml/2006/main" noGrp="1"/>
          </p:cNvSpPr>
          <p:nvPr/>
        </p:nvSpPr>
        <p:spPr>
          <a:xfrm xmlns:a="http://schemas.openxmlformats.org/drawingml/2006/main">
            <a:off x="984250" y="551547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en 3 tandas</a:t>
            </a:r>
            <a:endParaRPr sz="1088"/>
          </a:p>
        </p:txBody>
      </p:sp>
      <p:sp>
        <p:nvSpPr>
          <p:cNvPr id="18" name="Text 16">
            <a:extLst xmlns:a="http://schemas.openxmlformats.org/drawingml/2006/main">
              <a:ext uri="{FF2B5EF4-FFF2-40B4-BE49-F238E27FC236}">
                <a16:creationId xmlns:a16="http://schemas.microsoft.com/office/drawing/2014/main" id="{6ACF1469-7284-4DA7-B5CA-6DA355633BA0}"/>
              </a:ext>
            </a:extLst>
          </p:cNvPr>
          <p:cNvSpPr>
            <a:spLocks xmlns:a="http://schemas.openxmlformats.org/drawingml/2006/main" noGrp="1"/>
          </p:cNvSpPr>
          <p:nvPr/>
        </p:nvSpPr>
        <p:spPr>
          <a:xfrm xmlns:a="http://schemas.openxmlformats.org/drawingml/2006/main">
            <a:off x="4724400" y="1727101"/>
            <a:ext cx="685444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día</a:t>
            </a:r>
            <a:endParaRPr sz="1200"/>
          </a:p>
        </p:txBody>
      </p:sp>
      <p:sp>
        <p:nvSpPr>
          <p:cNvPr id="19" name="Text 17">
            <a:extLst xmlns:a="http://schemas.openxmlformats.org/drawingml/2006/main">
              <a:ext uri="{FF2B5EF4-FFF2-40B4-BE49-F238E27FC236}">
                <a16:creationId xmlns:a16="http://schemas.microsoft.com/office/drawing/2014/main" id="{4A7E7CD9-4503-4998-9FF7-56A0B3E2F5C7}"/>
              </a:ext>
            </a:extLst>
          </p:cNvPr>
          <p:cNvSpPr>
            <a:spLocks xmlns:a="http://schemas.openxmlformats.org/drawingml/2006/main" noGrp="1"/>
          </p:cNvSpPr>
          <p:nvPr/>
        </p:nvSpPr>
        <p:spPr>
          <a:xfrm xmlns:a="http://schemas.openxmlformats.org/drawingml/2006/main">
            <a:off x="4724400" y="2146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20" name="Shape 18">
            <a:extLst xmlns:a="http://schemas.openxmlformats.org/drawingml/2006/main">
              <a:ext uri="{FF2B5EF4-FFF2-40B4-BE49-F238E27FC236}">
                <a16:creationId xmlns:a16="http://schemas.microsoft.com/office/drawing/2014/main" id="{D20261A9-991A-4548-AC2D-F32ADDB99C1F}"/>
              </a:ext>
            </a:extLst>
          </p:cNvPr>
          <p:cNvSpPr>
            <a:spLocks xmlns:a="http://schemas.openxmlformats.org/drawingml/2006/main" noGrp="1"/>
          </p:cNvSpPr>
          <p:nvPr/>
        </p:nvSpPr>
        <p:spPr>
          <a:xfrm xmlns:a="http://schemas.openxmlformats.org/drawingml/2006/main">
            <a:off x="5613400" y="2092821"/>
            <a:ext cx="1524000" cy="355600"/>
          </a:xfrm>
          <a:custGeom xmlns:a="http://schemas.openxmlformats.org/drawingml/2006/main">
            <a:rect l="l" t="t" r="r" b="b"/>
            <a:pathLst>
              <a:path w="1524000" h="355600">
                <a:moveTo>
                  <a:pt x="0" y="0"/>
                </a:moveTo>
                <a:lnTo>
                  <a:pt x="1473200" y="0"/>
                </a:lnTo>
                <a:arcTo wR="50800" hR="50800" stAng="16200000" swAng="5400000"/>
                <a:lnTo>
                  <a:pt x="1524000" y="304800"/>
                </a:lnTo>
                <a:arcTo wR="50800" hR="50800" stAng="0" swAng="5400000"/>
                <a:lnTo>
                  <a:pt x="0" y="355600"/>
                </a:lnTo>
                <a:lnTo>
                  <a:pt x="0" y="0"/>
                </a:lnTo>
                <a:close/>
              </a:path>
            </a:pathLst>
          </a:custGeom>
          <a:solidFill xmlns:a="http://schemas.openxmlformats.org/drawingml/2006/main">
            <a:srgbClr val="9A7650"/>
          </a:solidFill>
        </p:spPr>
      </p:sp>
      <p:sp>
        <p:nvSpPr>
          <p:cNvPr id="21" name="Text 19">
            <a:extLst xmlns:a="http://schemas.openxmlformats.org/drawingml/2006/main">
              <a:ext uri="{FF2B5EF4-FFF2-40B4-BE49-F238E27FC236}">
                <a16:creationId xmlns:a16="http://schemas.microsoft.com/office/drawing/2014/main" id="{47CB0CF8-F06E-47E0-AD9E-4E1BF61A7E0B}"/>
              </a:ext>
            </a:extLst>
          </p:cNvPr>
          <p:cNvSpPr>
            <a:spLocks xmlns:a="http://schemas.openxmlformats.org/drawingml/2006/main" noGrp="1"/>
          </p:cNvSpPr>
          <p:nvPr/>
        </p:nvSpPr>
        <p:spPr>
          <a:xfrm xmlns:a="http://schemas.openxmlformats.org/drawingml/2006/main">
            <a:off x="7264400" y="2146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41 viajes · 32 camiones</a:t>
            </a:r>
            <a:endParaRPr sz="1400"/>
          </a:p>
        </p:txBody>
      </p:sp>
      <p:sp>
        <p:nvSpPr>
          <p:cNvPr id="22" name="Text 20">
            <a:extLst xmlns:a="http://schemas.openxmlformats.org/drawingml/2006/main">
              <a:ext uri="{FF2B5EF4-FFF2-40B4-BE49-F238E27FC236}">
                <a16:creationId xmlns:a16="http://schemas.microsoft.com/office/drawing/2014/main" id="{EF435963-0578-4035-949B-CAF7FA55E37F}"/>
              </a:ext>
            </a:extLst>
          </p:cNvPr>
          <p:cNvSpPr>
            <a:spLocks xmlns:a="http://schemas.openxmlformats.org/drawingml/2006/main" noGrp="1"/>
          </p:cNvSpPr>
          <p:nvPr/>
        </p:nvSpPr>
        <p:spPr>
          <a:xfrm xmlns:a="http://schemas.openxmlformats.org/drawingml/2006/main">
            <a:off x="4724400" y="2654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23" name="Shape 21">
            <a:extLst xmlns:a="http://schemas.openxmlformats.org/drawingml/2006/main">
              <a:ext uri="{FF2B5EF4-FFF2-40B4-BE49-F238E27FC236}">
                <a16:creationId xmlns:a16="http://schemas.microsoft.com/office/drawing/2014/main" id="{EBB11EAD-25C3-4B6B-A188-4C0B488440FF}"/>
              </a:ext>
            </a:extLst>
          </p:cNvPr>
          <p:cNvSpPr>
            <a:spLocks xmlns:a="http://schemas.openxmlformats.org/drawingml/2006/main" noGrp="1"/>
          </p:cNvSpPr>
          <p:nvPr/>
        </p:nvSpPr>
        <p:spPr>
          <a:xfrm xmlns:a="http://schemas.openxmlformats.org/drawingml/2006/main">
            <a:off x="5613400" y="2600821"/>
            <a:ext cx="2597150" cy="355600"/>
          </a:xfrm>
          <a:custGeom xmlns:a="http://schemas.openxmlformats.org/drawingml/2006/main">
            <a:rect l="l" t="t" r="r" b="b"/>
            <a:pathLst>
              <a:path w="2597150" h="355600">
                <a:moveTo>
                  <a:pt x="0" y="0"/>
                </a:moveTo>
                <a:lnTo>
                  <a:pt x="2546350" y="0"/>
                </a:lnTo>
                <a:arcTo wR="50800" hR="50800" stAng="16200000" swAng="5400000"/>
                <a:lnTo>
                  <a:pt x="2597150" y="304800"/>
                </a:lnTo>
                <a:arcTo wR="50800" hR="50800" stAng="0" swAng="5400000"/>
                <a:lnTo>
                  <a:pt x="0" y="355600"/>
                </a:lnTo>
                <a:lnTo>
                  <a:pt x="0" y="0"/>
                </a:lnTo>
                <a:close/>
              </a:path>
            </a:pathLst>
          </a:custGeom>
          <a:solidFill xmlns:a="http://schemas.openxmlformats.org/drawingml/2006/main">
            <a:srgbClr val="9A7650"/>
          </a:solidFill>
        </p:spPr>
      </p:sp>
      <p:sp>
        <p:nvSpPr>
          <p:cNvPr id="24" name="Text 22">
            <a:extLst xmlns:a="http://schemas.openxmlformats.org/drawingml/2006/main">
              <a:ext uri="{FF2B5EF4-FFF2-40B4-BE49-F238E27FC236}">
                <a16:creationId xmlns:a16="http://schemas.microsoft.com/office/drawing/2014/main" id="{EB505305-0481-4FC6-9C39-3FD4FB480C7D}"/>
              </a:ext>
            </a:extLst>
          </p:cNvPr>
          <p:cNvSpPr>
            <a:spLocks xmlns:a="http://schemas.openxmlformats.org/drawingml/2006/main" noGrp="1"/>
          </p:cNvSpPr>
          <p:nvPr/>
        </p:nvSpPr>
        <p:spPr>
          <a:xfrm xmlns:a="http://schemas.openxmlformats.org/drawingml/2006/main">
            <a:off x="8337550" y="2654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70 viajes · 38 camiones</a:t>
            </a:r>
            <a:endParaRPr sz="1400"/>
          </a:p>
        </p:txBody>
      </p:sp>
      <p:sp>
        <p:nvSpPr>
          <p:cNvPr id="25" name="Text 23">
            <a:extLst xmlns:a="http://schemas.openxmlformats.org/drawingml/2006/main">
              <a:ext uri="{FF2B5EF4-FFF2-40B4-BE49-F238E27FC236}">
                <a16:creationId xmlns:a16="http://schemas.microsoft.com/office/drawing/2014/main" id="{2C3CE65C-9F6B-40CE-9B0D-D39D2D3E69FC}"/>
              </a:ext>
            </a:extLst>
          </p:cNvPr>
          <p:cNvSpPr>
            <a:spLocks xmlns:a="http://schemas.openxmlformats.org/drawingml/2006/main" noGrp="1"/>
          </p:cNvSpPr>
          <p:nvPr/>
        </p:nvSpPr>
        <p:spPr>
          <a:xfrm xmlns:a="http://schemas.openxmlformats.org/drawingml/2006/main">
            <a:off x="4724400" y="3162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26" name="Shape 24">
            <a:extLst xmlns:a="http://schemas.openxmlformats.org/drawingml/2006/main">
              <a:ext uri="{FF2B5EF4-FFF2-40B4-BE49-F238E27FC236}">
                <a16:creationId xmlns:a16="http://schemas.microsoft.com/office/drawing/2014/main" id="{1EE5403A-B026-4476-9666-774B79E6ADA6}"/>
              </a:ext>
            </a:extLst>
          </p:cNvPr>
          <p:cNvSpPr>
            <a:spLocks xmlns:a="http://schemas.openxmlformats.org/drawingml/2006/main" noGrp="1"/>
          </p:cNvSpPr>
          <p:nvPr/>
        </p:nvSpPr>
        <p:spPr>
          <a:xfrm xmlns:a="http://schemas.openxmlformats.org/drawingml/2006/main">
            <a:off x="5613400" y="3108821"/>
            <a:ext cx="3340100" cy="355600"/>
          </a:xfrm>
          <a:custGeom xmlns:a="http://schemas.openxmlformats.org/drawingml/2006/main">
            <a:rect l="l" t="t" r="r" b="b"/>
            <a:pathLst>
              <a:path w="3340100" h="355600">
                <a:moveTo>
                  <a:pt x="0" y="0"/>
                </a:moveTo>
                <a:lnTo>
                  <a:pt x="3289300" y="0"/>
                </a:lnTo>
                <a:arcTo wR="50800" hR="50800" stAng="16200000" swAng="5400000"/>
                <a:lnTo>
                  <a:pt x="3340100" y="304800"/>
                </a:lnTo>
                <a:arcTo wR="50800" hR="50800" stAng="0" swAng="5400000"/>
                <a:lnTo>
                  <a:pt x="0" y="355600"/>
                </a:lnTo>
                <a:lnTo>
                  <a:pt x="0" y="0"/>
                </a:lnTo>
                <a:close/>
              </a:path>
            </a:pathLst>
          </a:custGeom>
          <a:solidFill xmlns:a="http://schemas.openxmlformats.org/drawingml/2006/main">
            <a:srgbClr val="9A7650"/>
          </a:solidFill>
        </p:spPr>
      </p:sp>
      <p:sp>
        <p:nvSpPr>
          <p:cNvPr id="27" name="Text 25">
            <a:extLst xmlns:a="http://schemas.openxmlformats.org/drawingml/2006/main">
              <a:ext uri="{FF2B5EF4-FFF2-40B4-BE49-F238E27FC236}">
                <a16:creationId xmlns:a16="http://schemas.microsoft.com/office/drawing/2014/main" id="{2E589FD4-B666-436D-A727-E838D6D86095}"/>
              </a:ext>
            </a:extLst>
          </p:cNvPr>
          <p:cNvSpPr>
            <a:spLocks xmlns:a="http://schemas.openxmlformats.org/drawingml/2006/main" noGrp="1"/>
          </p:cNvSpPr>
          <p:nvPr/>
        </p:nvSpPr>
        <p:spPr>
          <a:xfrm xmlns:a="http://schemas.openxmlformats.org/drawingml/2006/main">
            <a:off x="9080500" y="3162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90 viajes · 35 camiones</a:t>
            </a:r>
            <a:endParaRPr sz="1400"/>
          </a:p>
        </p:txBody>
      </p:sp>
      <p:sp>
        <p:nvSpPr>
          <p:cNvPr id="28" name="Text 26">
            <a:extLst xmlns:a="http://schemas.openxmlformats.org/drawingml/2006/main">
              <a:ext uri="{FF2B5EF4-FFF2-40B4-BE49-F238E27FC236}">
                <a16:creationId xmlns:a16="http://schemas.microsoft.com/office/drawing/2014/main" id="{0F7E01DC-4D79-49FC-AE6E-B6ED34C889A1}"/>
              </a:ext>
            </a:extLst>
          </p:cNvPr>
          <p:cNvSpPr>
            <a:spLocks xmlns:a="http://schemas.openxmlformats.org/drawingml/2006/main" noGrp="1"/>
          </p:cNvSpPr>
          <p:nvPr/>
        </p:nvSpPr>
        <p:spPr>
          <a:xfrm xmlns:a="http://schemas.openxmlformats.org/drawingml/2006/main">
            <a:off x="4724400" y="3670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9" name="Shape 27">
            <a:extLst xmlns:a="http://schemas.openxmlformats.org/drawingml/2006/main">
              <a:ext uri="{FF2B5EF4-FFF2-40B4-BE49-F238E27FC236}">
                <a16:creationId xmlns:a16="http://schemas.microsoft.com/office/drawing/2014/main" id="{7111D6F6-74FD-4CB4-8B47-C9FC08E0B677}"/>
              </a:ext>
            </a:extLst>
          </p:cNvPr>
          <p:cNvSpPr>
            <a:spLocks xmlns:a="http://schemas.openxmlformats.org/drawingml/2006/main" noGrp="1"/>
          </p:cNvSpPr>
          <p:nvPr/>
        </p:nvSpPr>
        <p:spPr>
          <a:xfrm xmlns:a="http://schemas.openxmlformats.org/drawingml/2006/main">
            <a:off x="5613400" y="3616821"/>
            <a:ext cx="3937000" cy="355600"/>
          </a:xfrm>
          <a:custGeom xmlns:a="http://schemas.openxmlformats.org/drawingml/2006/main">
            <a:rect l="l" t="t" r="r" b="b"/>
            <a:pathLst>
              <a:path w="3937000" h="355600">
                <a:moveTo>
                  <a:pt x="0" y="0"/>
                </a:moveTo>
                <a:lnTo>
                  <a:pt x="3886200" y="0"/>
                </a:lnTo>
                <a:arcTo wR="50800" hR="50800" stAng="16200000" swAng="5400000"/>
                <a:lnTo>
                  <a:pt x="3937000" y="304800"/>
                </a:lnTo>
                <a:arcTo wR="50800" hR="50800" stAng="0" swAng="5400000"/>
                <a:lnTo>
                  <a:pt x="0" y="355600"/>
                </a:lnTo>
                <a:lnTo>
                  <a:pt x="0" y="0"/>
                </a:lnTo>
                <a:close/>
              </a:path>
            </a:pathLst>
          </a:custGeom>
          <a:solidFill xmlns:a="http://schemas.openxmlformats.org/drawingml/2006/main">
            <a:srgbClr val="9A7650"/>
          </a:solidFill>
        </p:spPr>
      </p:sp>
      <p:sp>
        <p:nvSpPr>
          <p:cNvPr id="30" name="Text 28">
            <a:extLst xmlns:a="http://schemas.openxmlformats.org/drawingml/2006/main">
              <a:ext uri="{FF2B5EF4-FFF2-40B4-BE49-F238E27FC236}">
                <a16:creationId xmlns:a16="http://schemas.microsoft.com/office/drawing/2014/main" id="{45C91076-74DA-431F-A3B7-8F2A980FA15C}"/>
              </a:ext>
            </a:extLst>
          </p:cNvPr>
          <p:cNvSpPr>
            <a:spLocks xmlns:a="http://schemas.openxmlformats.org/drawingml/2006/main" noGrp="1"/>
          </p:cNvSpPr>
          <p:nvPr/>
        </p:nvSpPr>
        <p:spPr>
          <a:xfrm xmlns:a="http://schemas.openxmlformats.org/drawingml/2006/main">
            <a:off x="9677400" y="3670201"/>
            <a:ext cx="1752854"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106 viajes · 43 camiones</a:t>
            </a:r>
            <a:endParaRPr sz="1400"/>
          </a:p>
        </p:txBody>
      </p:sp>
      <p:sp>
        <p:nvSpPr>
          <p:cNvPr id="31" name="Shape 29">
            <a:extLst xmlns:a="http://schemas.openxmlformats.org/drawingml/2006/main">
              <a:ext uri="{FF2B5EF4-FFF2-40B4-BE49-F238E27FC236}">
                <a16:creationId xmlns:a16="http://schemas.microsoft.com/office/drawing/2014/main" id="{4A229B32-4A26-4771-A320-D206C5D9A041}"/>
              </a:ext>
            </a:extLst>
          </p:cNvPr>
          <p:cNvSpPr>
            <a:spLocks xmlns:a="http://schemas.openxmlformats.org/drawingml/2006/main" noGrp="1"/>
          </p:cNvSpPr>
          <p:nvPr/>
        </p:nvSpPr>
        <p:spPr>
          <a:xfrm xmlns:a="http://schemas.openxmlformats.org/drawingml/2006/main">
            <a:off x="4743450" y="5097959"/>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2" name="Text 30">
            <a:extLst xmlns:a="http://schemas.openxmlformats.org/drawingml/2006/main">
              <a:ext uri="{FF2B5EF4-FFF2-40B4-BE49-F238E27FC236}">
                <a16:creationId xmlns:a16="http://schemas.microsoft.com/office/drawing/2014/main" id="{07BBFCEE-2C6E-48F4-92DB-4680D4189559}"/>
              </a:ext>
            </a:extLst>
          </p:cNvPr>
          <p:cNvSpPr>
            <a:spLocks xmlns:a="http://schemas.openxmlformats.org/drawingml/2006/main" noGrp="1"/>
          </p:cNvSpPr>
          <p:nvPr/>
        </p:nvSpPr>
        <p:spPr>
          <a:xfrm xmlns:a="http://schemas.openxmlformats.org/drawingml/2006/main">
            <a:off x="4889500" y="5123359"/>
            <a:ext cx="668439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operativo corrió en 3 tandas: 24/09 18:05 a 25/09 11:34 (17,5 h); 26/09 06:11 a 26/09 20:53 (14,7 h); 30/09 07:35 a 30/09 23:53 (16,3 h). Casi todo descargó en la volcable 4 (213 de 221 viajes leídos en el puerto).</a:t>
            </a:r>
            <a:endParaRPr sz="1300"/>
          </a:p>
        </p:txBody>
      </p:sp>
      <p:pic>
        <p:nvPicPr>
          <p:cNvPr id="68" name="Image 0"/>
          <p:cNvPicPr>
            <a:picLocks xmlns:a="http://schemas.openxmlformats.org/drawingml/2006/main" noChangeAspect="1"/>
          </p:cNvPicPr>
          <p:nvPr/>
        </p:nvPicPr>
        <p:blipFill>
          <a:blip xmlns:r="http://schemas.openxmlformats.org/officeDocument/2006/relationships" xmlns:a="http://schemas.openxmlformats.org/drawingml/2006/main" r:embed="R5e799164f111479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6357B25A-B16E-4F8A-AC40-472F9F03E41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13</a:t>
            </a:r>
            <a:endParaRPr sz="12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2f34c7f6f8514f4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1569078"/>
      </p:ext>
    </p:extLst>
  </p:cSld>
</p:sld>
</file>

<file path=ppt/slides/slide1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CDD043-7EA1-477D-893B-BA392CE2691A}"/>
              </a:ext>
            </a:extLst>
          </p:cNvPr>
          <p:cNvSpPr>
            <a:spLocks xmlns:a="http://schemas.openxmlformats.org/drawingml/2006/main" noGrp="1"/>
          </p:cNvSpPr>
          <p:nvPr/>
        </p:nvSpPr>
        <p:spPr>
          <a:xfrm xmlns:a="http://schemas.openxmlformats.org/drawingml/2006/main">
            <a:off x="812800" y="699591"/>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2FB1F04F-FDAF-420F-8B97-3A93C7B2DDF3}"/>
              </a:ext>
            </a:extLst>
          </p:cNvPr>
          <p:cNvSpPr>
            <a:spLocks xmlns:a="http://schemas.openxmlformats.org/drawingml/2006/main" noGrp="1"/>
          </p:cNvSpPr>
          <p:nvPr>
            <p:ph type="title" idx="0"/>
          </p:nvPr>
        </p:nvSpPr>
        <p:spPr>
          <a:xfrm xmlns:a="http://schemas.openxmlformats.org/drawingml/2006/main">
            <a:off x="812800" y="1079004"/>
            <a:ext cx="10883392" cy="4363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67"/>
              </a:lnSpc>
              <a:buNone/>
            </a:pPr>
            <a:r>
              <a:rPr sz="2970" b="1" i="0">
                <a:solidFill>
                  <a:srgbClr val="14281E"/>
                </a:solidFill>
                <a:latin typeface="IBM Plex Sans"/>
                <a:ea typeface="IBM Plex Sans"/>
                <a:cs typeface="IBM Plex Sans"/>
              </a:rPr>
              <a:t>Pellet: tiempos medios por tramo</a:t>
            </a:r>
            <a:endParaRPr sz="2970"/>
          </a:p>
        </p:txBody>
      </p:sp>
      <p:sp>
        <p:nvSpPr>
          <p:cNvPr id="4" name="Text 2">
            <a:extLst xmlns:a="http://schemas.openxmlformats.org/drawingml/2006/main">
              <a:ext uri="{FF2B5EF4-FFF2-40B4-BE49-F238E27FC236}">
                <a16:creationId xmlns:a16="http://schemas.microsoft.com/office/drawing/2014/main" id="{9729B75E-040A-4F0A-8EFF-DA33F0C45085}"/>
              </a:ext>
            </a:extLst>
          </p:cNvPr>
          <p:cNvSpPr>
            <a:spLocks xmlns:a="http://schemas.openxmlformats.org/drawingml/2006/main" noGrp="1"/>
          </p:cNvSpPr>
          <p:nvPr/>
        </p:nvSpPr>
        <p:spPr>
          <a:xfrm xmlns:a="http://schemas.openxmlformats.org/drawingml/2006/main">
            <a:off x="812800"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1</a:t>
            </a:r>
            <a:endParaRPr sz="1299"/>
          </a:p>
        </p:txBody>
      </p:sp>
      <p:sp>
        <p:nvSpPr>
          <p:cNvPr id="5" name="Shape 3">
            <a:extLst xmlns:a="http://schemas.openxmlformats.org/drawingml/2006/main">
              <a:ext uri="{FF2B5EF4-FFF2-40B4-BE49-F238E27FC236}">
                <a16:creationId xmlns:a16="http://schemas.microsoft.com/office/drawing/2014/main" id="{4BC84668-4358-45EA-AB77-52A1E5B4BA17}"/>
              </a:ext>
            </a:extLst>
          </p:cNvPr>
          <p:cNvSpPr>
            <a:spLocks xmlns:a="http://schemas.openxmlformats.org/drawingml/2006/main" noGrp="1"/>
          </p:cNvSpPr>
          <p:nvPr/>
        </p:nvSpPr>
        <p:spPr>
          <a:xfrm xmlns:a="http://schemas.openxmlformats.org/drawingml/2006/main">
            <a:off x="812800" y="197088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FD343A26-5869-4C8D-905A-D9AFB219C5D1}"/>
              </a:ext>
            </a:extLst>
          </p:cNvPr>
          <p:cNvSpPr>
            <a:spLocks xmlns:a="http://schemas.openxmlformats.org/drawingml/2006/main" noGrp="1"/>
          </p:cNvSpPr>
          <p:nvPr/>
        </p:nvSpPr>
        <p:spPr>
          <a:xfrm xmlns:a="http://schemas.openxmlformats.org/drawingml/2006/main">
            <a:off x="812800"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Pre-ingreso → Calle líquida</a:t>
            </a:r>
            <a:endParaRPr sz="1099"/>
          </a:p>
        </p:txBody>
      </p:sp>
      <p:sp>
        <p:nvSpPr>
          <p:cNvPr id="7" name="Text 5">
            <a:extLst xmlns:a="http://schemas.openxmlformats.org/drawingml/2006/main">
              <a:ext uri="{FF2B5EF4-FFF2-40B4-BE49-F238E27FC236}">
                <a16:creationId xmlns:a16="http://schemas.microsoft.com/office/drawing/2014/main" id="{A0B27590-5B3A-458D-9F28-ED3820FBD96E}"/>
              </a:ext>
            </a:extLst>
          </p:cNvPr>
          <p:cNvSpPr>
            <a:spLocks xmlns:a="http://schemas.openxmlformats.org/drawingml/2006/main" noGrp="1"/>
          </p:cNvSpPr>
          <p:nvPr/>
        </p:nvSpPr>
        <p:spPr>
          <a:xfrm xmlns:a="http://schemas.openxmlformats.org/drawingml/2006/main">
            <a:off x="2333129"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Acceso P3</a:t>
            </a:r>
            <a:endParaRPr sz="1299"/>
          </a:p>
        </p:txBody>
      </p:sp>
      <p:sp>
        <p:nvSpPr>
          <p:cNvPr id="8" name="Shape 6">
            <a:extLst xmlns:a="http://schemas.openxmlformats.org/drawingml/2006/main">
              <a:ext uri="{FF2B5EF4-FFF2-40B4-BE49-F238E27FC236}">
                <a16:creationId xmlns:a16="http://schemas.microsoft.com/office/drawing/2014/main" id="{B460F41B-AA55-43A8-A694-E918F1086748}"/>
              </a:ext>
            </a:extLst>
          </p:cNvPr>
          <p:cNvSpPr>
            <a:spLocks xmlns:a="http://schemas.openxmlformats.org/drawingml/2006/main" noGrp="1"/>
          </p:cNvSpPr>
          <p:nvPr/>
        </p:nvSpPr>
        <p:spPr>
          <a:xfrm xmlns:a="http://schemas.openxmlformats.org/drawingml/2006/main">
            <a:off x="2333129" y="1970881"/>
            <a:ext cx="1444129" cy="63500"/>
          </a:xfrm>
          <a:prstGeom xmlns:a="http://schemas.openxmlformats.org/drawingml/2006/main" prst="roundRect">
            <a:avLst>
              <a:gd name="adj" fmla="val 50000"/>
            </a:avLst>
          </a:prstGeom>
          <a:solidFill xmlns:a="http://schemas.openxmlformats.org/drawingml/2006/main">
            <a:srgbClr val="3A8F63"/>
          </a:solidFill>
        </p:spPr>
      </p:sp>
      <p:sp>
        <p:nvSpPr>
          <p:cNvPr id="9" name="Text 7">
            <a:extLst xmlns:a="http://schemas.openxmlformats.org/drawingml/2006/main">
              <a:ext uri="{FF2B5EF4-FFF2-40B4-BE49-F238E27FC236}">
                <a16:creationId xmlns:a16="http://schemas.microsoft.com/office/drawing/2014/main" id="{02B89C9C-39E9-4817-9205-F6AC0BDA9AF1}"/>
              </a:ext>
            </a:extLst>
          </p:cNvPr>
          <p:cNvSpPr>
            <a:spLocks xmlns:a="http://schemas.openxmlformats.org/drawingml/2006/main" noGrp="1"/>
          </p:cNvSpPr>
          <p:nvPr/>
        </p:nvSpPr>
        <p:spPr>
          <a:xfrm xmlns:a="http://schemas.openxmlformats.org/drawingml/2006/main">
            <a:off x="2333129" y="2085181"/>
            <a:ext cx="15203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93"/>
              </a:lnSpc>
              <a:buNone/>
            </a:pPr>
            <a:r>
              <a:rPr sz="1106">
                <a:solidFill>
                  <a:srgbClr val="4A5D52"/>
                </a:solidFill>
                <a:latin typeface="IBM Plex Sans"/>
                <a:ea typeface="IBM Plex Sans"/>
                <a:cs typeface="IBM Plex Sans"/>
              </a:rPr>
              <a:t>Calle líquida → Playa 3</a:t>
            </a:r>
            <a:endParaRPr sz="1106"/>
          </a:p>
        </p:txBody>
      </p:sp>
      <p:sp>
        <p:nvSpPr>
          <p:cNvPr id="10" name="Text 8">
            <a:extLst xmlns:a="http://schemas.openxmlformats.org/drawingml/2006/main">
              <a:ext uri="{FF2B5EF4-FFF2-40B4-BE49-F238E27FC236}">
                <a16:creationId xmlns:a16="http://schemas.microsoft.com/office/drawing/2014/main" id="{17716CE4-B821-4229-A438-FE9DA3D726C1}"/>
              </a:ext>
            </a:extLst>
          </p:cNvPr>
          <p:cNvSpPr>
            <a:spLocks xmlns:a="http://schemas.openxmlformats.org/drawingml/2006/main" noGrp="1"/>
          </p:cNvSpPr>
          <p:nvPr/>
        </p:nvSpPr>
        <p:spPr>
          <a:xfrm xmlns:a="http://schemas.openxmlformats.org/drawingml/2006/main">
            <a:off x="3853458"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Carga</a:t>
            </a:r>
            <a:endParaRPr sz="1299"/>
          </a:p>
        </p:txBody>
      </p:sp>
      <p:sp>
        <p:nvSpPr>
          <p:cNvPr id="11" name="Shape 9">
            <a:extLst xmlns:a="http://schemas.openxmlformats.org/drawingml/2006/main">
              <a:ext uri="{FF2B5EF4-FFF2-40B4-BE49-F238E27FC236}">
                <a16:creationId xmlns:a16="http://schemas.microsoft.com/office/drawing/2014/main" id="{CCBB32E4-BE57-45E3-92E8-058AB1F4904A}"/>
              </a:ext>
            </a:extLst>
          </p:cNvPr>
          <p:cNvSpPr>
            <a:spLocks xmlns:a="http://schemas.openxmlformats.org/drawingml/2006/main" noGrp="1"/>
          </p:cNvSpPr>
          <p:nvPr/>
        </p:nvSpPr>
        <p:spPr>
          <a:xfrm xmlns:a="http://schemas.openxmlformats.org/drawingml/2006/main">
            <a:off x="3853458" y="1970881"/>
            <a:ext cx="1444228" cy="63500"/>
          </a:xfrm>
          <a:prstGeom xmlns:a="http://schemas.openxmlformats.org/drawingml/2006/main" prst="roundRect">
            <a:avLst>
              <a:gd name="adj" fmla="val 50000"/>
            </a:avLst>
          </a:prstGeom>
          <a:solidFill xmlns:a="http://schemas.openxmlformats.org/drawingml/2006/main">
            <a:srgbClr val="9A7650"/>
          </a:solidFill>
        </p:spPr>
      </p:sp>
      <p:sp>
        <p:nvSpPr>
          <p:cNvPr id="12" name="Text 10">
            <a:extLst xmlns:a="http://schemas.openxmlformats.org/drawingml/2006/main">
              <a:ext uri="{FF2B5EF4-FFF2-40B4-BE49-F238E27FC236}">
                <a16:creationId xmlns:a16="http://schemas.microsoft.com/office/drawing/2014/main" id="{A05DA1B6-0F65-4261-87AE-E3950807A9F2}"/>
              </a:ext>
            </a:extLst>
          </p:cNvPr>
          <p:cNvSpPr>
            <a:spLocks xmlns:a="http://schemas.openxmlformats.org/drawingml/2006/main" noGrp="1"/>
          </p:cNvSpPr>
          <p:nvPr/>
        </p:nvSpPr>
        <p:spPr>
          <a:xfrm xmlns:a="http://schemas.openxmlformats.org/drawingml/2006/main">
            <a:off x="3853458"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Playa 3 → Balanza egreso</a:t>
            </a:r>
            <a:endParaRPr sz="1099"/>
          </a:p>
        </p:txBody>
      </p:sp>
      <p:sp>
        <p:nvSpPr>
          <p:cNvPr id="13" name="Text 11">
            <a:extLst xmlns:a="http://schemas.openxmlformats.org/drawingml/2006/main">
              <a:ext uri="{FF2B5EF4-FFF2-40B4-BE49-F238E27FC236}">
                <a16:creationId xmlns:a16="http://schemas.microsoft.com/office/drawing/2014/main" id="{9A8A9EF0-6CE1-432F-A767-8583AF4F3534}"/>
              </a:ext>
            </a:extLst>
          </p:cNvPr>
          <p:cNvSpPr>
            <a:spLocks xmlns:a="http://schemas.openxmlformats.org/drawingml/2006/main" noGrp="1"/>
          </p:cNvSpPr>
          <p:nvPr/>
        </p:nvSpPr>
        <p:spPr>
          <a:xfrm xmlns:a="http://schemas.openxmlformats.org/drawingml/2006/main">
            <a:off x="5373886"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Interplanta</a:t>
            </a:r>
            <a:endParaRPr sz="1299"/>
          </a:p>
        </p:txBody>
      </p:sp>
      <p:sp>
        <p:nvSpPr>
          <p:cNvPr id="14" name="Shape 12">
            <a:extLst xmlns:a="http://schemas.openxmlformats.org/drawingml/2006/main">
              <a:ext uri="{FF2B5EF4-FFF2-40B4-BE49-F238E27FC236}">
                <a16:creationId xmlns:a16="http://schemas.microsoft.com/office/drawing/2014/main" id="{809F46A1-FD45-4397-9F50-BE20992A509B}"/>
              </a:ext>
            </a:extLst>
          </p:cNvPr>
          <p:cNvSpPr>
            <a:spLocks xmlns:a="http://schemas.openxmlformats.org/drawingml/2006/main" noGrp="1"/>
          </p:cNvSpPr>
          <p:nvPr/>
        </p:nvSpPr>
        <p:spPr>
          <a:xfrm xmlns:a="http://schemas.openxmlformats.org/drawingml/2006/main">
            <a:off x="5373886" y="197088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046BAD45-D161-4880-9D3F-D555437B163A}"/>
              </a:ext>
            </a:extLst>
          </p:cNvPr>
          <p:cNvSpPr>
            <a:spLocks xmlns:a="http://schemas.openxmlformats.org/drawingml/2006/main" noGrp="1"/>
          </p:cNvSpPr>
          <p:nvPr/>
        </p:nvSpPr>
        <p:spPr>
          <a:xfrm xmlns:a="http://schemas.openxmlformats.org/drawingml/2006/main">
            <a:off x="5373886"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egreso → Ingreso SLZ</a:t>
            </a:r>
            <a:endParaRPr sz="1099"/>
          </a:p>
        </p:txBody>
      </p:sp>
      <p:sp>
        <p:nvSpPr>
          <p:cNvPr id="16" name="Text 14">
            <a:extLst xmlns:a="http://schemas.openxmlformats.org/drawingml/2006/main">
              <a:ext uri="{FF2B5EF4-FFF2-40B4-BE49-F238E27FC236}">
                <a16:creationId xmlns:a16="http://schemas.microsoft.com/office/drawing/2014/main" id="{96064D5E-2B0F-4ADF-A80C-C0BB788CA080}"/>
              </a:ext>
            </a:extLst>
          </p:cNvPr>
          <p:cNvSpPr>
            <a:spLocks xmlns:a="http://schemas.openxmlformats.org/drawingml/2006/main" noGrp="1"/>
          </p:cNvSpPr>
          <p:nvPr/>
        </p:nvSpPr>
        <p:spPr>
          <a:xfrm xmlns:a="http://schemas.openxmlformats.org/drawingml/2006/main">
            <a:off x="6894215"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OSL</a:t>
            </a:r>
            <a:endParaRPr sz="1299"/>
          </a:p>
        </p:txBody>
      </p:sp>
      <p:sp>
        <p:nvSpPr>
          <p:cNvPr id="17" name="Shape 15">
            <a:extLst xmlns:a="http://schemas.openxmlformats.org/drawingml/2006/main">
              <a:ext uri="{FF2B5EF4-FFF2-40B4-BE49-F238E27FC236}">
                <a16:creationId xmlns:a16="http://schemas.microsoft.com/office/drawing/2014/main" id="{6BE97CD7-16EF-4ED7-8896-62269CDE72D3}"/>
              </a:ext>
            </a:extLst>
          </p:cNvPr>
          <p:cNvSpPr>
            <a:spLocks xmlns:a="http://schemas.openxmlformats.org/drawingml/2006/main" noGrp="1"/>
          </p:cNvSpPr>
          <p:nvPr/>
        </p:nvSpPr>
        <p:spPr>
          <a:xfrm xmlns:a="http://schemas.openxmlformats.org/drawingml/2006/main">
            <a:off x="6894215" y="197088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9984BCCF-16F6-4507-89B2-E3573E9DAB24}"/>
              </a:ext>
            </a:extLst>
          </p:cNvPr>
          <p:cNvSpPr>
            <a:spLocks xmlns:a="http://schemas.openxmlformats.org/drawingml/2006/main" noGrp="1"/>
          </p:cNvSpPr>
          <p:nvPr/>
        </p:nvSpPr>
        <p:spPr>
          <a:xfrm xmlns:a="http://schemas.openxmlformats.org/drawingml/2006/main">
            <a:off x="6894215"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Ingreso SLZ → Balanza OSL</a:t>
            </a:r>
            <a:endParaRPr sz="1099"/>
          </a:p>
        </p:txBody>
      </p:sp>
      <p:sp>
        <p:nvSpPr>
          <p:cNvPr id="19" name="Text 17">
            <a:extLst xmlns:a="http://schemas.openxmlformats.org/drawingml/2006/main">
              <a:ext uri="{FF2B5EF4-FFF2-40B4-BE49-F238E27FC236}">
                <a16:creationId xmlns:a16="http://schemas.microsoft.com/office/drawing/2014/main" id="{9F1261EA-F3BA-44AA-BE0F-8BB6E3B73B87}"/>
              </a:ext>
            </a:extLst>
          </p:cNvPr>
          <p:cNvSpPr>
            <a:spLocks xmlns:a="http://schemas.openxmlformats.org/drawingml/2006/main" noGrp="1"/>
          </p:cNvSpPr>
          <p:nvPr/>
        </p:nvSpPr>
        <p:spPr>
          <a:xfrm xmlns:a="http://schemas.openxmlformats.org/drawingml/2006/main">
            <a:off x="8414643"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Descarga</a:t>
            </a:r>
            <a:endParaRPr sz="1299"/>
          </a:p>
        </p:txBody>
      </p:sp>
      <p:sp>
        <p:nvSpPr>
          <p:cNvPr id="20" name="Shape 18">
            <a:extLst xmlns:a="http://schemas.openxmlformats.org/drawingml/2006/main">
              <a:ext uri="{FF2B5EF4-FFF2-40B4-BE49-F238E27FC236}">
                <a16:creationId xmlns:a16="http://schemas.microsoft.com/office/drawing/2014/main" id="{20B8A52E-0CD4-427F-94F2-00D353C3DE79}"/>
              </a:ext>
            </a:extLst>
          </p:cNvPr>
          <p:cNvSpPr>
            <a:spLocks xmlns:a="http://schemas.openxmlformats.org/drawingml/2006/main" noGrp="1"/>
          </p:cNvSpPr>
          <p:nvPr/>
        </p:nvSpPr>
        <p:spPr>
          <a:xfrm xmlns:a="http://schemas.openxmlformats.org/drawingml/2006/main">
            <a:off x="8414643" y="197088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0AFD2E06-AA9A-4D69-89E9-D7CC3DC43302}"/>
              </a:ext>
            </a:extLst>
          </p:cNvPr>
          <p:cNvSpPr>
            <a:spLocks xmlns:a="http://schemas.openxmlformats.org/drawingml/2006/main" noGrp="1"/>
          </p:cNvSpPr>
          <p:nvPr/>
        </p:nvSpPr>
        <p:spPr>
          <a:xfrm xmlns:a="http://schemas.openxmlformats.org/drawingml/2006/main">
            <a:off x="8414643"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OSL → Volcable</a:t>
            </a:r>
            <a:endParaRPr sz="1099"/>
          </a:p>
        </p:txBody>
      </p:sp>
      <p:sp>
        <p:nvSpPr>
          <p:cNvPr id="22" name="Text 20">
            <a:extLst xmlns:a="http://schemas.openxmlformats.org/drawingml/2006/main">
              <a:ext uri="{FF2B5EF4-FFF2-40B4-BE49-F238E27FC236}">
                <a16:creationId xmlns:a16="http://schemas.microsoft.com/office/drawing/2014/main" id="{CFF8DB1C-AEBB-4C55-AA71-AC2510481717}"/>
              </a:ext>
            </a:extLst>
          </p:cNvPr>
          <p:cNvSpPr>
            <a:spLocks xmlns:a="http://schemas.openxmlformats.org/drawingml/2006/main" noGrp="1"/>
          </p:cNvSpPr>
          <p:nvPr/>
        </p:nvSpPr>
        <p:spPr>
          <a:xfrm xmlns:a="http://schemas.openxmlformats.org/drawingml/2006/main">
            <a:off x="9934972"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Salida</a:t>
            </a:r>
            <a:endParaRPr sz="1299"/>
          </a:p>
        </p:txBody>
      </p:sp>
      <p:sp>
        <p:nvSpPr>
          <p:cNvPr id="23" name="Shape 21">
            <a:extLst xmlns:a="http://schemas.openxmlformats.org/drawingml/2006/main">
              <a:ext uri="{FF2B5EF4-FFF2-40B4-BE49-F238E27FC236}">
                <a16:creationId xmlns:a16="http://schemas.microsoft.com/office/drawing/2014/main" id="{F863D1DC-229C-43EC-B458-B8DD82EBA36E}"/>
              </a:ext>
            </a:extLst>
          </p:cNvPr>
          <p:cNvSpPr>
            <a:spLocks xmlns:a="http://schemas.openxmlformats.org/drawingml/2006/main" noGrp="1"/>
          </p:cNvSpPr>
          <p:nvPr/>
        </p:nvSpPr>
        <p:spPr>
          <a:xfrm xmlns:a="http://schemas.openxmlformats.org/drawingml/2006/main">
            <a:off x="9934972" y="197088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50A76109-0193-4E13-8946-9F25AE0B799A}"/>
              </a:ext>
            </a:extLst>
          </p:cNvPr>
          <p:cNvSpPr>
            <a:spLocks xmlns:a="http://schemas.openxmlformats.org/drawingml/2006/main" noGrp="1"/>
          </p:cNvSpPr>
          <p:nvPr/>
        </p:nvSpPr>
        <p:spPr>
          <a:xfrm xmlns:a="http://schemas.openxmlformats.org/drawingml/2006/main">
            <a:off x="9934972" y="2085181"/>
            <a:ext cx="1733074"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39"/>
              </a:lnSpc>
              <a:buNone/>
            </a:pPr>
            <a:r>
              <a:rPr sz="1140">
                <a:solidFill>
                  <a:srgbClr val="4A5D52"/>
                </a:solidFill>
                <a:latin typeface="IBM Plex Sans"/>
                <a:ea typeface="IBM Plex Sans"/>
                <a:cs typeface="IBM Plex Sans"/>
              </a:rPr>
              <a:t>Volcable → Salida SLZ</a:t>
            </a:r>
            <a:endParaRPr sz="1140"/>
          </a:p>
        </p:txBody>
      </p:sp>
      <p:sp>
        <p:nvSpPr>
          <p:cNvPr id="25" name="Text 23">
            <a:extLst xmlns:a="http://schemas.openxmlformats.org/drawingml/2006/main">
              <a:ext uri="{FF2B5EF4-FFF2-40B4-BE49-F238E27FC236}">
                <a16:creationId xmlns:a16="http://schemas.microsoft.com/office/drawing/2014/main" id="{27501136-CF69-4DBA-84BD-A354151FF2DD}"/>
              </a:ext>
            </a:extLst>
          </p:cNvPr>
          <p:cNvSpPr>
            <a:spLocks xmlns:a="http://schemas.openxmlformats.org/drawingml/2006/main" noGrp="1"/>
          </p:cNvSpPr>
          <p:nvPr/>
        </p:nvSpPr>
        <p:spPr>
          <a:xfrm xmlns:a="http://schemas.openxmlformats.org/drawingml/2006/main">
            <a:off x="787400" y="2663329"/>
            <a:ext cx="7874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21</a:t>
            </a:r>
            <a:endParaRPr sz="1800"/>
          </a:p>
        </p:txBody>
      </p:sp>
      <p:sp>
        <p:nvSpPr>
          <p:cNvPr id="26" name="Text 24">
            <a:extLst xmlns:a="http://schemas.openxmlformats.org/drawingml/2006/main">
              <a:ext uri="{FF2B5EF4-FFF2-40B4-BE49-F238E27FC236}">
                <a16:creationId xmlns:a16="http://schemas.microsoft.com/office/drawing/2014/main" id="{54E595E8-3F11-47EF-BE22-D9C46507B801}"/>
              </a:ext>
            </a:extLst>
          </p:cNvPr>
          <p:cNvSpPr>
            <a:spLocks xmlns:a="http://schemas.openxmlformats.org/drawingml/2006/main" noGrp="1"/>
          </p:cNvSpPr>
          <p:nvPr/>
        </p:nvSpPr>
        <p:spPr>
          <a:xfrm xmlns:a="http://schemas.openxmlformats.org/drawingml/2006/main">
            <a:off x="1524000" y="2663329"/>
            <a:ext cx="57785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27" name="Text 25">
            <a:extLst xmlns:a="http://schemas.openxmlformats.org/drawingml/2006/main">
              <a:ext uri="{FF2B5EF4-FFF2-40B4-BE49-F238E27FC236}">
                <a16:creationId xmlns:a16="http://schemas.microsoft.com/office/drawing/2014/main" id="{B79FFD94-6589-40D1-92DC-0508FCA59E16}"/>
              </a:ext>
            </a:extLst>
          </p:cNvPr>
          <p:cNvSpPr>
            <a:spLocks xmlns:a="http://schemas.openxmlformats.org/drawingml/2006/main" noGrp="1"/>
          </p:cNvSpPr>
          <p:nvPr/>
        </p:nvSpPr>
        <p:spPr>
          <a:xfrm xmlns:a="http://schemas.openxmlformats.org/drawingml/2006/main">
            <a:off x="2041684" y="2663329"/>
            <a:ext cx="2387283"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5E4428"/>
                </a:solidFill>
                <a:latin typeface="IBM Plex Sans"/>
                <a:ea typeface="IBM Plex Sans"/>
                <a:cs typeface="IBM Plex Sans"/>
              </a:rPr>
              <a:t>66</a:t>
            </a:r>
            <a:endParaRPr sz="1800"/>
          </a:p>
        </p:txBody>
      </p:sp>
      <p:sp>
        <p:nvSpPr>
          <p:cNvPr id="28" name="Text 26">
            <a:extLst xmlns:a="http://schemas.openxmlformats.org/drawingml/2006/main">
              <a:ext uri="{FF2B5EF4-FFF2-40B4-BE49-F238E27FC236}">
                <a16:creationId xmlns:a16="http://schemas.microsoft.com/office/drawing/2014/main" id="{F970844D-0BC6-4935-95A7-CC3123C36D3A}"/>
              </a:ext>
            </a:extLst>
          </p:cNvPr>
          <p:cNvSpPr>
            <a:spLocks xmlns:a="http://schemas.openxmlformats.org/drawingml/2006/main" noGrp="1"/>
          </p:cNvSpPr>
          <p:nvPr/>
        </p:nvSpPr>
        <p:spPr>
          <a:xfrm xmlns:a="http://schemas.openxmlformats.org/drawingml/2006/main">
            <a:off x="436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29" name="Text 27">
            <a:extLst xmlns:a="http://schemas.openxmlformats.org/drawingml/2006/main">
              <a:ext uri="{FF2B5EF4-FFF2-40B4-BE49-F238E27FC236}">
                <a16:creationId xmlns:a16="http://schemas.microsoft.com/office/drawing/2014/main" id="{BC49144A-57AA-4FD4-81B8-2A49ABF7F8D2}"/>
              </a:ext>
            </a:extLst>
          </p:cNvPr>
          <p:cNvSpPr>
            <a:spLocks xmlns:a="http://schemas.openxmlformats.org/drawingml/2006/main" noGrp="1"/>
          </p:cNvSpPr>
          <p:nvPr/>
        </p:nvSpPr>
        <p:spPr>
          <a:xfrm xmlns:a="http://schemas.openxmlformats.org/drawingml/2006/main">
            <a:off x="4986147" y="2663329"/>
            <a:ext cx="2956306"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82</a:t>
            </a:r>
            <a:endParaRPr sz="1800"/>
          </a:p>
        </p:txBody>
      </p:sp>
      <p:sp>
        <p:nvSpPr>
          <p:cNvPr id="30" name="Text 28">
            <a:extLst xmlns:a="http://schemas.openxmlformats.org/drawingml/2006/main">
              <a:ext uri="{FF2B5EF4-FFF2-40B4-BE49-F238E27FC236}">
                <a16:creationId xmlns:a16="http://schemas.microsoft.com/office/drawing/2014/main" id="{DFBD1369-E4E3-44E8-A857-13F6C4144187}"/>
              </a:ext>
            </a:extLst>
          </p:cNvPr>
          <p:cNvSpPr>
            <a:spLocks xmlns:a="http://schemas.openxmlformats.org/drawingml/2006/main" noGrp="1"/>
          </p:cNvSpPr>
          <p:nvPr/>
        </p:nvSpPr>
        <p:spPr>
          <a:xfrm xmlns:a="http://schemas.openxmlformats.org/drawingml/2006/main">
            <a:off x="7856728" y="2663329"/>
            <a:ext cx="2930144"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81</a:t>
            </a:r>
            <a:endParaRPr sz="1800"/>
          </a:p>
        </p:txBody>
      </p:sp>
      <p:sp>
        <p:nvSpPr>
          <p:cNvPr id="31" name="Text 29">
            <a:extLst xmlns:a="http://schemas.openxmlformats.org/drawingml/2006/main">
              <a:ext uri="{FF2B5EF4-FFF2-40B4-BE49-F238E27FC236}">
                <a16:creationId xmlns:a16="http://schemas.microsoft.com/office/drawing/2014/main" id="{6238514B-BD48-4E63-9520-558BCE0875F7}"/>
              </a:ext>
            </a:extLst>
          </p:cNvPr>
          <p:cNvSpPr>
            <a:spLocks xmlns:a="http://schemas.openxmlformats.org/drawingml/2006/main" noGrp="1"/>
          </p:cNvSpPr>
          <p:nvPr/>
        </p:nvSpPr>
        <p:spPr>
          <a:xfrm xmlns:a="http://schemas.openxmlformats.org/drawingml/2006/main">
            <a:off x="1071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32" name="Shape 30">
            <a:extLst xmlns:a="http://schemas.openxmlformats.org/drawingml/2006/main">
              <a:ext uri="{FF2B5EF4-FFF2-40B4-BE49-F238E27FC236}">
                <a16:creationId xmlns:a16="http://schemas.microsoft.com/office/drawing/2014/main" id="{186EA380-92BD-4F95-88D0-45E19A2D83F8}"/>
              </a:ext>
            </a:extLst>
          </p:cNvPr>
          <p:cNvSpPr>
            <a:spLocks xmlns:a="http://schemas.openxmlformats.org/drawingml/2006/main" noGrp="1"/>
          </p:cNvSpPr>
          <p:nvPr/>
        </p:nvSpPr>
        <p:spPr>
          <a:xfrm xmlns:a="http://schemas.openxmlformats.org/drawingml/2006/main">
            <a:off x="812800" y="3009205"/>
            <a:ext cx="736600" cy="355600"/>
          </a:xfrm>
          <a:custGeom xmlns:a="http://schemas.openxmlformats.org/drawingml/2006/main">
            <a:rect l="l" t="t" r="r" b="b"/>
            <a:pathLst>
              <a:path w="736600" h="355600">
                <a:moveTo>
                  <a:pt x="0" y="50800"/>
                </a:moveTo>
                <a:arcTo wR="50800" hR="50800" stAng="10800000" swAng="5400000"/>
                <a:lnTo>
                  <a:pt x="736600" y="0"/>
                </a:lnTo>
                <a:lnTo>
                  <a:pt x="736600" y="355600"/>
                </a:lnTo>
                <a:lnTo>
                  <a:pt x="0" y="355600"/>
                </a:lnTo>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A1677D44-F917-4C2D-951A-2B576C762D02}"/>
              </a:ext>
            </a:extLst>
          </p:cNvPr>
          <p:cNvSpPr>
            <a:spLocks xmlns:a="http://schemas.openxmlformats.org/drawingml/2006/main" noGrp="1"/>
          </p:cNvSpPr>
          <p:nvPr/>
        </p:nvSpPr>
        <p:spPr>
          <a:xfrm xmlns:a="http://schemas.openxmlformats.org/drawingml/2006/main">
            <a:off x="1549400" y="3009205"/>
            <a:ext cx="527050" cy="355600"/>
          </a:xfrm>
          <a:prstGeom xmlns:a="http://schemas.openxmlformats.org/drawingml/2006/main" prst="rect">
            <a:avLst/>
          </a:prstGeom>
          <a:solidFill xmlns:a="http://schemas.openxmlformats.org/drawingml/2006/main">
            <a:srgbClr val="3A8F63"/>
          </a:solidFill>
        </p:spPr>
      </p:sp>
      <p:sp>
        <p:nvSpPr>
          <p:cNvPr id="34" name="Shape 32">
            <a:extLst xmlns:a="http://schemas.openxmlformats.org/drawingml/2006/main">
              <a:ext uri="{FF2B5EF4-FFF2-40B4-BE49-F238E27FC236}">
                <a16:creationId xmlns:a16="http://schemas.microsoft.com/office/drawing/2014/main" id="{BE274E52-66DD-4071-9BCB-C6AF1B8C1D0F}"/>
              </a:ext>
            </a:extLst>
          </p:cNvPr>
          <p:cNvSpPr>
            <a:spLocks xmlns:a="http://schemas.openxmlformats.org/drawingml/2006/main" noGrp="1"/>
          </p:cNvSpPr>
          <p:nvPr/>
        </p:nvSpPr>
        <p:spPr>
          <a:xfrm xmlns:a="http://schemas.openxmlformats.org/drawingml/2006/main">
            <a:off x="155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1351CE66-A271-48BB-8717-27DB0DB825BC}"/>
              </a:ext>
            </a:extLst>
          </p:cNvPr>
          <p:cNvSpPr>
            <a:spLocks xmlns:a="http://schemas.openxmlformats.org/drawingml/2006/main" noGrp="1"/>
          </p:cNvSpPr>
          <p:nvPr/>
        </p:nvSpPr>
        <p:spPr>
          <a:xfrm xmlns:a="http://schemas.openxmlformats.org/drawingml/2006/main">
            <a:off x="2076450" y="3009205"/>
            <a:ext cx="2317750" cy="355600"/>
          </a:xfrm>
          <a:prstGeom xmlns:a="http://schemas.openxmlformats.org/drawingml/2006/main" prst="rect">
            <a:avLst/>
          </a:prstGeom>
          <a:solidFill xmlns:a="http://schemas.openxmlformats.org/drawingml/2006/main">
            <a:srgbClr val="9A7650"/>
          </a:solidFill>
        </p:spPr>
      </p:sp>
      <p:sp>
        <p:nvSpPr>
          <p:cNvPr id="36" name="Shape 34">
            <a:extLst xmlns:a="http://schemas.openxmlformats.org/drawingml/2006/main">
              <a:ext uri="{FF2B5EF4-FFF2-40B4-BE49-F238E27FC236}">
                <a16:creationId xmlns:a16="http://schemas.microsoft.com/office/drawing/2014/main" id="{F7BFB9D8-B88E-4BA6-8AD7-B728FEC9EF77}"/>
              </a:ext>
            </a:extLst>
          </p:cNvPr>
          <p:cNvSpPr>
            <a:spLocks xmlns:a="http://schemas.openxmlformats.org/drawingml/2006/main" noGrp="1"/>
          </p:cNvSpPr>
          <p:nvPr/>
        </p:nvSpPr>
        <p:spPr>
          <a:xfrm xmlns:a="http://schemas.openxmlformats.org/drawingml/2006/main">
            <a:off x="208597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3E171E1D-9208-4D3F-8787-18FE97F03774}"/>
              </a:ext>
            </a:extLst>
          </p:cNvPr>
          <p:cNvSpPr>
            <a:spLocks xmlns:a="http://schemas.openxmlformats.org/drawingml/2006/main" noGrp="1"/>
          </p:cNvSpPr>
          <p:nvPr/>
        </p:nvSpPr>
        <p:spPr>
          <a:xfrm xmlns:a="http://schemas.openxmlformats.org/drawingml/2006/main">
            <a:off x="4394200" y="3009205"/>
            <a:ext cx="63500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ED3EFDB0-9FF5-43F4-B62F-DCA4E84CF78B}"/>
              </a:ext>
            </a:extLst>
          </p:cNvPr>
          <p:cNvSpPr>
            <a:spLocks xmlns:a="http://schemas.openxmlformats.org/drawingml/2006/main" noGrp="1"/>
          </p:cNvSpPr>
          <p:nvPr/>
        </p:nvSpPr>
        <p:spPr>
          <a:xfrm xmlns:a="http://schemas.openxmlformats.org/drawingml/2006/main">
            <a:off x="4403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2ADDD91C-A9E2-48F8-89E6-F9F4328D4A16}"/>
              </a:ext>
            </a:extLst>
          </p:cNvPr>
          <p:cNvSpPr>
            <a:spLocks xmlns:a="http://schemas.openxmlformats.org/drawingml/2006/main" noGrp="1"/>
          </p:cNvSpPr>
          <p:nvPr/>
        </p:nvSpPr>
        <p:spPr>
          <a:xfrm xmlns:a="http://schemas.openxmlformats.org/drawingml/2006/main">
            <a:off x="5029200" y="3009205"/>
            <a:ext cx="287020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09CFF084-6C80-4D4E-8F81-480A149FAE83}"/>
              </a:ext>
            </a:extLst>
          </p:cNvPr>
          <p:cNvSpPr>
            <a:spLocks xmlns:a="http://schemas.openxmlformats.org/drawingml/2006/main" noGrp="1"/>
          </p:cNvSpPr>
          <p:nvPr/>
        </p:nvSpPr>
        <p:spPr>
          <a:xfrm xmlns:a="http://schemas.openxmlformats.org/drawingml/2006/main">
            <a:off x="5038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1497028C-114E-4268-A23F-778F06685D63}"/>
              </a:ext>
            </a:extLst>
          </p:cNvPr>
          <p:cNvSpPr>
            <a:spLocks xmlns:a="http://schemas.openxmlformats.org/drawingml/2006/main" noGrp="1"/>
          </p:cNvSpPr>
          <p:nvPr/>
        </p:nvSpPr>
        <p:spPr>
          <a:xfrm xmlns:a="http://schemas.openxmlformats.org/drawingml/2006/main">
            <a:off x="7899400" y="3009205"/>
            <a:ext cx="28448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F9B3DCE5-DCEE-4310-822D-340871FBF9E3}"/>
              </a:ext>
            </a:extLst>
          </p:cNvPr>
          <p:cNvSpPr>
            <a:spLocks xmlns:a="http://schemas.openxmlformats.org/drawingml/2006/main" noGrp="1"/>
          </p:cNvSpPr>
          <p:nvPr/>
        </p:nvSpPr>
        <p:spPr>
          <a:xfrm xmlns:a="http://schemas.openxmlformats.org/drawingml/2006/main">
            <a:off x="790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2E2AFF2F-974E-494E-93E9-B98D0612CB1C}"/>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584200" y="0"/>
                </a:moveTo>
                <a:arcTo wR="50800" hR="50800" stAng="16200000" swAng="5400000"/>
                <a:lnTo>
                  <a:pt x="635000" y="355600"/>
                </a:lnTo>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AD980D46-B5E0-4A94-8306-140063474CDA}"/>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4840DEE6-192A-4E0C-A1E8-8201EACC21F2}"/>
              </a:ext>
            </a:extLst>
          </p:cNvPr>
          <p:cNvSpPr>
            <a:spLocks xmlns:a="http://schemas.openxmlformats.org/drawingml/2006/main" noGrp="1"/>
          </p:cNvSpPr>
          <p:nvPr/>
        </p:nvSpPr>
        <p:spPr>
          <a:xfrm xmlns:a="http://schemas.openxmlformats.org/drawingml/2006/main">
            <a:off x="812800" y="3400723"/>
            <a:ext cx="3581400" cy="0"/>
          </a:xfrm>
          <a:prstGeom xmlns:a="http://schemas.openxmlformats.org/drawingml/2006/main" prst="line">
            <a:avLst/>
          </a:prstGeom>
          <a:noFill xmlns:a="http://schemas.openxmlformats.org/drawingml/2006/main"/>
          <a:ln xmlns:a="http://schemas.openxmlformats.org/drawingml/2006/main" w="25400">
            <a:solidFill>
              <a:srgbClr val="9A7650"/>
            </a:solidFill>
            <a:prstDash val="solid"/>
          </a:ln>
        </p:spPr>
      </p:sp>
      <p:sp>
        <p:nvSpPr>
          <p:cNvPr id="46" name="Text 44">
            <a:extLst xmlns:a="http://schemas.openxmlformats.org/drawingml/2006/main">
              <a:ext uri="{FF2B5EF4-FFF2-40B4-BE49-F238E27FC236}">
                <a16:creationId xmlns:a16="http://schemas.microsoft.com/office/drawing/2014/main" id="{7348CF99-5784-43D0-A276-5072DF413155}"/>
              </a:ext>
            </a:extLst>
          </p:cNvPr>
          <p:cNvSpPr>
            <a:spLocks xmlns:a="http://schemas.openxmlformats.org/drawingml/2006/main" noGrp="1"/>
          </p:cNvSpPr>
          <p:nvPr/>
        </p:nvSpPr>
        <p:spPr>
          <a:xfrm xmlns:a="http://schemas.openxmlformats.org/drawingml/2006/main">
            <a:off x="759079" y="3476923"/>
            <a:ext cx="3688842"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5E4428"/>
                </a:solidFill>
                <a:latin typeface="IBM Plex Sans"/>
                <a:ea typeface="IBM Plex Sans"/>
                <a:cs typeface="IBM Plex Sans"/>
              </a:rPr>
              <a:t>Ricardone · 102 min (1 h 42 m)</a:t>
            </a:r>
            <a:endParaRPr sz="1264"/>
          </a:p>
        </p:txBody>
      </p:sp>
      <p:sp>
        <p:nvSpPr>
          <p:cNvPr id="47" name="Shape 45">
            <a:extLst xmlns:a="http://schemas.openxmlformats.org/drawingml/2006/main">
              <a:ext uri="{FF2B5EF4-FFF2-40B4-BE49-F238E27FC236}">
                <a16:creationId xmlns:a16="http://schemas.microsoft.com/office/drawing/2014/main" id="{297DFFC8-CFC0-456F-A56F-9D828BDE8AEF}"/>
              </a:ext>
            </a:extLst>
          </p:cNvPr>
          <p:cNvSpPr>
            <a:spLocks xmlns:a="http://schemas.openxmlformats.org/drawingml/2006/main" noGrp="1"/>
          </p:cNvSpPr>
          <p:nvPr/>
        </p:nvSpPr>
        <p:spPr>
          <a:xfrm xmlns:a="http://schemas.openxmlformats.org/drawingml/2006/main">
            <a:off x="4394200" y="3400723"/>
            <a:ext cx="63500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39AC465E-CA59-4A71-B266-32F9FF09AAE9}"/>
              </a:ext>
            </a:extLst>
          </p:cNvPr>
          <p:cNvSpPr>
            <a:spLocks xmlns:a="http://schemas.openxmlformats.org/drawingml/2006/main" noGrp="1"/>
          </p:cNvSpPr>
          <p:nvPr/>
        </p:nvSpPr>
        <p:spPr>
          <a:xfrm xmlns:a="http://schemas.openxmlformats.org/drawingml/2006/main">
            <a:off x="4298950" y="3476923"/>
            <a:ext cx="6540500"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2E1B4E"/>
                </a:solidFill>
                <a:latin typeface="IBM Plex Sans"/>
                <a:ea typeface="IBM Plex Sans"/>
                <a:cs typeface="IBM Plex Sans"/>
              </a:rPr>
              <a:t>San Lorenzo · 181 min (3 h 1 m)</a:t>
            </a:r>
            <a:endParaRPr sz="1264"/>
          </a:p>
        </p:txBody>
      </p:sp>
      <p:sp>
        <p:nvSpPr>
          <p:cNvPr id="49" name="Shape 47">
            <a:extLst xmlns:a="http://schemas.openxmlformats.org/drawingml/2006/main">
              <a:ext uri="{FF2B5EF4-FFF2-40B4-BE49-F238E27FC236}">
                <a16:creationId xmlns:a16="http://schemas.microsoft.com/office/drawing/2014/main" id="{ADF6B6EB-5461-40FF-94B8-D06D10A1ECCA}"/>
              </a:ext>
            </a:extLst>
          </p:cNvPr>
          <p:cNvSpPr>
            <a:spLocks xmlns:a="http://schemas.openxmlformats.org/drawingml/2006/main" noGrp="1"/>
          </p:cNvSpPr>
          <p:nvPr/>
        </p:nvSpPr>
        <p:spPr>
          <a:xfrm xmlns:a="http://schemas.openxmlformats.org/drawingml/2006/main">
            <a:off x="815975" y="3905945"/>
            <a:ext cx="3414117"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A8351ED3-5B49-48A2-A140-C2D8963091DD}"/>
              </a:ext>
            </a:extLst>
          </p:cNvPr>
          <p:cNvSpPr>
            <a:spLocks xmlns:a="http://schemas.openxmlformats.org/drawingml/2006/main" noGrp="1"/>
          </p:cNvSpPr>
          <p:nvPr/>
        </p:nvSpPr>
        <p:spPr>
          <a:xfrm xmlns:a="http://schemas.openxmlformats.org/drawingml/2006/main">
            <a:off x="1022350" y="4061520"/>
            <a:ext cx="3091408" cy="2182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Ciclo completo por viaje</a:t>
            </a:r>
            <a:endParaRPr sz="1088"/>
          </a:p>
        </p:txBody>
      </p:sp>
      <p:sp>
        <p:nvSpPr>
          <p:cNvPr id="51" name="Text 49">
            <a:extLst xmlns:a="http://schemas.openxmlformats.org/drawingml/2006/main">
              <a:ext uri="{FF2B5EF4-FFF2-40B4-BE49-F238E27FC236}">
                <a16:creationId xmlns:a16="http://schemas.microsoft.com/office/drawing/2014/main" id="{DB714247-E198-4572-82C0-BB1FF50D7D17}"/>
              </a:ext>
            </a:extLst>
          </p:cNvPr>
          <p:cNvSpPr>
            <a:spLocks xmlns:a="http://schemas.openxmlformats.org/drawingml/2006/main" noGrp="1"/>
          </p:cNvSpPr>
          <p:nvPr/>
        </p:nvSpPr>
        <p:spPr>
          <a:xfrm xmlns:a="http://schemas.openxmlformats.org/drawingml/2006/main">
            <a:off x="1022350" y="4292501"/>
            <a:ext cx="3204567" cy="7327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5E4428"/>
                </a:solidFill>
                <a:latin typeface="IBM Plex Sans"/>
                <a:ea typeface="IBM Plex Sans"/>
                <a:cs typeface="IBM Plex Sans"/>
              </a:rPr>
              <a:t>281 min · 4 h 41 m</a:t>
            </a:r>
            <a:endParaRPr sz="2748"/>
          </a:p>
        </p:txBody>
      </p:sp>
      <p:sp>
        <p:nvSpPr>
          <p:cNvPr id="52" name="Shape 50">
            <a:extLst xmlns:a="http://schemas.openxmlformats.org/drawingml/2006/main">
              <a:ext uri="{FF2B5EF4-FFF2-40B4-BE49-F238E27FC236}">
                <a16:creationId xmlns:a16="http://schemas.microsoft.com/office/drawing/2014/main" id="{CA62E849-0893-4D48-9C66-63C38393573E}"/>
              </a:ext>
            </a:extLst>
          </p:cNvPr>
          <p:cNvSpPr>
            <a:spLocks xmlns:a="http://schemas.openxmlformats.org/drawingml/2006/main" noGrp="1"/>
          </p:cNvSpPr>
          <p:nvPr/>
        </p:nvSpPr>
        <p:spPr>
          <a:xfrm xmlns:a="http://schemas.openxmlformats.org/drawingml/2006/main">
            <a:off x="4388842"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F592F252-23E2-4130-A93E-AFC7FD0216CA}"/>
              </a:ext>
            </a:extLst>
          </p:cNvPr>
          <p:cNvSpPr>
            <a:spLocks xmlns:a="http://schemas.openxmlformats.org/drawingml/2006/main" noGrp="1"/>
          </p:cNvSpPr>
          <p:nvPr/>
        </p:nvSpPr>
        <p:spPr>
          <a:xfrm xmlns:a="http://schemas.openxmlformats.org/drawingml/2006/main">
            <a:off x="4595217"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Vuelta puerto → Ricardone</a:t>
            </a:r>
            <a:endParaRPr sz="1200"/>
          </a:p>
        </p:txBody>
      </p:sp>
      <p:sp>
        <p:nvSpPr>
          <p:cNvPr id="54" name="Text 52">
            <a:extLst xmlns:a="http://schemas.openxmlformats.org/drawingml/2006/main">
              <a:ext uri="{FF2B5EF4-FFF2-40B4-BE49-F238E27FC236}">
                <a16:creationId xmlns:a16="http://schemas.microsoft.com/office/drawing/2014/main" id="{B2E01D51-90F1-431F-ABF7-106E2174E4DB}"/>
              </a:ext>
            </a:extLst>
          </p:cNvPr>
          <p:cNvSpPr>
            <a:spLocks xmlns:a="http://schemas.openxmlformats.org/drawingml/2006/main" noGrp="1"/>
          </p:cNvSpPr>
          <p:nvPr/>
        </p:nvSpPr>
        <p:spPr>
          <a:xfrm xmlns:a="http://schemas.openxmlformats.org/drawingml/2006/main">
            <a:off x="4595217"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22 min</a:t>
            </a:r>
            <a:endParaRPr sz="2800"/>
          </a:p>
        </p:txBody>
      </p:sp>
      <p:sp>
        <p:nvSpPr>
          <p:cNvPr id="55" name="Shape 53">
            <a:extLst xmlns:a="http://schemas.openxmlformats.org/drawingml/2006/main">
              <a:ext uri="{FF2B5EF4-FFF2-40B4-BE49-F238E27FC236}">
                <a16:creationId xmlns:a16="http://schemas.microsoft.com/office/drawing/2014/main" id="{919415FA-446A-467B-81A0-555EF607F12C}"/>
              </a:ext>
            </a:extLst>
          </p:cNvPr>
          <p:cNvSpPr>
            <a:spLocks xmlns:a="http://schemas.openxmlformats.org/drawingml/2006/main" noGrp="1"/>
          </p:cNvSpPr>
          <p:nvPr/>
        </p:nvSpPr>
        <p:spPr>
          <a:xfrm xmlns:a="http://schemas.openxmlformats.org/drawingml/2006/main">
            <a:off x="7961809"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9B59CB0A-9055-4D99-9B32-8B7CCD6B412B}"/>
              </a:ext>
            </a:extLst>
          </p:cNvPr>
          <p:cNvSpPr>
            <a:spLocks xmlns:a="http://schemas.openxmlformats.org/drawingml/2006/main" noGrp="1"/>
          </p:cNvSpPr>
          <p:nvPr/>
        </p:nvSpPr>
        <p:spPr>
          <a:xfrm xmlns:a="http://schemas.openxmlformats.org/drawingml/2006/main">
            <a:off x="8168184"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viajes</a:t>
            </a:r>
            <a:endParaRPr sz="1200"/>
          </a:p>
        </p:txBody>
      </p:sp>
      <p:sp>
        <p:nvSpPr>
          <p:cNvPr id="57" name="Text 55">
            <a:extLst xmlns:a="http://schemas.openxmlformats.org/drawingml/2006/main">
              <a:ext uri="{FF2B5EF4-FFF2-40B4-BE49-F238E27FC236}">
                <a16:creationId xmlns:a16="http://schemas.microsoft.com/office/drawing/2014/main" id="{B6822C0B-36DB-4544-BEC3-239EC5EB0444}"/>
              </a:ext>
            </a:extLst>
          </p:cNvPr>
          <p:cNvSpPr>
            <a:spLocks xmlns:a="http://schemas.openxmlformats.org/drawingml/2006/main" noGrp="1"/>
          </p:cNvSpPr>
          <p:nvPr/>
        </p:nvSpPr>
        <p:spPr>
          <a:xfrm xmlns:a="http://schemas.openxmlformats.org/drawingml/2006/main">
            <a:off x="8168184"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307</a:t>
            </a:r>
            <a:endParaRPr sz="2800"/>
          </a:p>
        </p:txBody>
      </p:sp>
      <p:sp>
        <p:nvSpPr>
          <p:cNvPr id="58" name="Shape 56">
            <a:extLst xmlns:a="http://schemas.openxmlformats.org/drawingml/2006/main">
              <a:ext uri="{FF2B5EF4-FFF2-40B4-BE49-F238E27FC236}">
                <a16:creationId xmlns:a16="http://schemas.microsoft.com/office/drawing/2014/main" id="{E75BE7D7-2592-4BCA-A6B8-DC93A7486349}"/>
              </a:ext>
            </a:extLst>
          </p:cNvPr>
          <p:cNvSpPr>
            <a:spLocks xmlns:a="http://schemas.openxmlformats.org/drawingml/2006/main" noGrp="1"/>
          </p:cNvSpPr>
          <p:nvPr/>
        </p:nvSpPr>
        <p:spPr>
          <a:xfrm xmlns:a="http://schemas.openxmlformats.org/drawingml/2006/main">
            <a:off x="831850" y="5361781"/>
            <a:ext cx="0" cy="480219"/>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9" name="Text 57">
            <a:extLst xmlns:a="http://schemas.openxmlformats.org/drawingml/2006/main">
              <a:ext uri="{FF2B5EF4-FFF2-40B4-BE49-F238E27FC236}">
                <a16:creationId xmlns:a16="http://schemas.microsoft.com/office/drawing/2014/main" id="{63C7EBA8-65B6-4AB8-8A1A-C9D61087E6FD}"/>
              </a:ext>
            </a:extLst>
          </p:cNvPr>
          <p:cNvSpPr>
            <a:spLocks xmlns:a="http://schemas.openxmlformats.org/drawingml/2006/main" noGrp="1"/>
          </p:cNvSpPr>
          <p:nvPr/>
        </p:nvSpPr>
        <p:spPr>
          <a:xfrm xmlns:a="http://schemas.openxmlformats.org/drawingml/2006/main">
            <a:off x="977900" y="5387181"/>
            <a:ext cx="10713339" cy="4548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12"/>
              </a:lnSpc>
              <a:buNone/>
            </a:pPr>
            <a:r>
              <a:rPr sz="1223" b="1">
                <a:solidFill>
                  <a:srgbClr val="0B5638"/>
                </a:solidFill>
                <a:latin typeface="IBM Plex Sans"/>
                <a:ea typeface="IBM Plex Sans"/>
                <a:cs typeface="IBM Plex Sans"/>
              </a:rPr>
              <a:t>Playa OSL y la descarga suman 163 de los 281 min del ciclo: el tiempo del operativo se fue en el puerto. En Ricardone, la carga en Playa 3 tomó 66 min.</a:t>
            </a:r>
            <a:endParaRPr sz="1223"/>
          </a:p>
        </p:txBody>
      </p:sp>
      <p:pic>
        <p:nvPicPr>
          <p:cNvPr id="122" name="Image 0"/>
          <p:cNvPicPr>
            <a:picLocks xmlns:a="http://schemas.openxmlformats.org/drawingml/2006/main" noChangeAspect="1"/>
          </p:cNvPicPr>
          <p:nvPr/>
        </p:nvPicPr>
        <p:blipFill>
          <a:blip xmlns:r="http://schemas.openxmlformats.org/officeDocument/2006/relationships" xmlns:a="http://schemas.openxmlformats.org/drawingml/2006/main" r:embed="R55754f89716a456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1" name="Text 58">
            <a:extLst xmlns:a="http://schemas.openxmlformats.org/drawingml/2006/main">
              <a:ext uri="{FF2B5EF4-FFF2-40B4-BE49-F238E27FC236}">
                <a16:creationId xmlns:a16="http://schemas.microsoft.com/office/drawing/2014/main" id="{F7FA33F1-D19A-42DA-8D8C-7C5C4CFC17E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14</a:t>
            </a:r>
            <a:endParaRPr sz="1200"/>
          </a:p>
        </p:txBody>
      </p:sp>
      <p:pic>
        <p:nvPicPr>
          <p:cNvPr id="124" name="Image 1"/>
          <p:cNvPicPr>
            <a:picLocks xmlns:a="http://schemas.openxmlformats.org/drawingml/2006/main" noChangeAspect="1"/>
          </p:cNvPicPr>
          <p:nvPr/>
        </p:nvPicPr>
        <p:blipFill>
          <a:blip xmlns:r="http://schemas.openxmlformats.org/officeDocument/2006/relationships" xmlns:a="http://schemas.openxmlformats.org/drawingml/2006/main" r:embed="Rdbce29faab7a4f0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04796161"/>
      </p:ext>
    </p:extLst>
  </p:cSld>
</p:sld>
</file>

<file path=ppt/slides/slide1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537836-B352-4212-AFE0-D50EA5E1A753}"/>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3C4679C9-DD73-4155-914D-7A130A943503}"/>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Cada camión hizo más vueltas a medida que avanzó el operativo</a:t>
            </a:r>
            <a:endParaRPr sz="3200"/>
          </a:p>
        </p:txBody>
      </p:sp>
      <p:sp>
        <p:nvSpPr>
          <p:cNvPr id="4" name="Shape 2">
            <a:extLst xmlns:a="http://schemas.openxmlformats.org/drawingml/2006/main">
              <a:ext uri="{FF2B5EF4-FFF2-40B4-BE49-F238E27FC236}">
                <a16:creationId xmlns:a16="http://schemas.microsoft.com/office/drawing/2014/main" id="{7031257C-3C19-48EE-9EA8-5BB6219FD9E5}"/>
              </a:ext>
            </a:extLst>
          </p:cNvPr>
          <p:cNvSpPr>
            <a:spLocks xmlns:a="http://schemas.openxmlformats.org/drawingml/2006/main" noGrp="1"/>
          </p:cNvSpPr>
          <p:nvPr/>
        </p:nvSpPr>
        <p:spPr>
          <a:xfrm xmlns:a="http://schemas.openxmlformats.org/drawingml/2006/main">
            <a:off x="8159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A311403E-4CEF-41A6-8FF3-82DB816ADDD7}"/>
              </a:ext>
            </a:extLst>
          </p:cNvPr>
          <p:cNvSpPr>
            <a:spLocks xmlns:a="http://schemas.openxmlformats.org/drawingml/2006/main" noGrp="1"/>
          </p:cNvSpPr>
          <p:nvPr/>
        </p:nvSpPr>
        <p:spPr>
          <a:xfrm xmlns:a="http://schemas.openxmlformats.org/drawingml/2006/main">
            <a:off x="9969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6" name="Text 4">
            <a:extLst xmlns:a="http://schemas.openxmlformats.org/drawingml/2006/main">
              <a:ext uri="{FF2B5EF4-FFF2-40B4-BE49-F238E27FC236}">
                <a16:creationId xmlns:a16="http://schemas.microsoft.com/office/drawing/2014/main" id="{2E32E7D3-07AA-420D-ABE6-FF6733C82E44}"/>
              </a:ext>
            </a:extLst>
          </p:cNvPr>
          <p:cNvSpPr>
            <a:spLocks xmlns:a="http://schemas.openxmlformats.org/drawingml/2006/main" noGrp="1"/>
          </p:cNvSpPr>
          <p:nvPr/>
        </p:nvSpPr>
        <p:spPr>
          <a:xfrm xmlns:a="http://schemas.openxmlformats.org/drawingml/2006/main">
            <a:off x="9969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1</a:t>
            </a:r>
            <a:endParaRPr sz="3200"/>
          </a:p>
        </p:txBody>
      </p:sp>
      <p:sp>
        <p:nvSpPr>
          <p:cNvPr id="7" name="Text 5">
            <a:extLst xmlns:a="http://schemas.openxmlformats.org/drawingml/2006/main">
              <a:ext uri="{FF2B5EF4-FFF2-40B4-BE49-F238E27FC236}">
                <a16:creationId xmlns:a16="http://schemas.microsoft.com/office/drawing/2014/main" id="{6863D805-DAFD-459D-9D1F-8983CA3ED585}"/>
              </a:ext>
            </a:extLst>
          </p:cNvPr>
          <p:cNvSpPr>
            <a:spLocks xmlns:a="http://schemas.openxmlformats.org/drawingml/2006/main" noGrp="1"/>
          </p:cNvSpPr>
          <p:nvPr/>
        </p:nvSpPr>
        <p:spPr>
          <a:xfrm xmlns:a="http://schemas.openxmlformats.org/drawingml/2006/main">
            <a:off x="9969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2</a:t>
            </a:r>
            <a:endParaRPr sz="1200"/>
          </a:p>
        </p:txBody>
      </p:sp>
      <p:sp>
        <p:nvSpPr>
          <p:cNvPr id="8" name="Text 6">
            <a:extLst xmlns:a="http://schemas.openxmlformats.org/drawingml/2006/main">
              <a:ext uri="{FF2B5EF4-FFF2-40B4-BE49-F238E27FC236}">
                <a16:creationId xmlns:a16="http://schemas.microsoft.com/office/drawing/2014/main" id="{E8F17EA8-8151-4147-8B35-5792A2EC417D}"/>
              </a:ext>
            </a:extLst>
          </p:cNvPr>
          <p:cNvSpPr>
            <a:spLocks xmlns:a="http://schemas.openxmlformats.org/drawingml/2006/main" noGrp="1"/>
          </p:cNvSpPr>
          <p:nvPr/>
        </p:nvSpPr>
        <p:spPr>
          <a:xfrm xmlns:a="http://schemas.openxmlformats.org/drawingml/2006/main">
            <a:off x="9969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 camiones · 41 viajes</a:t>
            </a:r>
            <a:endParaRPr sz="1200"/>
          </a:p>
        </p:txBody>
      </p:sp>
      <p:sp>
        <p:nvSpPr>
          <p:cNvPr id="9" name="Shape 7">
            <a:extLst xmlns:a="http://schemas.openxmlformats.org/drawingml/2006/main">
              <a:ext uri="{FF2B5EF4-FFF2-40B4-BE49-F238E27FC236}">
                <a16:creationId xmlns:a16="http://schemas.microsoft.com/office/drawing/2014/main" id="{6B3B37C0-F4AE-4B9A-8766-8307D387E24A}"/>
              </a:ext>
            </a:extLst>
          </p:cNvPr>
          <p:cNvSpPr>
            <a:spLocks xmlns:a="http://schemas.openxmlformats.org/drawingml/2006/main" noGrp="1"/>
          </p:cNvSpPr>
          <p:nvPr/>
        </p:nvSpPr>
        <p:spPr>
          <a:xfrm xmlns:a="http://schemas.openxmlformats.org/drawingml/2006/main">
            <a:off x="34956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8">
            <a:extLst xmlns:a="http://schemas.openxmlformats.org/drawingml/2006/main">
              <a:ext uri="{FF2B5EF4-FFF2-40B4-BE49-F238E27FC236}">
                <a16:creationId xmlns:a16="http://schemas.microsoft.com/office/drawing/2014/main" id="{E31EDC65-5E2C-47FD-8B76-8FB1209C6B62}"/>
              </a:ext>
            </a:extLst>
          </p:cNvPr>
          <p:cNvSpPr>
            <a:spLocks xmlns:a="http://schemas.openxmlformats.org/drawingml/2006/main" noGrp="1"/>
          </p:cNvSpPr>
          <p:nvPr/>
        </p:nvSpPr>
        <p:spPr>
          <a:xfrm xmlns:a="http://schemas.openxmlformats.org/drawingml/2006/main">
            <a:off x="36766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11" name="Text 9">
            <a:extLst xmlns:a="http://schemas.openxmlformats.org/drawingml/2006/main">
              <a:ext uri="{FF2B5EF4-FFF2-40B4-BE49-F238E27FC236}">
                <a16:creationId xmlns:a16="http://schemas.microsoft.com/office/drawing/2014/main" id="{1E0B79DE-FF15-4D17-8C41-D9D0CA34A3AE}"/>
              </a:ext>
            </a:extLst>
          </p:cNvPr>
          <p:cNvSpPr>
            <a:spLocks xmlns:a="http://schemas.openxmlformats.org/drawingml/2006/main" noGrp="1"/>
          </p:cNvSpPr>
          <p:nvPr/>
        </p:nvSpPr>
        <p:spPr>
          <a:xfrm xmlns:a="http://schemas.openxmlformats.org/drawingml/2006/main">
            <a:off x="36766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12" name="Text 10">
            <a:extLst xmlns:a="http://schemas.openxmlformats.org/drawingml/2006/main">
              <a:ext uri="{FF2B5EF4-FFF2-40B4-BE49-F238E27FC236}">
                <a16:creationId xmlns:a16="http://schemas.microsoft.com/office/drawing/2014/main" id="{729E0607-17C5-4457-93DD-B9AC21A748EA}"/>
              </a:ext>
            </a:extLst>
          </p:cNvPr>
          <p:cNvSpPr>
            <a:spLocks xmlns:a="http://schemas.openxmlformats.org/drawingml/2006/main" noGrp="1"/>
          </p:cNvSpPr>
          <p:nvPr/>
        </p:nvSpPr>
        <p:spPr>
          <a:xfrm xmlns:a="http://schemas.openxmlformats.org/drawingml/2006/main">
            <a:off x="36766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3</a:t>
            </a:r>
            <a:endParaRPr sz="1200"/>
          </a:p>
        </p:txBody>
      </p:sp>
      <p:sp>
        <p:nvSpPr>
          <p:cNvPr id="13" name="Text 11">
            <a:extLst xmlns:a="http://schemas.openxmlformats.org/drawingml/2006/main">
              <a:ext uri="{FF2B5EF4-FFF2-40B4-BE49-F238E27FC236}">
                <a16:creationId xmlns:a16="http://schemas.microsoft.com/office/drawing/2014/main" id="{8FDDD471-5EDE-43BC-86F8-9C87999CF2D4}"/>
              </a:ext>
            </a:extLst>
          </p:cNvPr>
          <p:cNvSpPr>
            <a:spLocks xmlns:a="http://schemas.openxmlformats.org/drawingml/2006/main" noGrp="1"/>
          </p:cNvSpPr>
          <p:nvPr/>
        </p:nvSpPr>
        <p:spPr>
          <a:xfrm xmlns:a="http://schemas.openxmlformats.org/drawingml/2006/main">
            <a:off x="36766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38 camiones · 70 viajes</a:t>
            </a:r>
            <a:endParaRPr sz="1200"/>
          </a:p>
        </p:txBody>
      </p:sp>
      <p:sp>
        <p:nvSpPr>
          <p:cNvPr id="14" name="Shape 12">
            <a:extLst xmlns:a="http://schemas.openxmlformats.org/drawingml/2006/main">
              <a:ext uri="{FF2B5EF4-FFF2-40B4-BE49-F238E27FC236}">
                <a16:creationId xmlns:a16="http://schemas.microsoft.com/office/drawing/2014/main" id="{AEA74B34-5951-47F5-B01C-C5920D59FDAC}"/>
              </a:ext>
            </a:extLst>
          </p:cNvPr>
          <p:cNvSpPr>
            <a:spLocks xmlns:a="http://schemas.openxmlformats.org/drawingml/2006/main" noGrp="1"/>
          </p:cNvSpPr>
          <p:nvPr/>
        </p:nvSpPr>
        <p:spPr>
          <a:xfrm xmlns:a="http://schemas.openxmlformats.org/drawingml/2006/main">
            <a:off x="61753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82C36B10-DE73-483A-8DD0-6B3B068A8BDB}"/>
              </a:ext>
            </a:extLst>
          </p:cNvPr>
          <p:cNvSpPr>
            <a:spLocks xmlns:a="http://schemas.openxmlformats.org/drawingml/2006/main" noGrp="1"/>
          </p:cNvSpPr>
          <p:nvPr/>
        </p:nvSpPr>
        <p:spPr>
          <a:xfrm xmlns:a="http://schemas.openxmlformats.org/drawingml/2006/main">
            <a:off x="63563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16" name="Text 14">
            <a:extLst xmlns:a="http://schemas.openxmlformats.org/drawingml/2006/main">
              <a:ext uri="{FF2B5EF4-FFF2-40B4-BE49-F238E27FC236}">
                <a16:creationId xmlns:a16="http://schemas.microsoft.com/office/drawing/2014/main" id="{B172C12B-6588-482E-8B55-6FC2A2975A61}"/>
              </a:ext>
            </a:extLst>
          </p:cNvPr>
          <p:cNvSpPr>
            <a:spLocks xmlns:a="http://schemas.openxmlformats.org/drawingml/2006/main" noGrp="1"/>
          </p:cNvSpPr>
          <p:nvPr/>
        </p:nvSpPr>
        <p:spPr>
          <a:xfrm xmlns:a="http://schemas.openxmlformats.org/drawingml/2006/main">
            <a:off x="63563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3</a:t>
            </a:r>
            <a:endParaRPr sz="3200"/>
          </a:p>
        </p:txBody>
      </p:sp>
      <p:sp>
        <p:nvSpPr>
          <p:cNvPr id="17" name="Text 15">
            <a:extLst xmlns:a="http://schemas.openxmlformats.org/drawingml/2006/main">
              <a:ext uri="{FF2B5EF4-FFF2-40B4-BE49-F238E27FC236}">
                <a16:creationId xmlns:a16="http://schemas.microsoft.com/office/drawing/2014/main" id="{741478ED-7551-4EA8-AF85-2935F9FAB3E0}"/>
              </a:ext>
            </a:extLst>
          </p:cNvPr>
          <p:cNvSpPr>
            <a:spLocks xmlns:a="http://schemas.openxmlformats.org/drawingml/2006/main" noGrp="1"/>
          </p:cNvSpPr>
          <p:nvPr/>
        </p:nvSpPr>
        <p:spPr>
          <a:xfrm xmlns:a="http://schemas.openxmlformats.org/drawingml/2006/main">
            <a:off x="63563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18" name="Text 16">
            <a:extLst xmlns:a="http://schemas.openxmlformats.org/drawingml/2006/main">
              <a:ext uri="{FF2B5EF4-FFF2-40B4-BE49-F238E27FC236}">
                <a16:creationId xmlns:a16="http://schemas.microsoft.com/office/drawing/2014/main" id="{8666230D-E09D-485D-8CB0-63D2490D04F2}"/>
              </a:ext>
            </a:extLst>
          </p:cNvPr>
          <p:cNvSpPr>
            <a:spLocks xmlns:a="http://schemas.openxmlformats.org/drawingml/2006/main" noGrp="1"/>
          </p:cNvSpPr>
          <p:nvPr/>
        </p:nvSpPr>
        <p:spPr>
          <a:xfrm xmlns:a="http://schemas.openxmlformats.org/drawingml/2006/main">
            <a:off x="63563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35 camiones · 90 viajes</a:t>
            </a:r>
            <a:endParaRPr sz="1200"/>
          </a:p>
        </p:txBody>
      </p:sp>
      <p:sp>
        <p:nvSpPr>
          <p:cNvPr id="19" name="Shape 17">
            <a:extLst xmlns:a="http://schemas.openxmlformats.org/drawingml/2006/main">
              <a:ext uri="{FF2B5EF4-FFF2-40B4-BE49-F238E27FC236}">
                <a16:creationId xmlns:a16="http://schemas.microsoft.com/office/drawing/2014/main" id="{E4B78B37-705E-4941-8A4C-836EC64DE506}"/>
              </a:ext>
            </a:extLst>
          </p:cNvPr>
          <p:cNvSpPr>
            <a:spLocks xmlns:a="http://schemas.openxmlformats.org/drawingml/2006/main" noGrp="1"/>
          </p:cNvSpPr>
          <p:nvPr/>
        </p:nvSpPr>
        <p:spPr>
          <a:xfrm xmlns:a="http://schemas.openxmlformats.org/drawingml/2006/main">
            <a:off x="88550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8">
            <a:extLst xmlns:a="http://schemas.openxmlformats.org/drawingml/2006/main">
              <a:ext uri="{FF2B5EF4-FFF2-40B4-BE49-F238E27FC236}">
                <a16:creationId xmlns:a16="http://schemas.microsoft.com/office/drawing/2014/main" id="{E2D15C31-6AA6-4E0F-8487-0E4DFD0BD850}"/>
              </a:ext>
            </a:extLst>
          </p:cNvPr>
          <p:cNvSpPr>
            <a:spLocks xmlns:a="http://schemas.openxmlformats.org/drawingml/2006/main" noGrp="1"/>
          </p:cNvSpPr>
          <p:nvPr/>
        </p:nvSpPr>
        <p:spPr>
          <a:xfrm xmlns:a="http://schemas.openxmlformats.org/drawingml/2006/main">
            <a:off x="90360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1" name="Text 19">
            <a:extLst xmlns:a="http://schemas.openxmlformats.org/drawingml/2006/main">
              <a:ext uri="{FF2B5EF4-FFF2-40B4-BE49-F238E27FC236}">
                <a16:creationId xmlns:a16="http://schemas.microsoft.com/office/drawing/2014/main" id="{744D8912-9C4F-4010-A1EA-8735CDFB3028}"/>
              </a:ext>
            </a:extLst>
          </p:cNvPr>
          <p:cNvSpPr>
            <a:spLocks xmlns:a="http://schemas.openxmlformats.org/drawingml/2006/main" noGrp="1"/>
          </p:cNvSpPr>
          <p:nvPr/>
        </p:nvSpPr>
        <p:spPr>
          <a:xfrm xmlns:a="http://schemas.openxmlformats.org/drawingml/2006/main">
            <a:off x="90360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22" name="Text 20">
            <a:extLst xmlns:a="http://schemas.openxmlformats.org/drawingml/2006/main">
              <a:ext uri="{FF2B5EF4-FFF2-40B4-BE49-F238E27FC236}">
                <a16:creationId xmlns:a16="http://schemas.microsoft.com/office/drawing/2014/main" id="{13EC2876-1C03-432D-8155-C167DA9C61F3}"/>
              </a:ext>
            </a:extLst>
          </p:cNvPr>
          <p:cNvSpPr>
            <a:spLocks xmlns:a="http://schemas.openxmlformats.org/drawingml/2006/main" noGrp="1"/>
          </p:cNvSpPr>
          <p:nvPr/>
        </p:nvSpPr>
        <p:spPr>
          <a:xfrm xmlns:a="http://schemas.openxmlformats.org/drawingml/2006/main">
            <a:off x="90360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23" name="Text 21">
            <a:extLst xmlns:a="http://schemas.openxmlformats.org/drawingml/2006/main">
              <a:ext uri="{FF2B5EF4-FFF2-40B4-BE49-F238E27FC236}">
                <a16:creationId xmlns:a16="http://schemas.microsoft.com/office/drawing/2014/main" id="{22EE4BF7-7EFE-4143-A39D-70A582F639A5}"/>
              </a:ext>
            </a:extLst>
          </p:cNvPr>
          <p:cNvSpPr>
            <a:spLocks xmlns:a="http://schemas.openxmlformats.org/drawingml/2006/main" noGrp="1"/>
          </p:cNvSpPr>
          <p:nvPr/>
        </p:nvSpPr>
        <p:spPr>
          <a:xfrm xmlns:a="http://schemas.openxmlformats.org/drawingml/2006/main">
            <a:off x="90360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43 camiones · 106 viajes</a:t>
            </a:r>
            <a:endParaRPr sz="1200"/>
          </a:p>
        </p:txBody>
      </p:sp>
      <p:sp>
        <p:nvSpPr>
          <p:cNvPr id="24" name="Text 22">
            <a:extLst xmlns:a="http://schemas.openxmlformats.org/drawingml/2006/main">
              <a:ext uri="{FF2B5EF4-FFF2-40B4-BE49-F238E27FC236}">
                <a16:creationId xmlns:a16="http://schemas.microsoft.com/office/drawing/2014/main" id="{5035A4C4-E41C-41A0-B1D1-7BD61F5AD7CC}"/>
              </a:ext>
            </a:extLst>
          </p:cNvPr>
          <p:cNvSpPr>
            <a:spLocks xmlns:a="http://schemas.openxmlformats.org/drawingml/2006/main" noGrp="1"/>
          </p:cNvSpPr>
          <p:nvPr/>
        </p:nvSpPr>
        <p:spPr>
          <a:xfrm xmlns:a="http://schemas.openxmlformats.org/drawingml/2006/main">
            <a:off x="812800" y="3923903"/>
            <a:ext cx="6854444"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En todo el operativo, 62 camiones hicieron 307 viajes: </a:t>
            </a:r>
            <a:r>
              <a:rPr sz="1500" b="1">
                <a:solidFill>
                  <a:srgbClr val="4A5D52"/>
                </a:solidFill>
                <a:latin typeface="IBM Plex Sans"/>
                <a:ea typeface="IBM Plex Sans"/>
                <a:cs typeface="IBM Plex Sans"/>
              </a:rPr>
              <a:t>5 por camión</a:t>
            </a:r>
            <a:r>
              <a:rPr sz="1500">
                <a:solidFill>
                  <a:srgbClr val="4A5D52"/>
                </a:solidFill>
                <a:latin typeface="IBM Plex Sans"/>
                <a:ea typeface="IBM Plex Sans"/>
                <a:cs typeface="IBM Plex Sans"/>
              </a:rPr>
              <a:t>. El primer día, que arrancó a las 18 h, cada uno hizo uno; en las tandas completas, unos 3, con camiones que llegaron a 4.</a:t>
            </a:r>
            <a:endParaRPr sz="1500"/>
          </a:p>
        </p:txBody>
      </p:sp>
      <p:sp>
        <p:nvSpPr>
          <p:cNvPr id="25" name="Shape 23">
            <a:extLst xmlns:a="http://schemas.openxmlformats.org/drawingml/2006/main">
              <a:ext uri="{FF2B5EF4-FFF2-40B4-BE49-F238E27FC236}">
                <a16:creationId xmlns:a16="http://schemas.microsoft.com/office/drawing/2014/main" id="{3E163103-58E1-45D7-8F02-3E28937CC8F1}"/>
              </a:ext>
            </a:extLst>
          </p:cNvPr>
          <p:cNvSpPr>
            <a:spLocks xmlns:a="http://schemas.openxmlformats.org/drawingml/2006/main" noGrp="1"/>
          </p:cNvSpPr>
          <p:nvPr/>
        </p:nvSpPr>
        <p:spPr>
          <a:xfrm xmlns:a="http://schemas.openxmlformats.org/drawingml/2006/main">
            <a:off x="831850" y="485100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6" name="Text 24">
            <a:extLst xmlns:a="http://schemas.openxmlformats.org/drawingml/2006/main">
              <a:ext uri="{FF2B5EF4-FFF2-40B4-BE49-F238E27FC236}">
                <a16:creationId xmlns:a16="http://schemas.microsoft.com/office/drawing/2014/main" id="{8E676B99-8FD3-4665-A644-137B0C970F1A}"/>
              </a:ext>
            </a:extLst>
          </p:cNvPr>
          <p:cNvSpPr>
            <a:spLocks xmlns:a="http://schemas.openxmlformats.org/drawingml/2006/main" noGrp="1"/>
          </p:cNvSpPr>
          <p:nvPr/>
        </p:nvSpPr>
        <p:spPr>
          <a:xfrm xmlns:a="http://schemas.openxmlformats.org/drawingml/2006/main">
            <a:off x="977900" y="4876403"/>
            <a:ext cx="668439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Con jornadas completas el operativo rindió casi el doble de vueltas por camión: vale programarlo en tandas largas y no cortadas.</a:t>
            </a:r>
            <a:endParaRPr sz="1300"/>
          </a:p>
        </p:txBody>
      </p:sp>
      <p:sp>
        <p:nvSpPr>
          <p:cNvPr id="27" name="Text 25">
            <a:extLst xmlns:a="http://schemas.openxmlformats.org/drawingml/2006/main">
              <a:ext uri="{FF2B5EF4-FFF2-40B4-BE49-F238E27FC236}">
                <a16:creationId xmlns:a16="http://schemas.microsoft.com/office/drawing/2014/main" id="{47773BF1-8BC1-4BCD-B37D-1B598BA591F2}"/>
              </a:ext>
            </a:extLst>
          </p:cNvPr>
          <p:cNvSpPr>
            <a:spLocks xmlns:a="http://schemas.openxmlformats.org/drawingml/2006/main" noGrp="1"/>
          </p:cNvSpPr>
          <p:nvPr/>
        </p:nvSpPr>
        <p:spPr>
          <a:xfrm xmlns:a="http://schemas.openxmlformats.org/drawingml/2006/main">
            <a:off x="7823200" y="3923903"/>
            <a:ext cx="3662680" cy="1540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24"/>
              </a:lnSpc>
              <a:buNone/>
            </a:pPr>
            <a:r>
              <a:rPr sz="731">
                <a:solidFill>
                  <a:srgbClr val="4A5D52"/>
                </a:solidFill>
                <a:latin typeface="IBM Plex Sans"/>
                <a:ea typeface="IBM Plex Sans"/>
                <a:cs typeface="IBM Plex Sans"/>
              </a:rPr>
              <a:t>Los que más viajes hicieron en la semana</a:t>
            </a:r>
            <a:endParaRPr sz="731"/>
          </a:p>
        </p:txBody>
      </p:sp>
      <p:sp>
        <p:nvSpPr>
          <p:cNvPr id="28" name="Shape 26">
            <a:extLst xmlns:a="http://schemas.openxmlformats.org/drawingml/2006/main">
              <a:ext uri="{FF2B5EF4-FFF2-40B4-BE49-F238E27FC236}">
                <a16:creationId xmlns:a16="http://schemas.microsoft.com/office/drawing/2014/main" id="{01961361-7210-4D1F-9DF8-209188640EB8}"/>
              </a:ext>
            </a:extLst>
          </p:cNvPr>
          <p:cNvSpPr>
            <a:spLocks xmlns:a="http://schemas.openxmlformats.org/drawingml/2006/main" noGrp="1"/>
          </p:cNvSpPr>
          <p:nvPr/>
        </p:nvSpPr>
        <p:spPr>
          <a:xfrm xmlns:a="http://schemas.openxmlformats.org/drawingml/2006/main">
            <a:off x="7823200" y="4081165"/>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641236BF-A53D-4976-9912-01744BB55706}"/>
              </a:ext>
            </a:extLst>
          </p:cNvPr>
          <p:cNvSpPr>
            <a:spLocks xmlns:a="http://schemas.openxmlformats.org/drawingml/2006/main" noGrp="1"/>
          </p:cNvSpPr>
          <p:nvPr/>
        </p:nvSpPr>
        <p:spPr>
          <a:xfrm xmlns:a="http://schemas.openxmlformats.org/drawingml/2006/main">
            <a:off x="7823200" y="4147840"/>
            <a:ext cx="81093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UWX998</a:t>
            </a:r>
            <a:endParaRPr sz="1300"/>
          </a:p>
        </p:txBody>
      </p:sp>
      <p:sp>
        <p:nvSpPr>
          <p:cNvPr id="30" name="Text 28">
            <a:extLst xmlns:a="http://schemas.openxmlformats.org/drawingml/2006/main">
              <a:ext uri="{FF2B5EF4-FFF2-40B4-BE49-F238E27FC236}">
                <a16:creationId xmlns:a16="http://schemas.microsoft.com/office/drawing/2014/main" id="{0A530378-67BE-488B-8974-0CA027FF19B9}"/>
              </a:ext>
            </a:extLst>
          </p:cNvPr>
          <p:cNvSpPr>
            <a:spLocks xmlns:a="http://schemas.openxmlformats.org/drawingml/2006/main" noGrp="1"/>
          </p:cNvSpPr>
          <p:nvPr/>
        </p:nvSpPr>
        <p:spPr>
          <a:xfrm xmlns:a="http://schemas.openxmlformats.org/drawingml/2006/main">
            <a:off x="10561717" y="4147840"/>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12 viajes</a:t>
            </a:r>
            <a:endParaRPr sz="1300"/>
          </a:p>
        </p:txBody>
      </p:sp>
      <p:sp>
        <p:nvSpPr>
          <p:cNvPr id="31" name="Shape 29">
            <a:extLst xmlns:a="http://schemas.openxmlformats.org/drawingml/2006/main">
              <a:ext uri="{FF2B5EF4-FFF2-40B4-BE49-F238E27FC236}">
                <a16:creationId xmlns:a16="http://schemas.microsoft.com/office/drawing/2014/main" id="{0E4B0FA4-AF0E-41F0-92D2-A6B56D070EC3}"/>
              </a:ext>
            </a:extLst>
          </p:cNvPr>
          <p:cNvSpPr>
            <a:spLocks xmlns:a="http://schemas.openxmlformats.org/drawingml/2006/main" noGrp="1"/>
          </p:cNvSpPr>
          <p:nvPr/>
        </p:nvSpPr>
        <p:spPr>
          <a:xfrm xmlns:a="http://schemas.openxmlformats.org/drawingml/2006/main">
            <a:off x="7823200" y="4379416"/>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25472E81-60FF-44F2-8BD5-0DB51849012B}"/>
              </a:ext>
            </a:extLst>
          </p:cNvPr>
          <p:cNvSpPr>
            <a:spLocks xmlns:a="http://schemas.openxmlformats.org/drawingml/2006/main" noGrp="1"/>
          </p:cNvSpPr>
          <p:nvPr/>
        </p:nvSpPr>
        <p:spPr>
          <a:xfrm xmlns:a="http://schemas.openxmlformats.org/drawingml/2006/main">
            <a:off x="7823200" y="4446091"/>
            <a:ext cx="712589"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VAJ028</a:t>
            </a:r>
            <a:endParaRPr sz="1300"/>
          </a:p>
        </p:txBody>
      </p:sp>
      <p:sp>
        <p:nvSpPr>
          <p:cNvPr id="33" name="Text 31">
            <a:extLst xmlns:a="http://schemas.openxmlformats.org/drawingml/2006/main">
              <a:ext uri="{FF2B5EF4-FFF2-40B4-BE49-F238E27FC236}">
                <a16:creationId xmlns:a16="http://schemas.microsoft.com/office/drawing/2014/main" id="{4D4838CB-6F2D-4DA0-9004-1B622802E126}"/>
              </a:ext>
            </a:extLst>
          </p:cNvPr>
          <p:cNvSpPr>
            <a:spLocks xmlns:a="http://schemas.openxmlformats.org/drawingml/2006/main" noGrp="1"/>
          </p:cNvSpPr>
          <p:nvPr/>
        </p:nvSpPr>
        <p:spPr>
          <a:xfrm xmlns:a="http://schemas.openxmlformats.org/drawingml/2006/main">
            <a:off x="10561717" y="4446091"/>
            <a:ext cx="817483"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4" name="Shape 32">
            <a:extLst xmlns:a="http://schemas.openxmlformats.org/drawingml/2006/main">
              <a:ext uri="{FF2B5EF4-FFF2-40B4-BE49-F238E27FC236}">
                <a16:creationId xmlns:a16="http://schemas.microsoft.com/office/drawing/2014/main" id="{542CF55F-99B1-4186-8B0B-2E317C5F6A5D}"/>
              </a:ext>
            </a:extLst>
          </p:cNvPr>
          <p:cNvSpPr>
            <a:spLocks xmlns:a="http://schemas.openxmlformats.org/drawingml/2006/main" noGrp="1"/>
          </p:cNvSpPr>
          <p:nvPr/>
        </p:nvSpPr>
        <p:spPr>
          <a:xfrm xmlns:a="http://schemas.openxmlformats.org/drawingml/2006/main">
            <a:off x="7823200" y="4677569"/>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5" name="Text 33">
            <a:extLst xmlns:a="http://schemas.openxmlformats.org/drawingml/2006/main">
              <a:ext uri="{FF2B5EF4-FFF2-40B4-BE49-F238E27FC236}">
                <a16:creationId xmlns:a16="http://schemas.microsoft.com/office/drawing/2014/main" id="{12F6EA28-2F3C-4859-90D0-261C8D0DC558}"/>
              </a:ext>
            </a:extLst>
          </p:cNvPr>
          <p:cNvSpPr>
            <a:spLocks xmlns:a="http://schemas.openxmlformats.org/drawingml/2006/main" noGrp="1"/>
          </p:cNvSpPr>
          <p:nvPr/>
        </p:nvSpPr>
        <p:spPr>
          <a:xfrm xmlns:a="http://schemas.openxmlformats.org/drawingml/2006/main">
            <a:off x="7823200" y="4744244"/>
            <a:ext cx="80533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RAW481</a:t>
            </a:r>
            <a:endParaRPr sz="1300"/>
          </a:p>
        </p:txBody>
      </p:sp>
      <p:sp>
        <p:nvSpPr>
          <p:cNvPr id="36" name="Text 34">
            <a:extLst xmlns:a="http://schemas.openxmlformats.org/drawingml/2006/main">
              <a:ext uri="{FF2B5EF4-FFF2-40B4-BE49-F238E27FC236}">
                <a16:creationId xmlns:a16="http://schemas.microsoft.com/office/drawing/2014/main" id="{C51DB16A-667C-47F4-AB56-EDFBED6088EF}"/>
              </a:ext>
            </a:extLst>
          </p:cNvPr>
          <p:cNvSpPr>
            <a:spLocks xmlns:a="http://schemas.openxmlformats.org/drawingml/2006/main" noGrp="1"/>
          </p:cNvSpPr>
          <p:nvPr/>
        </p:nvSpPr>
        <p:spPr>
          <a:xfrm xmlns:a="http://schemas.openxmlformats.org/drawingml/2006/main">
            <a:off x="10561717" y="4744244"/>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7" name="Shape 35">
            <a:extLst xmlns:a="http://schemas.openxmlformats.org/drawingml/2006/main">
              <a:ext uri="{FF2B5EF4-FFF2-40B4-BE49-F238E27FC236}">
                <a16:creationId xmlns:a16="http://schemas.microsoft.com/office/drawing/2014/main" id="{08DAB738-2380-487C-951F-80C3CF9EBD3C}"/>
              </a:ext>
            </a:extLst>
          </p:cNvPr>
          <p:cNvSpPr>
            <a:spLocks xmlns:a="http://schemas.openxmlformats.org/drawingml/2006/main" noGrp="1"/>
          </p:cNvSpPr>
          <p:nvPr/>
        </p:nvSpPr>
        <p:spPr>
          <a:xfrm xmlns:a="http://schemas.openxmlformats.org/drawingml/2006/main">
            <a:off x="7823200" y="4975820"/>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347EBF7F-8C30-4892-B82F-29F2B2F5EA9E}"/>
              </a:ext>
            </a:extLst>
          </p:cNvPr>
          <p:cNvSpPr>
            <a:spLocks xmlns:a="http://schemas.openxmlformats.org/drawingml/2006/main" noGrp="1"/>
          </p:cNvSpPr>
          <p:nvPr/>
        </p:nvSpPr>
        <p:spPr>
          <a:xfrm xmlns:a="http://schemas.openxmlformats.org/drawingml/2006/main">
            <a:off x="7823200" y="5042495"/>
            <a:ext cx="72556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BVS300</a:t>
            </a:r>
            <a:endParaRPr sz="1300"/>
          </a:p>
        </p:txBody>
      </p:sp>
      <p:sp>
        <p:nvSpPr>
          <p:cNvPr id="39" name="Text 37">
            <a:extLst xmlns:a="http://schemas.openxmlformats.org/drawingml/2006/main">
              <a:ext uri="{FF2B5EF4-FFF2-40B4-BE49-F238E27FC236}">
                <a16:creationId xmlns:a16="http://schemas.microsoft.com/office/drawing/2014/main" id="{A4F20803-68F5-4C2A-A656-08923D9D4DF3}"/>
              </a:ext>
            </a:extLst>
          </p:cNvPr>
          <p:cNvSpPr>
            <a:spLocks xmlns:a="http://schemas.openxmlformats.org/drawingml/2006/main" noGrp="1"/>
          </p:cNvSpPr>
          <p:nvPr/>
        </p:nvSpPr>
        <p:spPr>
          <a:xfrm xmlns:a="http://schemas.openxmlformats.org/drawingml/2006/main">
            <a:off x="10561717" y="5042495"/>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40" name="Shape 38">
            <a:extLst xmlns:a="http://schemas.openxmlformats.org/drawingml/2006/main">
              <a:ext uri="{FF2B5EF4-FFF2-40B4-BE49-F238E27FC236}">
                <a16:creationId xmlns:a16="http://schemas.microsoft.com/office/drawing/2014/main" id="{6636712F-59AA-4C40-93AA-FADAFBB5FD79}"/>
              </a:ext>
            </a:extLst>
          </p:cNvPr>
          <p:cNvSpPr>
            <a:spLocks xmlns:a="http://schemas.openxmlformats.org/drawingml/2006/main" noGrp="1"/>
          </p:cNvSpPr>
          <p:nvPr/>
        </p:nvSpPr>
        <p:spPr>
          <a:xfrm xmlns:a="http://schemas.openxmlformats.org/drawingml/2006/main">
            <a:off x="7823200" y="5274072"/>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1" name="Text 39">
            <a:extLst xmlns:a="http://schemas.openxmlformats.org/drawingml/2006/main">
              <a:ext uri="{FF2B5EF4-FFF2-40B4-BE49-F238E27FC236}">
                <a16:creationId xmlns:a16="http://schemas.microsoft.com/office/drawing/2014/main" id="{C8D88111-3C3E-49A3-B092-E1D116061F9D}"/>
              </a:ext>
            </a:extLst>
          </p:cNvPr>
          <p:cNvSpPr>
            <a:spLocks xmlns:a="http://schemas.openxmlformats.org/drawingml/2006/main" noGrp="1"/>
          </p:cNvSpPr>
          <p:nvPr/>
        </p:nvSpPr>
        <p:spPr>
          <a:xfrm xmlns:a="http://schemas.openxmlformats.org/drawingml/2006/main">
            <a:off x="7823200" y="5340747"/>
            <a:ext cx="74997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FDH917</a:t>
            </a:r>
            <a:endParaRPr sz="1300"/>
          </a:p>
        </p:txBody>
      </p:sp>
      <p:sp>
        <p:nvSpPr>
          <p:cNvPr id="42" name="Text 40">
            <a:extLst xmlns:a="http://schemas.openxmlformats.org/drawingml/2006/main">
              <a:ext uri="{FF2B5EF4-FFF2-40B4-BE49-F238E27FC236}">
                <a16:creationId xmlns:a16="http://schemas.microsoft.com/office/drawing/2014/main" id="{6A586487-3154-49CB-9A9D-35454CCB5E78}"/>
              </a:ext>
            </a:extLst>
          </p:cNvPr>
          <p:cNvSpPr>
            <a:spLocks xmlns:a="http://schemas.openxmlformats.org/drawingml/2006/main" noGrp="1"/>
          </p:cNvSpPr>
          <p:nvPr/>
        </p:nvSpPr>
        <p:spPr>
          <a:xfrm xmlns:a="http://schemas.openxmlformats.org/drawingml/2006/main">
            <a:off x="10561717" y="5340747"/>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10 viajes</a:t>
            </a:r>
            <a:endParaRPr sz="1300"/>
          </a:p>
        </p:txBody>
      </p:sp>
      <p:sp>
        <p:nvSpPr>
          <p:cNvPr id="43" name="Shape 41">
            <a:extLst xmlns:a="http://schemas.openxmlformats.org/drawingml/2006/main">
              <a:ext uri="{FF2B5EF4-FFF2-40B4-BE49-F238E27FC236}">
                <a16:creationId xmlns:a16="http://schemas.microsoft.com/office/drawing/2014/main" id="{8D2754D4-C385-468B-A8F8-16942ED97B58}"/>
              </a:ext>
            </a:extLst>
          </p:cNvPr>
          <p:cNvSpPr>
            <a:spLocks xmlns:a="http://schemas.openxmlformats.org/drawingml/2006/main" noGrp="1"/>
          </p:cNvSpPr>
          <p:nvPr/>
        </p:nvSpPr>
        <p:spPr>
          <a:xfrm xmlns:a="http://schemas.openxmlformats.org/drawingml/2006/main">
            <a:off x="7823200" y="5572323"/>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8F1DD460-8385-4E45-9B4B-74289A6A5B2C}"/>
              </a:ext>
            </a:extLst>
          </p:cNvPr>
          <p:cNvSpPr>
            <a:spLocks xmlns:a="http://schemas.openxmlformats.org/drawingml/2006/main" noGrp="1"/>
          </p:cNvSpPr>
          <p:nvPr/>
        </p:nvSpPr>
        <p:spPr>
          <a:xfrm xmlns:a="http://schemas.openxmlformats.org/drawingml/2006/main">
            <a:off x="7823200" y="5638998"/>
            <a:ext cx="73068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UKL882</a:t>
            </a:r>
            <a:endParaRPr sz="1300"/>
          </a:p>
        </p:txBody>
      </p:sp>
      <p:sp>
        <p:nvSpPr>
          <p:cNvPr id="45" name="Text 43">
            <a:extLst xmlns:a="http://schemas.openxmlformats.org/drawingml/2006/main">
              <a:ext uri="{FF2B5EF4-FFF2-40B4-BE49-F238E27FC236}">
                <a16:creationId xmlns:a16="http://schemas.microsoft.com/office/drawing/2014/main" id="{4BE84A9E-CBDA-4859-8F04-677E8AEB9EEC}"/>
              </a:ext>
            </a:extLst>
          </p:cNvPr>
          <p:cNvSpPr>
            <a:spLocks xmlns:a="http://schemas.openxmlformats.org/drawingml/2006/main" noGrp="1"/>
          </p:cNvSpPr>
          <p:nvPr/>
        </p:nvSpPr>
        <p:spPr>
          <a:xfrm xmlns:a="http://schemas.openxmlformats.org/drawingml/2006/main">
            <a:off x="10680541" y="5638998"/>
            <a:ext cx="69865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 viajes</a:t>
            </a:r>
            <a:endParaRPr sz="1300"/>
          </a:p>
        </p:txBody>
      </p:sp>
      <p:pic>
        <p:nvPicPr>
          <p:cNvPr id="94" name="Image 0"/>
          <p:cNvPicPr>
            <a:picLocks xmlns:a="http://schemas.openxmlformats.org/drawingml/2006/main" noChangeAspect="1"/>
          </p:cNvPicPr>
          <p:nvPr/>
        </p:nvPicPr>
        <p:blipFill>
          <a:blip xmlns:r="http://schemas.openxmlformats.org/officeDocument/2006/relationships" xmlns:a="http://schemas.openxmlformats.org/drawingml/2006/main" r:embed="Ra57f800de0884a2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7" name="Text 44">
            <a:extLst xmlns:a="http://schemas.openxmlformats.org/drawingml/2006/main">
              <a:ext uri="{FF2B5EF4-FFF2-40B4-BE49-F238E27FC236}">
                <a16:creationId xmlns:a16="http://schemas.microsoft.com/office/drawing/2014/main" id="{7B112EE6-63F3-452E-9521-0D798562BC5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15</a:t>
            </a:r>
            <a:endParaRPr sz="1200"/>
          </a:p>
        </p:txBody>
      </p:sp>
      <p:pic>
        <p:nvPicPr>
          <p:cNvPr id="96" name="Image 1"/>
          <p:cNvPicPr>
            <a:picLocks xmlns:a="http://schemas.openxmlformats.org/drawingml/2006/main" noChangeAspect="1"/>
          </p:cNvPicPr>
          <p:nvPr/>
        </p:nvPicPr>
        <p:blipFill>
          <a:blip xmlns:r="http://schemas.openxmlformats.org/officeDocument/2006/relationships" xmlns:a="http://schemas.openxmlformats.org/drawingml/2006/main" r:embed="Re166f65290e9437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4156990"/>
      </p:ext>
    </p:extLst>
  </p:cSld>
</p:sld>
</file>

<file path=ppt/slides/slide1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BBA004-CC16-4CC9-B563-6A61813ED6F4}"/>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AD004432-9ED2-47DA-BE38-8D7B4831AA33}"/>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el ciclo se jugó en Playa OSL</a:t>
            </a:r>
            <a:endParaRPr sz="3200"/>
          </a:p>
        </p:txBody>
      </p:sp>
      <p:sp>
        <p:nvSpPr>
          <p:cNvPr id="4" name="Shape 2">
            <a:extLst xmlns:a="http://schemas.openxmlformats.org/drawingml/2006/main">
              <a:ext uri="{FF2B5EF4-FFF2-40B4-BE49-F238E27FC236}">
                <a16:creationId xmlns:a16="http://schemas.microsoft.com/office/drawing/2014/main" id="{2CA7F230-2743-4A4A-A7BD-D12475C2DC72}"/>
              </a:ext>
            </a:extLst>
          </p:cNvPr>
          <p:cNvSpPr>
            <a:spLocks xmlns:a="http://schemas.openxmlformats.org/drawingml/2006/main" noGrp="1"/>
          </p:cNvSpPr>
          <p:nvPr/>
        </p:nvSpPr>
        <p:spPr>
          <a:xfrm xmlns:a="http://schemas.openxmlformats.org/drawingml/2006/main">
            <a:off x="8159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B34EE7D5-9372-4342-A2B2-B089C63DE87B}"/>
              </a:ext>
            </a:extLst>
          </p:cNvPr>
          <p:cNvSpPr>
            <a:spLocks xmlns:a="http://schemas.openxmlformats.org/drawingml/2006/main" noGrp="1"/>
          </p:cNvSpPr>
          <p:nvPr/>
        </p:nvSpPr>
        <p:spPr>
          <a:xfrm xmlns:a="http://schemas.openxmlformats.org/drawingml/2006/main">
            <a:off x="9842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Jue 24</a:t>
            </a:r>
            <a:endParaRPr sz="1500"/>
          </a:p>
        </p:txBody>
      </p:sp>
      <p:sp>
        <p:nvSpPr>
          <p:cNvPr id="6" name="Text 4">
            <a:extLst xmlns:a="http://schemas.openxmlformats.org/drawingml/2006/main">
              <a:ext uri="{FF2B5EF4-FFF2-40B4-BE49-F238E27FC236}">
                <a16:creationId xmlns:a16="http://schemas.microsoft.com/office/drawing/2014/main" id="{8D3038BA-45E8-4FEC-8C38-F5A72656C0F0}"/>
              </a:ext>
            </a:extLst>
          </p:cNvPr>
          <p:cNvSpPr>
            <a:spLocks xmlns:a="http://schemas.openxmlformats.org/drawingml/2006/main" noGrp="1"/>
          </p:cNvSpPr>
          <p:nvPr/>
        </p:nvSpPr>
        <p:spPr>
          <a:xfrm xmlns:a="http://schemas.openxmlformats.org/drawingml/2006/main">
            <a:off x="9842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7" name="Text 5">
            <a:extLst xmlns:a="http://schemas.openxmlformats.org/drawingml/2006/main">
              <a:ext uri="{FF2B5EF4-FFF2-40B4-BE49-F238E27FC236}">
                <a16:creationId xmlns:a16="http://schemas.microsoft.com/office/drawing/2014/main" id="{C347549A-2A31-4911-B5D6-106C6469F486}"/>
              </a:ext>
            </a:extLst>
          </p:cNvPr>
          <p:cNvSpPr>
            <a:spLocks xmlns:a="http://schemas.openxmlformats.org/drawingml/2006/main" noGrp="1"/>
          </p:cNvSpPr>
          <p:nvPr/>
        </p:nvSpPr>
        <p:spPr>
          <a:xfrm xmlns:a="http://schemas.openxmlformats.org/drawingml/2006/main">
            <a:off x="9842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289 min</a:t>
            </a:r>
            <a:endParaRPr sz="3000"/>
          </a:p>
        </p:txBody>
      </p:sp>
      <p:sp>
        <p:nvSpPr>
          <p:cNvPr id="8" name="Text 6">
            <a:extLst xmlns:a="http://schemas.openxmlformats.org/drawingml/2006/main">
              <a:ext uri="{FF2B5EF4-FFF2-40B4-BE49-F238E27FC236}">
                <a16:creationId xmlns:a16="http://schemas.microsoft.com/office/drawing/2014/main" id="{FDF3F18D-BF43-4839-9D6D-9784C857069D}"/>
              </a:ext>
            </a:extLst>
          </p:cNvPr>
          <p:cNvSpPr>
            <a:spLocks xmlns:a="http://schemas.openxmlformats.org/drawingml/2006/main" noGrp="1"/>
          </p:cNvSpPr>
          <p:nvPr/>
        </p:nvSpPr>
        <p:spPr>
          <a:xfrm xmlns:a="http://schemas.openxmlformats.org/drawingml/2006/main">
            <a:off x="984250" y="2994521"/>
            <a:ext cx="1079996"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145</a:t>
            </a:r>
            <a:endParaRPr sz="1200"/>
          </a:p>
        </p:txBody>
      </p:sp>
      <p:sp>
        <p:nvSpPr>
          <p:cNvPr id="9" name="Text 7">
            <a:extLst xmlns:a="http://schemas.openxmlformats.org/drawingml/2006/main">
              <a:ext uri="{FF2B5EF4-FFF2-40B4-BE49-F238E27FC236}">
                <a16:creationId xmlns:a16="http://schemas.microsoft.com/office/drawing/2014/main" id="{6056EB53-CC21-4CDB-A3E3-19A18A4AA091}"/>
              </a:ext>
            </a:extLst>
          </p:cNvPr>
          <p:cNvSpPr>
            <a:spLocks xmlns:a="http://schemas.openxmlformats.org/drawingml/2006/main" noGrp="1"/>
          </p:cNvSpPr>
          <p:nvPr/>
        </p:nvSpPr>
        <p:spPr>
          <a:xfrm xmlns:a="http://schemas.openxmlformats.org/drawingml/2006/main">
            <a:off x="2013446" y="2994521"/>
            <a:ext cx="122505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E1B4E"/>
                </a:solidFill>
                <a:latin typeface="IBM Plex Sans"/>
                <a:ea typeface="IBM Plex Sans"/>
                <a:cs typeface="IBM Plex Sans"/>
              </a:rPr>
              <a:t>San Lorenzo 151</a:t>
            </a:r>
            <a:endParaRPr sz="1200"/>
          </a:p>
        </p:txBody>
      </p:sp>
      <p:sp>
        <p:nvSpPr>
          <p:cNvPr id="10" name="Text 8">
            <a:extLst xmlns:a="http://schemas.openxmlformats.org/drawingml/2006/main">
              <a:ext uri="{FF2B5EF4-FFF2-40B4-BE49-F238E27FC236}">
                <a16:creationId xmlns:a16="http://schemas.microsoft.com/office/drawing/2014/main" id="{99A1F145-A6FF-46FB-B895-274FC8FA5A99}"/>
              </a:ext>
            </a:extLst>
          </p:cNvPr>
          <p:cNvSpPr>
            <a:spLocks xmlns:a="http://schemas.openxmlformats.org/drawingml/2006/main" noGrp="1"/>
          </p:cNvSpPr>
          <p:nvPr/>
        </p:nvSpPr>
        <p:spPr>
          <a:xfrm xmlns:a="http://schemas.openxmlformats.org/drawingml/2006/main">
            <a:off x="984250" y="3497362"/>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44 · descarga 80</a:t>
            </a:r>
            <a:endParaRPr sz="1200"/>
          </a:p>
        </p:txBody>
      </p:sp>
      <p:sp>
        <p:nvSpPr>
          <p:cNvPr id="11" name="Shape 9">
            <a:extLst xmlns:a="http://schemas.openxmlformats.org/drawingml/2006/main">
              <a:ext uri="{FF2B5EF4-FFF2-40B4-BE49-F238E27FC236}">
                <a16:creationId xmlns:a16="http://schemas.microsoft.com/office/drawing/2014/main" id="{ADB162AB-3369-43A6-8201-353972F51A55}"/>
              </a:ext>
            </a:extLst>
          </p:cNvPr>
          <p:cNvSpPr>
            <a:spLocks xmlns:a="http://schemas.openxmlformats.org/drawingml/2006/main" noGrp="1"/>
          </p:cNvSpPr>
          <p:nvPr/>
        </p:nvSpPr>
        <p:spPr>
          <a:xfrm xmlns:a="http://schemas.openxmlformats.org/drawingml/2006/main">
            <a:off x="984250"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2" name="Text 10">
            <a:extLst xmlns:a="http://schemas.openxmlformats.org/drawingml/2006/main">
              <a:ext uri="{FF2B5EF4-FFF2-40B4-BE49-F238E27FC236}">
                <a16:creationId xmlns:a16="http://schemas.microsoft.com/office/drawing/2014/main" id="{C3EDFBAF-0E09-4CF4-902A-1A2CD5B3C29F}"/>
              </a:ext>
            </a:extLst>
          </p:cNvPr>
          <p:cNvSpPr>
            <a:spLocks xmlns:a="http://schemas.openxmlformats.org/drawingml/2006/main" noGrp="1"/>
          </p:cNvSpPr>
          <p:nvPr/>
        </p:nvSpPr>
        <p:spPr>
          <a:xfrm xmlns:a="http://schemas.openxmlformats.org/drawingml/2006/main">
            <a:off x="1119981"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13" name="Text 11">
            <a:extLst xmlns:a="http://schemas.openxmlformats.org/drawingml/2006/main">
              <a:ext uri="{FF2B5EF4-FFF2-40B4-BE49-F238E27FC236}">
                <a16:creationId xmlns:a16="http://schemas.microsoft.com/office/drawing/2014/main" id="{97EAA7FB-E17E-4EC6-8FC9-2C4ED4C02575}"/>
              </a:ext>
            </a:extLst>
          </p:cNvPr>
          <p:cNvSpPr>
            <a:spLocks xmlns:a="http://schemas.openxmlformats.org/drawingml/2006/main" noGrp="1"/>
          </p:cNvSpPr>
          <p:nvPr/>
        </p:nvSpPr>
        <p:spPr>
          <a:xfrm xmlns:a="http://schemas.openxmlformats.org/drawingml/2006/main">
            <a:off x="1170384"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8</a:t>
            </a:r>
            <a:endParaRPr sz="1300"/>
          </a:p>
        </p:txBody>
      </p:sp>
      <p:sp>
        <p:nvSpPr>
          <p:cNvPr id="14" name="Shape 12">
            <a:extLst xmlns:a="http://schemas.openxmlformats.org/drawingml/2006/main">
              <a:ext uri="{FF2B5EF4-FFF2-40B4-BE49-F238E27FC236}">
                <a16:creationId xmlns:a16="http://schemas.microsoft.com/office/drawing/2014/main" id="{D9809B1F-6EB1-4805-84A0-1DCA0885466A}"/>
              </a:ext>
            </a:extLst>
          </p:cNvPr>
          <p:cNvSpPr>
            <a:spLocks xmlns:a="http://schemas.openxmlformats.org/drawingml/2006/main" noGrp="1"/>
          </p:cNvSpPr>
          <p:nvPr/>
        </p:nvSpPr>
        <p:spPr>
          <a:xfrm xmlns:a="http://schemas.openxmlformats.org/drawingml/2006/main">
            <a:off x="1544638"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5" name="Text 13">
            <a:extLst xmlns:a="http://schemas.openxmlformats.org/drawingml/2006/main">
              <a:ext uri="{FF2B5EF4-FFF2-40B4-BE49-F238E27FC236}">
                <a16:creationId xmlns:a16="http://schemas.microsoft.com/office/drawing/2014/main" id="{91C71AB1-584B-446F-A2C9-6B5F51DCF33A}"/>
              </a:ext>
            </a:extLst>
          </p:cNvPr>
          <p:cNvSpPr>
            <a:spLocks xmlns:a="http://schemas.openxmlformats.org/drawingml/2006/main" noGrp="1"/>
          </p:cNvSpPr>
          <p:nvPr/>
        </p:nvSpPr>
        <p:spPr>
          <a:xfrm xmlns:a="http://schemas.openxmlformats.org/drawingml/2006/main">
            <a:off x="1680369"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16" name="Text 14">
            <a:extLst xmlns:a="http://schemas.openxmlformats.org/drawingml/2006/main">
              <a:ext uri="{FF2B5EF4-FFF2-40B4-BE49-F238E27FC236}">
                <a16:creationId xmlns:a16="http://schemas.microsoft.com/office/drawing/2014/main" id="{9925B5BF-281C-4AF2-8D4B-D5BAABF18908}"/>
              </a:ext>
            </a:extLst>
          </p:cNvPr>
          <p:cNvSpPr>
            <a:spLocks xmlns:a="http://schemas.openxmlformats.org/drawingml/2006/main" noGrp="1"/>
          </p:cNvSpPr>
          <p:nvPr/>
        </p:nvSpPr>
        <p:spPr>
          <a:xfrm xmlns:a="http://schemas.openxmlformats.org/drawingml/2006/main">
            <a:off x="1730772"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17" name="Shape 15">
            <a:extLst xmlns:a="http://schemas.openxmlformats.org/drawingml/2006/main">
              <a:ext uri="{FF2B5EF4-FFF2-40B4-BE49-F238E27FC236}">
                <a16:creationId xmlns:a16="http://schemas.microsoft.com/office/drawing/2014/main" id="{1E79443B-D6CC-497A-8E61-C789A3CFED99}"/>
              </a:ext>
            </a:extLst>
          </p:cNvPr>
          <p:cNvSpPr>
            <a:spLocks xmlns:a="http://schemas.openxmlformats.org/drawingml/2006/main" noGrp="1"/>
          </p:cNvSpPr>
          <p:nvPr/>
        </p:nvSpPr>
        <p:spPr>
          <a:xfrm xmlns:a="http://schemas.openxmlformats.org/drawingml/2006/main">
            <a:off x="2105025"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8" name="Text 16">
            <a:extLst xmlns:a="http://schemas.openxmlformats.org/drawingml/2006/main">
              <a:ext uri="{FF2B5EF4-FFF2-40B4-BE49-F238E27FC236}">
                <a16:creationId xmlns:a16="http://schemas.microsoft.com/office/drawing/2014/main" id="{994581EE-9F19-4FDB-A06A-4628299CA2D5}"/>
              </a:ext>
            </a:extLst>
          </p:cNvPr>
          <p:cNvSpPr>
            <a:spLocks xmlns:a="http://schemas.openxmlformats.org/drawingml/2006/main" noGrp="1"/>
          </p:cNvSpPr>
          <p:nvPr/>
        </p:nvSpPr>
        <p:spPr>
          <a:xfrm xmlns:a="http://schemas.openxmlformats.org/drawingml/2006/main">
            <a:off x="2240756"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19" name="Text 17">
            <a:extLst xmlns:a="http://schemas.openxmlformats.org/drawingml/2006/main">
              <a:ext uri="{FF2B5EF4-FFF2-40B4-BE49-F238E27FC236}">
                <a16:creationId xmlns:a16="http://schemas.microsoft.com/office/drawing/2014/main" id="{35366FDF-CE38-40A8-B481-C5C1B79EF5EE}"/>
              </a:ext>
            </a:extLst>
          </p:cNvPr>
          <p:cNvSpPr>
            <a:spLocks xmlns:a="http://schemas.openxmlformats.org/drawingml/2006/main" noGrp="1"/>
          </p:cNvSpPr>
          <p:nvPr/>
        </p:nvSpPr>
        <p:spPr>
          <a:xfrm xmlns:a="http://schemas.openxmlformats.org/drawingml/2006/main">
            <a:off x="2291159"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0</a:t>
            </a:r>
            <a:endParaRPr sz="1300"/>
          </a:p>
        </p:txBody>
      </p:sp>
      <p:sp>
        <p:nvSpPr>
          <p:cNvPr id="20" name="Shape 18">
            <a:extLst xmlns:a="http://schemas.openxmlformats.org/drawingml/2006/main">
              <a:ext uri="{FF2B5EF4-FFF2-40B4-BE49-F238E27FC236}">
                <a16:creationId xmlns:a16="http://schemas.microsoft.com/office/drawing/2014/main" id="{35C77A47-01CB-4DF1-B1FA-0EDC3FD1F648}"/>
              </a:ext>
            </a:extLst>
          </p:cNvPr>
          <p:cNvSpPr>
            <a:spLocks xmlns:a="http://schemas.openxmlformats.org/drawingml/2006/main" noGrp="1"/>
          </p:cNvSpPr>
          <p:nvPr/>
        </p:nvSpPr>
        <p:spPr>
          <a:xfrm xmlns:a="http://schemas.openxmlformats.org/drawingml/2006/main">
            <a:off x="2665413"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21" name="Text 19">
            <a:extLst xmlns:a="http://schemas.openxmlformats.org/drawingml/2006/main">
              <a:ext uri="{FF2B5EF4-FFF2-40B4-BE49-F238E27FC236}">
                <a16:creationId xmlns:a16="http://schemas.microsoft.com/office/drawing/2014/main" id="{A4944F9B-B25A-4F70-B280-A38A88E078FD}"/>
              </a:ext>
            </a:extLst>
          </p:cNvPr>
          <p:cNvSpPr>
            <a:spLocks xmlns:a="http://schemas.openxmlformats.org/drawingml/2006/main" noGrp="1"/>
          </p:cNvSpPr>
          <p:nvPr/>
        </p:nvSpPr>
        <p:spPr>
          <a:xfrm xmlns:a="http://schemas.openxmlformats.org/drawingml/2006/main">
            <a:off x="2801144"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22" name="Text 20">
            <a:extLst xmlns:a="http://schemas.openxmlformats.org/drawingml/2006/main">
              <a:ext uri="{FF2B5EF4-FFF2-40B4-BE49-F238E27FC236}">
                <a16:creationId xmlns:a16="http://schemas.microsoft.com/office/drawing/2014/main" id="{4350FF7E-90A6-493D-9288-3578B353FA3E}"/>
              </a:ext>
            </a:extLst>
          </p:cNvPr>
          <p:cNvSpPr>
            <a:spLocks xmlns:a="http://schemas.openxmlformats.org/drawingml/2006/main" noGrp="1"/>
          </p:cNvSpPr>
          <p:nvPr/>
        </p:nvSpPr>
        <p:spPr>
          <a:xfrm xmlns:a="http://schemas.openxmlformats.org/drawingml/2006/main">
            <a:off x="2802037" y="406370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26</a:t>
            </a:r>
            <a:endParaRPr sz="1300"/>
          </a:p>
        </p:txBody>
      </p:sp>
      <p:sp>
        <p:nvSpPr>
          <p:cNvPr id="23" name="Text 21">
            <a:extLst xmlns:a="http://schemas.openxmlformats.org/drawingml/2006/main">
              <a:ext uri="{FF2B5EF4-FFF2-40B4-BE49-F238E27FC236}">
                <a16:creationId xmlns:a16="http://schemas.microsoft.com/office/drawing/2014/main" id="{000E0814-4DB2-46D8-993B-16F376A4106B}"/>
              </a:ext>
            </a:extLst>
          </p:cNvPr>
          <p:cNvSpPr>
            <a:spLocks xmlns:a="http://schemas.openxmlformats.org/drawingml/2006/main" noGrp="1"/>
          </p:cNvSpPr>
          <p:nvPr/>
        </p:nvSpPr>
        <p:spPr>
          <a:xfrm xmlns:a="http://schemas.openxmlformats.org/drawingml/2006/main">
            <a:off x="984250" y="442178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41 viajes</a:t>
            </a:r>
            <a:endParaRPr sz="1200"/>
          </a:p>
        </p:txBody>
      </p:sp>
      <p:sp>
        <p:nvSpPr>
          <p:cNvPr id="24" name="Shape 22">
            <a:extLst xmlns:a="http://schemas.openxmlformats.org/drawingml/2006/main">
              <a:ext uri="{FF2B5EF4-FFF2-40B4-BE49-F238E27FC236}">
                <a16:creationId xmlns:a16="http://schemas.microsoft.com/office/drawing/2014/main" id="{11D9AEE2-704D-4434-A8A4-C07DC377459D}"/>
              </a:ext>
            </a:extLst>
          </p:cNvPr>
          <p:cNvSpPr>
            <a:spLocks xmlns:a="http://schemas.openxmlformats.org/drawingml/2006/main" noGrp="1"/>
          </p:cNvSpPr>
          <p:nvPr/>
        </p:nvSpPr>
        <p:spPr>
          <a:xfrm xmlns:a="http://schemas.openxmlformats.org/drawingml/2006/main">
            <a:off x="34893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E265B214-0F2C-40AE-8657-162F821BE91C}"/>
              </a:ext>
            </a:extLst>
          </p:cNvPr>
          <p:cNvSpPr>
            <a:spLocks xmlns:a="http://schemas.openxmlformats.org/drawingml/2006/main" noGrp="1"/>
          </p:cNvSpPr>
          <p:nvPr/>
        </p:nvSpPr>
        <p:spPr>
          <a:xfrm xmlns:a="http://schemas.openxmlformats.org/drawingml/2006/main">
            <a:off x="36576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Vie 25</a:t>
            </a:r>
            <a:endParaRPr sz="1500"/>
          </a:p>
        </p:txBody>
      </p:sp>
      <p:sp>
        <p:nvSpPr>
          <p:cNvPr id="26" name="Text 24">
            <a:extLst xmlns:a="http://schemas.openxmlformats.org/drawingml/2006/main">
              <a:ext uri="{FF2B5EF4-FFF2-40B4-BE49-F238E27FC236}">
                <a16:creationId xmlns:a16="http://schemas.microsoft.com/office/drawing/2014/main" id="{39A53B5A-B04B-4E93-9B3F-1785FC6C44AA}"/>
              </a:ext>
            </a:extLst>
          </p:cNvPr>
          <p:cNvSpPr>
            <a:spLocks xmlns:a="http://schemas.openxmlformats.org/drawingml/2006/main" noGrp="1"/>
          </p:cNvSpPr>
          <p:nvPr/>
        </p:nvSpPr>
        <p:spPr>
          <a:xfrm xmlns:a="http://schemas.openxmlformats.org/drawingml/2006/main">
            <a:off x="36576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27" name="Text 25">
            <a:extLst xmlns:a="http://schemas.openxmlformats.org/drawingml/2006/main">
              <a:ext uri="{FF2B5EF4-FFF2-40B4-BE49-F238E27FC236}">
                <a16:creationId xmlns:a16="http://schemas.microsoft.com/office/drawing/2014/main" id="{67281232-941F-4EE5-902D-E95EB90CC9C7}"/>
              </a:ext>
            </a:extLst>
          </p:cNvPr>
          <p:cNvSpPr>
            <a:spLocks xmlns:a="http://schemas.openxmlformats.org/drawingml/2006/main" noGrp="1"/>
          </p:cNvSpPr>
          <p:nvPr/>
        </p:nvSpPr>
        <p:spPr>
          <a:xfrm xmlns:a="http://schemas.openxmlformats.org/drawingml/2006/main">
            <a:off x="36576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312 min</a:t>
            </a:r>
            <a:endParaRPr sz="3000"/>
          </a:p>
        </p:txBody>
      </p:sp>
      <p:sp>
        <p:nvSpPr>
          <p:cNvPr id="28" name="Text 26">
            <a:extLst xmlns:a="http://schemas.openxmlformats.org/drawingml/2006/main">
              <a:ext uri="{FF2B5EF4-FFF2-40B4-BE49-F238E27FC236}">
                <a16:creationId xmlns:a16="http://schemas.microsoft.com/office/drawing/2014/main" id="{6D49D6C1-B5AB-4363-8E44-D7E7B07A87B1}"/>
              </a:ext>
            </a:extLst>
          </p:cNvPr>
          <p:cNvSpPr>
            <a:spLocks xmlns:a="http://schemas.openxmlformats.org/drawingml/2006/main" noGrp="1"/>
          </p:cNvSpPr>
          <p:nvPr/>
        </p:nvSpPr>
        <p:spPr>
          <a:xfrm xmlns:a="http://schemas.openxmlformats.org/drawingml/2006/main">
            <a:off x="36576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62</a:t>
            </a:r>
            <a:endParaRPr sz="1200"/>
          </a:p>
        </p:txBody>
      </p:sp>
      <p:sp>
        <p:nvSpPr>
          <p:cNvPr id="29" name="Text 27">
            <a:extLst xmlns:a="http://schemas.openxmlformats.org/drawingml/2006/main">
              <a:ext uri="{FF2B5EF4-FFF2-40B4-BE49-F238E27FC236}">
                <a16:creationId xmlns:a16="http://schemas.microsoft.com/office/drawing/2014/main" id="{CEEE27CA-9779-4E67-8C5A-3E8F3217308E}"/>
              </a:ext>
            </a:extLst>
          </p:cNvPr>
          <p:cNvSpPr>
            <a:spLocks xmlns:a="http://schemas.openxmlformats.org/drawingml/2006/main" noGrp="1"/>
          </p:cNvSpPr>
          <p:nvPr/>
        </p:nvSpPr>
        <p:spPr>
          <a:xfrm xmlns:a="http://schemas.openxmlformats.org/drawingml/2006/main">
            <a:off x="46257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245</a:t>
            </a:r>
            <a:endParaRPr sz="1200"/>
          </a:p>
        </p:txBody>
      </p:sp>
      <p:sp>
        <p:nvSpPr>
          <p:cNvPr id="30" name="Text 28">
            <a:extLst xmlns:a="http://schemas.openxmlformats.org/drawingml/2006/main">
              <a:ext uri="{FF2B5EF4-FFF2-40B4-BE49-F238E27FC236}">
                <a16:creationId xmlns:a16="http://schemas.microsoft.com/office/drawing/2014/main" id="{15DD58A1-614B-4A17-8F9E-CEB0AF94F5E0}"/>
              </a:ext>
            </a:extLst>
          </p:cNvPr>
          <p:cNvSpPr>
            <a:spLocks xmlns:a="http://schemas.openxmlformats.org/drawingml/2006/main" noGrp="1"/>
          </p:cNvSpPr>
          <p:nvPr/>
        </p:nvSpPr>
        <p:spPr>
          <a:xfrm xmlns:a="http://schemas.openxmlformats.org/drawingml/2006/main">
            <a:off x="36576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173 · descarga 73</a:t>
            </a:r>
            <a:endParaRPr sz="1200"/>
          </a:p>
        </p:txBody>
      </p:sp>
      <p:sp>
        <p:nvSpPr>
          <p:cNvPr id="31" name="Shape 29">
            <a:extLst xmlns:a="http://schemas.openxmlformats.org/drawingml/2006/main">
              <a:ext uri="{FF2B5EF4-FFF2-40B4-BE49-F238E27FC236}">
                <a16:creationId xmlns:a16="http://schemas.microsoft.com/office/drawing/2014/main" id="{B9E4DE14-9FAF-4A3A-9CCF-B0C0C5B1F278}"/>
              </a:ext>
            </a:extLst>
          </p:cNvPr>
          <p:cNvSpPr>
            <a:spLocks xmlns:a="http://schemas.openxmlformats.org/drawingml/2006/main" noGrp="1"/>
          </p:cNvSpPr>
          <p:nvPr/>
        </p:nvSpPr>
        <p:spPr>
          <a:xfrm xmlns:a="http://schemas.openxmlformats.org/drawingml/2006/main">
            <a:off x="36576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2" name="Text 30">
            <a:extLst xmlns:a="http://schemas.openxmlformats.org/drawingml/2006/main">
              <a:ext uri="{FF2B5EF4-FFF2-40B4-BE49-F238E27FC236}">
                <a16:creationId xmlns:a16="http://schemas.microsoft.com/office/drawing/2014/main" id="{47D17B9D-1EFA-4DFC-891D-B89771F5099B}"/>
              </a:ext>
            </a:extLst>
          </p:cNvPr>
          <p:cNvSpPr>
            <a:spLocks xmlns:a="http://schemas.openxmlformats.org/drawingml/2006/main" noGrp="1"/>
          </p:cNvSpPr>
          <p:nvPr/>
        </p:nvSpPr>
        <p:spPr>
          <a:xfrm xmlns:a="http://schemas.openxmlformats.org/drawingml/2006/main">
            <a:off x="37933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33" name="Text 31">
            <a:extLst xmlns:a="http://schemas.openxmlformats.org/drawingml/2006/main">
              <a:ext uri="{FF2B5EF4-FFF2-40B4-BE49-F238E27FC236}">
                <a16:creationId xmlns:a16="http://schemas.microsoft.com/office/drawing/2014/main" id="{74BDAB21-177C-499A-BEB4-3F159C9601B5}"/>
              </a:ext>
            </a:extLst>
          </p:cNvPr>
          <p:cNvSpPr>
            <a:spLocks xmlns:a="http://schemas.openxmlformats.org/drawingml/2006/main" noGrp="1"/>
          </p:cNvSpPr>
          <p:nvPr/>
        </p:nvSpPr>
        <p:spPr>
          <a:xfrm xmlns:a="http://schemas.openxmlformats.org/drawingml/2006/main">
            <a:off x="3794224"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21</a:t>
            </a:r>
            <a:endParaRPr sz="1300"/>
          </a:p>
        </p:txBody>
      </p:sp>
      <p:sp>
        <p:nvSpPr>
          <p:cNvPr id="34" name="Shape 32">
            <a:extLst xmlns:a="http://schemas.openxmlformats.org/drawingml/2006/main">
              <a:ext uri="{FF2B5EF4-FFF2-40B4-BE49-F238E27FC236}">
                <a16:creationId xmlns:a16="http://schemas.microsoft.com/office/drawing/2014/main" id="{3297E007-4E59-4BB9-8297-5E9FA35B20E3}"/>
              </a:ext>
            </a:extLst>
          </p:cNvPr>
          <p:cNvSpPr>
            <a:spLocks xmlns:a="http://schemas.openxmlformats.org/drawingml/2006/main" noGrp="1"/>
          </p:cNvSpPr>
          <p:nvPr/>
        </p:nvSpPr>
        <p:spPr>
          <a:xfrm xmlns:a="http://schemas.openxmlformats.org/drawingml/2006/main">
            <a:off x="42179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5" name="Text 33">
            <a:extLst xmlns:a="http://schemas.openxmlformats.org/drawingml/2006/main">
              <a:ext uri="{FF2B5EF4-FFF2-40B4-BE49-F238E27FC236}">
                <a16:creationId xmlns:a16="http://schemas.microsoft.com/office/drawing/2014/main" id="{77BB7A28-9CC4-4ACD-89ED-6C00FE55FE8A}"/>
              </a:ext>
            </a:extLst>
          </p:cNvPr>
          <p:cNvSpPr>
            <a:spLocks xmlns:a="http://schemas.openxmlformats.org/drawingml/2006/main" noGrp="1"/>
          </p:cNvSpPr>
          <p:nvPr/>
        </p:nvSpPr>
        <p:spPr>
          <a:xfrm xmlns:a="http://schemas.openxmlformats.org/drawingml/2006/main">
            <a:off x="43537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36" name="Text 34">
            <a:extLst xmlns:a="http://schemas.openxmlformats.org/drawingml/2006/main">
              <a:ext uri="{FF2B5EF4-FFF2-40B4-BE49-F238E27FC236}">
                <a16:creationId xmlns:a16="http://schemas.microsoft.com/office/drawing/2014/main" id="{96E846A3-C038-4A69-8B66-CBC946B8A367}"/>
              </a:ext>
            </a:extLst>
          </p:cNvPr>
          <p:cNvSpPr>
            <a:spLocks xmlns:a="http://schemas.openxmlformats.org/drawingml/2006/main" noGrp="1"/>
          </p:cNvSpPr>
          <p:nvPr/>
        </p:nvSpPr>
        <p:spPr>
          <a:xfrm xmlns:a="http://schemas.openxmlformats.org/drawingml/2006/main">
            <a:off x="43546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37" name="Shape 35">
            <a:extLst xmlns:a="http://schemas.openxmlformats.org/drawingml/2006/main">
              <a:ext uri="{FF2B5EF4-FFF2-40B4-BE49-F238E27FC236}">
                <a16:creationId xmlns:a16="http://schemas.microsoft.com/office/drawing/2014/main" id="{C7CDB024-B444-481A-A839-F807F52034D8}"/>
              </a:ext>
            </a:extLst>
          </p:cNvPr>
          <p:cNvSpPr>
            <a:spLocks xmlns:a="http://schemas.openxmlformats.org/drawingml/2006/main" noGrp="1"/>
          </p:cNvSpPr>
          <p:nvPr/>
        </p:nvSpPr>
        <p:spPr>
          <a:xfrm xmlns:a="http://schemas.openxmlformats.org/drawingml/2006/main">
            <a:off x="47783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8" name="Text 36">
            <a:extLst xmlns:a="http://schemas.openxmlformats.org/drawingml/2006/main">
              <a:ext uri="{FF2B5EF4-FFF2-40B4-BE49-F238E27FC236}">
                <a16:creationId xmlns:a16="http://schemas.microsoft.com/office/drawing/2014/main" id="{592EE723-762E-4CB3-8612-738276C3AE95}"/>
              </a:ext>
            </a:extLst>
          </p:cNvPr>
          <p:cNvSpPr>
            <a:spLocks xmlns:a="http://schemas.openxmlformats.org/drawingml/2006/main" noGrp="1"/>
          </p:cNvSpPr>
          <p:nvPr/>
        </p:nvSpPr>
        <p:spPr>
          <a:xfrm xmlns:a="http://schemas.openxmlformats.org/drawingml/2006/main">
            <a:off x="49141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39" name="Text 37">
            <a:extLst xmlns:a="http://schemas.openxmlformats.org/drawingml/2006/main">
              <a:ext uri="{FF2B5EF4-FFF2-40B4-BE49-F238E27FC236}">
                <a16:creationId xmlns:a16="http://schemas.microsoft.com/office/drawing/2014/main" id="{5C079169-12F9-42C0-82A2-899EE6330A6A}"/>
              </a:ext>
            </a:extLst>
          </p:cNvPr>
          <p:cNvSpPr>
            <a:spLocks xmlns:a="http://schemas.openxmlformats.org/drawingml/2006/main" noGrp="1"/>
          </p:cNvSpPr>
          <p:nvPr/>
        </p:nvSpPr>
        <p:spPr>
          <a:xfrm xmlns:a="http://schemas.openxmlformats.org/drawingml/2006/main">
            <a:off x="4964509"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40" name="Shape 38">
            <a:extLst xmlns:a="http://schemas.openxmlformats.org/drawingml/2006/main">
              <a:ext uri="{FF2B5EF4-FFF2-40B4-BE49-F238E27FC236}">
                <a16:creationId xmlns:a16="http://schemas.microsoft.com/office/drawing/2014/main" id="{E2239C56-4D86-49BA-8B12-4E299EF46CAB}"/>
              </a:ext>
            </a:extLst>
          </p:cNvPr>
          <p:cNvSpPr>
            <a:spLocks xmlns:a="http://schemas.openxmlformats.org/drawingml/2006/main" noGrp="1"/>
          </p:cNvSpPr>
          <p:nvPr/>
        </p:nvSpPr>
        <p:spPr>
          <a:xfrm xmlns:a="http://schemas.openxmlformats.org/drawingml/2006/main">
            <a:off x="53387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41" name="Text 39">
            <a:extLst xmlns:a="http://schemas.openxmlformats.org/drawingml/2006/main">
              <a:ext uri="{FF2B5EF4-FFF2-40B4-BE49-F238E27FC236}">
                <a16:creationId xmlns:a16="http://schemas.microsoft.com/office/drawing/2014/main" id="{83693F32-8B69-4305-87E1-C94A50EFDB89}"/>
              </a:ext>
            </a:extLst>
          </p:cNvPr>
          <p:cNvSpPr>
            <a:spLocks xmlns:a="http://schemas.openxmlformats.org/drawingml/2006/main" noGrp="1"/>
          </p:cNvSpPr>
          <p:nvPr/>
        </p:nvSpPr>
        <p:spPr>
          <a:xfrm xmlns:a="http://schemas.openxmlformats.org/drawingml/2006/main">
            <a:off x="54744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42" name="Text 40">
            <a:extLst xmlns:a="http://schemas.openxmlformats.org/drawingml/2006/main">
              <a:ext uri="{FF2B5EF4-FFF2-40B4-BE49-F238E27FC236}">
                <a16:creationId xmlns:a16="http://schemas.microsoft.com/office/drawing/2014/main" id="{5D4FC910-A45F-46B7-829F-09E53F7E1ECB}"/>
              </a:ext>
            </a:extLst>
          </p:cNvPr>
          <p:cNvSpPr>
            <a:spLocks xmlns:a="http://schemas.openxmlformats.org/drawingml/2006/main" noGrp="1"/>
          </p:cNvSpPr>
          <p:nvPr/>
        </p:nvSpPr>
        <p:spPr>
          <a:xfrm xmlns:a="http://schemas.openxmlformats.org/drawingml/2006/main">
            <a:off x="5524897"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a:t>
            </a:r>
            <a:endParaRPr sz="1300"/>
          </a:p>
        </p:txBody>
      </p:sp>
      <p:sp>
        <p:nvSpPr>
          <p:cNvPr id="43" name="Text 41">
            <a:extLst xmlns:a="http://schemas.openxmlformats.org/drawingml/2006/main">
              <a:ext uri="{FF2B5EF4-FFF2-40B4-BE49-F238E27FC236}">
                <a16:creationId xmlns:a16="http://schemas.microsoft.com/office/drawing/2014/main" id="{711C8EB8-1076-435A-B926-3BA54D5F9595}"/>
              </a:ext>
            </a:extLst>
          </p:cNvPr>
          <p:cNvSpPr>
            <a:spLocks xmlns:a="http://schemas.openxmlformats.org/drawingml/2006/main" noGrp="1"/>
          </p:cNvSpPr>
          <p:nvPr/>
        </p:nvSpPr>
        <p:spPr>
          <a:xfrm xmlns:a="http://schemas.openxmlformats.org/drawingml/2006/main">
            <a:off x="36576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70 viajes</a:t>
            </a:r>
            <a:endParaRPr sz="1200"/>
          </a:p>
        </p:txBody>
      </p:sp>
      <p:sp>
        <p:nvSpPr>
          <p:cNvPr id="44" name="Shape 42">
            <a:extLst xmlns:a="http://schemas.openxmlformats.org/drawingml/2006/main">
              <a:ext uri="{FF2B5EF4-FFF2-40B4-BE49-F238E27FC236}">
                <a16:creationId xmlns:a16="http://schemas.microsoft.com/office/drawing/2014/main" id="{D76CE4B7-CA26-4E18-B872-7C7BA9E8D085}"/>
              </a:ext>
            </a:extLst>
          </p:cNvPr>
          <p:cNvSpPr>
            <a:spLocks xmlns:a="http://schemas.openxmlformats.org/drawingml/2006/main" noGrp="1"/>
          </p:cNvSpPr>
          <p:nvPr/>
        </p:nvSpPr>
        <p:spPr>
          <a:xfrm xmlns:a="http://schemas.openxmlformats.org/drawingml/2006/main">
            <a:off x="61626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83B5F97B-1099-4056-960E-C9647021C3A7}"/>
              </a:ext>
            </a:extLst>
          </p:cNvPr>
          <p:cNvSpPr>
            <a:spLocks xmlns:a="http://schemas.openxmlformats.org/drawingml/2006/main" noGrp="1"/>
          </p:cNvSpPr>
          <p:nvPr/>
        </p:nvSpPr>
        <p:spPr>
          <a:xfrm xmlns:a="http://schemas.openxmlformats.org/drawingml/2006/main">
            <a:off x="63309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Sáb 26</a:t>
            </a:r>
            <a:endParaRPr sz="1500"/>
          </a:p>
        </p:txBody>
      </p:sp>
      <p:sp>
        <p:nvSpPr>
          <p:cNvPr id="46" name="Text 44">
            <a:extLst xmlns:a="http://schemas.openxmlformats.org/drawingml/2006/main">
              <a:ext uri="{FF2B5EF4-FFF2-40B4-BE49-F238E27FC236}">
                <a16:creationId xmlns:a16="http://schemas.microsoft.com/office/drawing/2014/main" id="{549E58FF-F5C4-471A-BA5D-E0515BD7351B}"/>
              </a:ext>
            </a:extLst>
          </p:cNvPr>
          <p:cNvSpPr>
            <a:spLocks xmlns:a="http://schemas.openxmlformats.org/drawingml/2006/main" noGrp="1"/>
          </p:cNvSpPr>
          <p:nvPr/>
        </p:nvSpPr>
        <p:spPr>
          <a:xfrm xmlns:a="http://schemas.openxmlformats.org/drawingml/2006/main">
            <a:off x="63309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47" name="Text 45">
            <a:extLst xmlns:a="http://schemas.openxmlformats.org/drawingml/2006/main">
              <a:ext uri="{FF2B5EF4-FFF2-40B4-BE49-F238E27FC236}">
                <a16:creationId xmlns:a16="http://schemas.microsoft.com/office/drawing/2014/main" id="{378A8FE5-E143-4125-A0A0-E85F1C468EC1}"/>
              </a:ext>
            </a:extLst>
          </p:cNvPr>
          <p:cNvSpPr>
            <a:spLocks xmlns:a="http://schemas.openxmlformats.org/drawingml/2006/main" noGrp="1"/>
          </p:cNvSpPr>
          <p:nvPr/>
        </p:nvSpPr>
        <p:spPr>
          <a:xfrm xmlns:a="http://schemas.openxmlformats.org/drawingml/2006/main">
            <a:off x="63309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232 min</a:t>
            </a:r>
            <a:endParaRPr sz="3000"/>
          </a:p>
        </p:txBody>
      </p:sp>
      <p:sp>
        <p:nvSpPr>
          <p:cNvPr id="48" name="Text 46">
            <a:extLst xmlns:a="http://schemas.openxmlformats.org/drawingml/2006/main">
              <a:ext uri="{FF2B5EF4-FFF2-40B4-BE49-F238E27FC236}">
                <a16:creationId xmlns:a16="http://schemas.microsoft.com/office/drawing/2014/main" id="{BC1EDDA9-310B-4E29-B585-5D62A46F325B}"/>
              </a:ext>
            </a:extLst>
          </p:cNvPr>
          <p:cNvSpPr>
            <a:spLocks xmlns:a="http://schemas.openxmlformats.org/drawingml/2006/main" noGrp="1"/>
          </p:cNvSpPr>
          <p:nvPr/>
        </p:nvSpPr>
        <p:spPr>
          <a:xfrm xmlns:a="http://schemas.openxmlformats.org/drawingml/2006/main">
            <a:off x="633095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93</a:t>
            </a:r>
            <a:endParaRPr sz="1200"/>
          </a:p>
        </p:txBody>
      </p:sp>
      <p:sp>
        <p:nvSpPr>
          <p:cNvPr id="49" name="Text 47">
            <a:extLst xmlns:a="http://schemas.openxmlformats.org/drawingml/2006/main">
              <a:ext uri="{FF2B5EF4-FFF2-40B4-BE49-F238E27FC236}">
                <a16:creationId xmlns:a16="http://schemas.microsoft.com/office/drawing/2014/main" id="{3F811FB8-26C9-4C70-A9A4-0A0A9D2FB866}"/>
              </a:ext>
            </a:extLst>
          </p:cNvPr>
          <p:cNvSpPr>
            <a:spLocks xmlns:a="http://schemas.openxmlformats.org/drawingml/2006/main" noGrp="1"/>
          </p:cNvSpPr>
          <p:nvPr/>
        </p:nvSpPr>
        <p:spPr>
          <a:xfrm xmlns:a="http://schemas.openxmlformats.org/drawingml/2006/main">
            <a:off x="729912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122</a:t>
            </a:r>
            <a:endParaRPr sz="1200"/>
          </a:p>
        </p:txBody>
      </p:sp>
      <p:sp>
        <p:nvSpPr>
          <p:cNvPr id="50" name="Text 48">
            <a:extLst xmlns:a="http://schemas.openxmlformats.org/drawingml/2006/main">
              <a:ext uri="{FF2B5EF4-FFF2-40B4-BE49-F238E27FC236}">
                <a16:creationId xmlns:a16="http://schemas.microsoft.com/office/drawing/2014/main" id="{4083193D-2A6D-45C8-87BA-06141844268E}"/>
              </a:ext>
            </a:extLst>
          </p:cNvPr>
          <p:cNvSpPr>
            <a:spLocks xmlns:a="http://schemas.openxmlformats.org/drawingml/2006/main" noGrp="1"/>
          </p:cNvSpPr>
          <p:nvPr/>
        </p:nvSpPr>
        <p:spPr>
          <a:xfrm xmlns:a="http://schemas.openxmlformats.org/drawingml/2006/main">
            <a:off x="633095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20 · descarga 82</a:t>
            </a:r>
            <a:endParaRPr sz="1200"/>
          </a:p>
        </p:txBody>
      </p:sp>
      <p:sp>
        <p:nvSpPr>
          <p:cNvPr id="51" name="Shape 49">
            <a:extLst xmlns:a="http://schemas.openxmlformats.org/drawingml/2006/main">
              <a:ext uri="{FF2B5EF4-FFF2-40B4-BE49-F238E27FC236}">
                <a16:creationId xmlns:a16="http://schemas.microsoft.com/office/drawing/2014/main" id="{8C7F5108-86D1-48ED-AA0E-FDD25ED0C29D}"/>
              </a:ext>
            </a:extLst>
          </p:cNvPr>
          <p:cNvSpPr>
            <a:spLocks xmlns:a="http://schemas.openxmlformats.org/drawingml/2006/main" noGrp="1"/>
          </p:cNvSpPr>
          <p:nvPr/>
        </p:nvSpPr>
        <p:spPr>
          <a:xfrm xmlns:a="http://schemas.openxmlformats.org/drawingml/2006/main">
            <a:off x="633095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2" name="Text 50">
            <a:extLst xmlns:a="http://schemas.openxmlformats.org/drawingml/2006/main">
              <a:ext uri="{FF2B5EF4-FFF2-40B4-BE49-F238E27FC236}">
                <a16:creationId xmlns:a16="http://schemas.microsoft.com/office/drawing/2014/main" id="{7E6A7B3C-1FEB-4575-B28C-1F4C54F22B9F}"/>
              </a:ext>
            </a:extLst>
          </p:cNvPr>
          <p:cNvSpPr>
            <a:spLocks xmlns:a="http://schemas.openxmlformats.org/drawingml/2006/main" noGrp="1"/>
          </p:cNvSpPr>
          <p:nvPr/>
        </p:nvSpPr>
        <p:spPr>
          <a:xfrm xmlns:a="http://schemas.openxmlformats.org/drawingml/2006/main">
            <a:off x="646668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53" name="Text 51">
            <a:extLst xmlns:a="http://schemas.openxmlformats.org/drawingml/2006/main">
              <a:ext uri="{FF2B5EF4-FFF2-40B4-BE49-F238E27FC236}">
                <a16:creationId xmlns:a16="http://schemas.microsoft.com/office/drawing/2014/main" id="{CCA8B40E-7435-41C4-B913-7E54531DA6FF}"/>
              </a:ext>
            </a:extLst>
          </p:cNvPr>
          <p:cNvSpPr>
            <a:spLocks xmlns:a="http://schemas.openxmlformats.org/drawingml/2006/main" noGrp="1"/>
          </p:cNvSpPr>
          <p:nvPr/>
        </p:nvSpPr>
        <p:spPr>
          <a:xfrm xmlns:a="http://schemas.openxmlformats.org/drawingml/2006/main">
            <a:off x="651708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54" name="Shape 52">
            <a:extLst xmlns:a="http://schemas.openxmlformats.org/drawingml/2006/main">
              <a:ext uri="{FF2B5EF4-FFF2-40B4-BE49-F238E27FC236}">
                <a16:creationId xmlns:a16="http://schemas.microsoft.com/office/drawing/2014/main" id="{5433F08F-7C28-49E5-B20A-6749413A54C6}"/>
              </a:ext>
            </a:extLst>
          </p:cNvPr>
          <p:cNvSpPr>
            <a:spLocks xmlns:a="http://schemas.openxmlformats.org/drawingml/2006/main" noGrp="1"/>
          </p:cNvSpPr>
          <p:nvPr/>
        </p:nvSpPr>
        <p:spPr>
          <a:xfrm xmlns:a="http://schemas.openxmlformats.org/drawingml/2006/main">
            <a:off x="689133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5" name="Text 53">
            <a:extLst xmlns:a="http://schemas.openxmlformats.org/drawingml/2006/main">
              <a:ext uri="{FF2B5EF4-FFF2-40B4-BE49-F238E27FC236}">
                <a16:creationId xmlns:a16="http://schemas.microsoft.com/office/drawing/2014/main" id="{44E052AC-B811-4CE5-A9CF-BCA2FA9E6986}"/>
              </a:ext>
            </a:extLst>
          </p:cNvPr>
          <p:cNvSpPr>
            <a:spLocks xmlns:a="http://schemas.openxmlformats.org/drawingml/2006/main" noGrp="1"/>
          </p:cNvSpPr>
          <p:nvPr/>
        </p:nvSpPr>
        <p:spPr>
          <a:xfrm xmlns:a="http://schemas.openxmlformats.org/drawingml/2006/main">
            <a:off x="702706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56" name="Text 54">
            <a:extLst xmlns:a="http://schemas.openxmlformats.org/drawingml/2006/main">
              <a:ext uri="{FF2B5EF4-FFF2-40B4-BE49-F238E27FC236}">
                <a16:creationId xmlns:a16="http://schemas.microsoft.com/office/drawing/2014/main" id="{B8B5CA1C-26E3-4DA3-A1DC-4D7663F6A05B}"/>
              </a:ext>
            </a:extLst>
          </p:cNvPr>
          <p:cNvSpPr>
            <a:spLocks xmlns:a="http://schemas.openxmlformats.org/drawingml/2006/main" noGrp="1"/>
          </p:cNvSpPr>
          <p:nvPr/>
        </p:nvSpPr>
        <p:spPr>
          <a:xfrm xmlns:a="http://schemas.openxmlformats.org/drawingml/2006/main">
            <a:off x="702796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57" name="Shape 55">
            <a:extLst xmlns:a="http://schemas.openxmlformats.org/drawingml/2006/main">
              <a:ext uri="{FF2B5EF4-FFF2-40B4-BE49-F238E27FC236}">
                <a16:creationId xmlns:a16="http://schemas.microsoft.com/office/drawing/2014/main" id="{431671E4-8860-4F76-83D8-5B8DBC71A49E}"/>
              </a:ext>
            </a:extLst>
          </p:cNvPr>
          <p:cNvSpPr>
            <a:spLocks xmlns:a="http://schemas.openxmlformats.org/drawingml/2006/main" noGrp="1"/>
          </p:cNvSpPr>
          <p:nvPr/>
        </p:nvSpPr>
        <p:spPr>
          <a:xfrm xmlns:a="http://schemas.openxmlformats.org/drawingml/2006/main">
            <a:off x="745172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8" name="Text 56">
            <a:extLst xmlns:a="http://schemas.openxmlformats.org/drawingml/2006/main">
              <a:ext uri="{FF2B5EF4-FFF2-40B4-BE49-F238E27FC236}">
                <a16:creationId xmlns:a16="http://schemas.microsoft.com/office/drawing/2014/main" id="{A7A97E02-1DF2-42A8-87F5-C16A15D9A784}"/>
              </a:ext>
            </a:extLst>
          </p:cNvPr>
          <p:cNvSpPr>
            <a:spLocks xmlns:a="http://schemas.openxmlformats.org/drawingml/2006/main" noGrp="1"/>
          </p:cNvSpPr>
          <p:nvPr/>
        </p:nvSpPr>
        <p:spPr>
          <a:xfrm xmlns:a="http://schemas.openxmlformats.org/drawingml/2006/main">
            <a:off x="758745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59" name="Text 57">
            <a:extLst xmlns:a="http://schemas.openxmlformats.org/drawingml/2006/main">
              <a:ext uri="{FF2B5EF4-FFF2-40B4-BE49-F238E27FC236}">
                <a16:creationId xmlns:a16="http://schemas.microsoft.com/office/drawing/2014/main" id="{F4BB995D-3FBB-46D2-801B-549039D3C9D7}"/>
              </a:ext>
            </a:extLst>
          </p:cNvPr>
          <p:cNvSpPr>
            <a:spLocks xmlns:a="http://schemas.openxmlformats.org/drawingml/2006/main" noGrp="1"/>
          </p:cNvSpPr>
          <p:nvPr/>
        </p:nvSpPr>
        <p:spPr>
          <a:xfrm xmlns:a="http://schemas.openxmlformats.org/drawingml/2006/main">
            <a:off x="758834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36</a:t>
            </a:r>
            <a:endParaRPr sz="1300"/>
          </a:p>
        </p:txBody>
      </p:sp>
      <p:sp>
        <p:nvSpPr>
          <p:cNvPr id="60" name="Shape 58">
            <a:extLst xmlns:a="http://schemas.openxmlformats.org/drawingml/2006/main">
              <a:ext uri="{FF2B5EF4-FFF2-40B4-BE49-F238E27FC236}">
                <a16:creationId xmlns:a16="http://schemas.microsoft.com/office/drawing/2014/main" id="{7FC636D3-57D3-4D07-8EF8-0D1394816552}"/>
              </a:ext>
            </a:extLst>
          </p:cNvPr>
          <p:cNvSpPr>
            <a:spLocks xmlns:a="http://schemas.openxmlformats.org/drawingml/2006/main" noGrp="1"/>
          </p:cNvSpPr>
          <p:nvPr/>
        </p:nvSpPr>
        <p:spPr>
          <a:xfrm xmlns:a="http://schemas.openxmlformats.org/drawingml/2006/main">
            <a:off x="801211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61" name="Text 59">
            <a:extLst xmlns:a="http://schemas.openxmlformats.org/drawingml/2006/main">
              <a:ext uri="{FF2B5EF4-FFF2-40B4-BE49-F238E27FC236}">
                <a16:creationId xmlns:a16="http://schemas.microsoft.com/office/drawing/2014/main" id="{55026B16-9782-4C32-B40F-558755B99067}"/>
              </a:ext>
            </a:extLst>
          </p:cNvPr>
          <p:cNvSpPr>
            <a:spLocks xmlns:a="http://schemas.openxmlformats.org/drawingml/2006/main" noGrp="1"/>
          </p:cNvSpPr>
          <p:nvPr/>
        </p:nvSpPr>
        <p:spPr>
          <a:xfrm xmlns:a="http://schemas.openxmlformats.org/drawingml/2006/main">
            <a:off x="814784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62" name="Text 60">
            <a:extLst xmlns:a="http://schemas.openxmlformats.org/drawingml/2006/main">
              <a:ext uri="{FF2B5EF4-FFF2-40B4-BE49-F238E27FC236}">
                <a16:creationId xmlns:a16="http://schemas.microsoft.com/office/drawing/2014/main" id="{43550DE8-A345-4575-BFCF-99BB4E7E5113}"/>
              </a:ext>
            </a:extLst>
          </p:cNvPr>
          <p:cNvSpPr>
            <a:spLocks xmlns:a="http://schemas.openxmlformats.org/drawingml/2006/main" noGrp="1"/>
          </p:cNvSpPr>
          <p:nvPr/>
        </p:nvSpPr>
        <p:spPr>
          <a:xfrm xmlns:a="http://schemas.openxmlformats.org/drawingml/2006/main">
            <a:off x="814873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a:t>
            </a:r>
            <a:endParaRPr sz="1300"/>
          </a:p>
        </p:txBody>
      </p:sp>
      <p:sp>
        <p:nvSpPr>
          <p:cNvPr id="63" name="Text 61">
            <a:extLst xmlns:a="http://schemas.openxmlformats.org/drawingml/2006/main">
              <a:ext uri="{FF2B5EF4-FFF2-40B4-BE49-F238E27FC236}">
                <a16:creationId xmlns:a16="http://schemas.microsoft.com/office/drawing/2014/main" id="{D58C599A-B9DB-4BFB-A1B7-720930DBD343}"/>
              </a:ext>
            </a:extLst>
          </p:cNvPr>
          <p:cNvSpPr>
            <a:spLocks xmlns:a="http://schemas.openxmlformats.org/drawingml/2006/main" noGrp="1"/>
          </p:cNvSpPr>
          <p:nvPr/>
        </p:nvSpPr>
        <p:spPr>
          <a:xfrm xmlns:a="http://schemas.openxmlformats.org/drawingml/2006/main">
            <a:off x="633095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90 viajes</a:t>
            </a:r>
            <a:endParaRPr sz="1200"/>
          </a:p>
        </p:txBody>
      </p:sp>
      <p:sp>
        <p:nvSpPr>
          <p:cNvPr id="64" name="Shape 62">
            <a:extLst xmlns:a="http://schemas.openxmlformats.org/drawingml/2006/main">
              <a:ext uri="{FF2B5EF4-FFF2-40B4-BE49-F238E27FC236}">
                <a16:creationId xmlns:a16="http://schemas.microsoft.com/office/drawing/2014/main" id="{6FF5C963-243F-4EF0-B1F3-7C6A7443AFEC}"/>
              </a:ext>
            </a:extLst>
          </p:cNvPr>
          <p:cNvSpPr>
            <a:spLocks xmlns:a="http://schemas.openxmlformats.org/drawingml/2006/main" noGrp="1"/>
          </p:cNvSpPr>
          <p:nvPr/>
        </p:nvSpPr>
        <p:spPr>
          <a:xfrm xmlns:a="http://schemas.openxmlformats.org/drawingml/2006/main">
            <a:off x="88360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65" name="Text 63">
            <a:extLst xmlns:a="http://schemas.openxmlformats.org/drawingml/2006/main">
              <a:ext uri="{FF2B5EF4-FFF2-40B4-BE49-F238E27FC236}">
                <a16:creationId xmlns:a16="http://schemas.microsoft.com/office/drawing/2014/main" id="{37BDC727-C80F-42BF-8C42-B1CCD315639F}"/>
              </a:ext>
            </a:extLst>
          </p:cNvPr>
          <p:cNvSpPr>
            <a:spLocks xmlns:a="http://schemas.openxmlformats.org/drawingml/2006/main" noGrp="1"/>
          </p:cNvSpPr>
          <p:nvPr/>
        </p:nvSpPr>
        <p:spPr>
          <a:xfrm xmlns:a="http://schemas.openxmlformats.org/drawingml/2006/main">
            <a:off x="90043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Mié 30</a:t>
            </a:r>
            <a:endParaRPr sz="1500"/>
          </a:p>
        </p:txBody>
      </p:sp>
      <p:sp>
        <p:nvSpPr>
          <p:cNvPr id="66" name="Text 64">
            <a:extLst xmlns:a="http://schemas.openxmlformats.org/drawingml/2006/main">
              <a:ext uri="{FF2B5EF4-FFF2-40B4-BE49-F238E27FC236}">
                <a16:creationId xmlns:a16="http://schemas.microsoft.com/office/drawing/2014/main" id="{90AF414B-05BE-4595-B486-62E8DD7751B9}"/>
              </a:ext>
            </a:extLst>
          </p:cNvPr>
          <p:cNvSpPr>
            <a:spLocks xmlns:a="http://schemas.openxmlformats.org/drawingml/2006/main" noGrp="1"/>
          </p:cNvSpPr>
          <p:nvPr/>
        </p:nvSpPr>
        <p:spPr>
          <a:xfrm xmlns:a="http://schemas.openxmlformats.org/drawingml/2006/main">
            <a:off x="90043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67" name="Text 65">
            <a:extLst xmlns:a="http://schemas.openxmlformats.org/drawingml/2006/main">
              <a:ext uri="{FF2B5EF4-FFF2-40B4-BE49-F238E27FC236}">
                <a16:creationId xmlns:a16="http://schemas.microsoft.com/office/drawing/2014/main" id="{9683EAD9-F74D-4DF2-8CD5-1F76A13D8CA9}"/>
              </a:ext>
            </a:extLst>
          </p:cNvPr>
          <p:cNvSpPr>
            <a:spLocks xmlns:a="http://schemas.openxmlformats.org/drawingml/2006/main" noGrp="1"/>
          </p:cNvSpPr>
          <p:nvPr/>
        </p:nvSpPr>
        <p:spPr>
          <a:xfrm xmlns:a="http://schemas.openxmlformats.org/drawingml/2006/main">
            <a:off x="90043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311 min</a:t>
            </a:r>
            <a:endParaRPr sz="3000"/>
          </a:p>
        </p:txBody>
      </p:sp>
      <p:sp>
        <p:nvSpPr>
          <p:cNvPr id="68" name="Text 66">
            <a:extLst xmlns:a="http://schemas.openxmlformats.org/drawingml/2006/main">
              <a:ext uri="{FF2B5EF4-FFF2-40B4-BE49-F238E27FC236}">
                <a16:creationId xmlns:a16="http://schemas.microsoft.com/office/drawing/2014/main" id="{197944C9-3E2E-42A5-AA3C-679D0685E2B0}"/>
              </a:ext>
            </a:extLst>
          </p:cNvPr>
          <p:cNvSpPr>
            <a:spLocks xmlns:a="http://schemas.openxmlformats.org/drawingml/2006/main" noGrp="1"/>
          </p:cNvSpPr>
          <p:nvPr/>
        </p:nvSpPr>
        <p:spPr>
          <a:xfrm xmlns:a="http://schemas.openxmlformats.org/drawingml/2006/main">
            <a:off x="90043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86</a:t>
            </a:r>
            <a:endParaRPr sz="1200"/>
          </a:p>
        </p:txBody>
      </p:sp>
      <p:sp>
        <p:nvSpPr>
          <p:cNvPr id="69" name="Text 67">
            <a:extLst xmlns:a="http://schemas.openxmlformats.org/drawingml/2006/main">
              <a:ext uri="{FF2B5EF4-FFF2-40B4-BE49-F238E27FC236}">
                <a16:creationId xmlns:a16="http://schemas.microsoft.com/office/drawing/2014/main" id="{FF5E3ACD-43BF-4B13-B970-DC111E2F317E}"/>
              </a:ext>
            </a:extLst>
          </p:cNvPr>
          <p:cNvSpPr>
            <a:spLocks xmlns:a="http://schemas.openxmlformats.org/drawingml/2006/main" noGrp="1"/>
          </p:cNvSpPr>
          <p:nvPr/>
        </p:nvSpPr>
        <p:spPr>
          <a:xfrm xmlns:a="http://schemas.openxmlformats.org/drawingml/2006/main">
            <a:off x="99724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208</a:t>
            </a:r>
            <a:endParaRPr sz="1200"/>
          </a:p>
        </p:txBody>
      </p:sp>
      <p:sp>
        <p:nvSpPr>
          <p:cNvPr id="70" name="Text 68">
            <a:extLst xmlns:a="http://schemas.openxmlformats.org/drawingml/2006/main">
              <a:ext uri="{FF2B5EF4-FFF2-40B4-BE49-F238E27FC236}">
                <a16:creationId xmlns:a16="http://schemas.microsoft.com/office/drawing/2014/main" id="{CA708940-4252-4960-AFA5-D556BFB136EA}"/>
              </a:ext>
            </a:extLst>
          </p:cNvPr>
          <p:cNvSpPr>
            <a:spLocks xmlns:a="http://schemas.openxmlformats.org/drawingml/2006/main" noGrp="1"/>
          </p:cNvSpPr>
          <p:nvPr/>
        </p:nvSpPr>
        <p:spPr>
          <a:xfrm xmlns:a="http://schemas.openxmlformats.org/drawingml/2006/main">
            <a:off x="90043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106 · descarga 86</a:t>
            </a:r>
            <a:endParaRPr sz="1200"/>
          </a:p>
        </p:txBody>
      </p:sp>
      <p:sp>
        <p:nvSpPr>
          <p:cNvPr id="71" name="Shape 69">
            <a:extLst xmlns:a="http://schemas.openxmlformats.org/drawingml/2006/main">
              <a:ext uri="{FF2B5EF4-FFF2-40B4-BE49-F238E27FC236}">
                <a16:creationId xmlns:a16="http://schemas.microsoft.com/office/drawing/2014/main" id="{87E4451C-5324-4C9D-8717-25E93C410177}"/>
              </a:ext>
            </a:extLst>
          </p:cNvPr>
          <p:cNvSpPr>
            <a:spLocks xmlns:a="http://schemas.openxmlformats.org/drawingml/2006/main" noGrp="1"/>
          </p:cNvSpPr>
          <p:nvPr/>
        </p:nvSpPr>
        <p:spPr>
          <a:xfrm xmlns:a="http://schemas.openxmlformats.org/drawingml/2006/main">
            <a:off x="90043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2" name="Text 70">
            <a:extLst xmlns:a="http://schemas.openxmlformats.org/drawingml/2006/main">
              <a:ext uri="{FF2B5EF4-FFF2-40B4-BE49-F238E27FC236}">
                <a16:creationId xmlns:a16="http://schemas.microsoft.com/office/drawing/2014/main" id="{AFEE4242-F42D-4B1D-9E05-F5217B39933C}"/>
              </a:ext>
            </a:extLst>
          </p:cNvPr>
          <p:cNvSpPr>
            <a:spLocks xmlns:a="http://schemas.openxmlformats.org/drawingml/2006/main" noGrp="1"/>
          </p:cNvSpPr>
          <p:nvPr/>
        </p:nvSpPr>
        <p:spPr>
          <a:xfrm xmlns:a="http://schemas.openxmlformats.org/drawingml/2006/main">
            <a:off x="91400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73" name="Text 71">
            <a:extLst xmlns:a="http://schemas.openxmlformats.org/drawingml/2006/main">
              <a:ext uri="{FF2B5EF4-FFF2-40B4-BE49-F238E27FC236}">
                <a16:creationId xmlns:a16="http://schemas.microsoft.com/office/drawing/2014/main" id="{AA89ACA0-38DD-4ED6-8763-02034A69C367}"/>
              </a:ext>
            </a:extLst>
          </p:cNvPr>
          <p:cNvSpPr>
            <a:spLocks xmlns:a="http://schemas.openxmlformats.org/drawingml/2006/main" noGrp="1"/>
          </p:cNvSpPr>
          <p:nvPr/>
        </p:nvSpPr>
        <p:spPr>
          <a:xfrm xmlns:a="http://schemas.openxmlformats.org/drawingml/2006/main">
            <a:off x="919043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7</a:t>
            </a:r>
            <a:endParaRPr sz="1300"/>
          </a:p>
        </p:txBody>
      </p:sp>
      <p:sp>
        <p:nvSpPr>
          <p:cNvPr id="74" name="Shape 72">
            <a:extLst xmlns:a="http://schemas.openxmlformats.org/drawingml/2006/main">
              <a:ext uri="{FF2B5EF4-FFF2-40B4-BE49-F238E27FC236}">
                <a16:creationId xmlns:a16="http://schemas.microsoft.com/office/drawing/2014/main" id="{07E9E5FD-6039-42A9-BDC0-12832FC910FE}"/>
              </a:ext>
            </a:extLst>
          </p:cNvPr>
          <p:cNvSpPr>
            <a:spLocks xmlns:a="http://schemas.openxmlformats.org/drawingml/2006/main" noGrp="1"/>
          </p:cNvSpPr>
          <p:nvPr/>
        </p:nvSpPr>
        <p:spPr>
          <a:xfrm xmlns:a="http://schemas.openxmlformats.org/drawingml/2006/main">
            <a:off x="95646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5" name="Text 73">
            <a:extLst xmlns:a="http://schemas.openxmlformats.org/drawingml/2006/main">
              <a:ext uri="{FF2B5EF4-FFF2-40B4-BE49-F238E27FC236}">
                <a16:creationId xmlns:a16="http://schemas.microsoft.com/office/drawing/2014/main" id="{A6DCB4D0-36F7-4127-8242-868190FFD515}"/>
              </a:ext>
            </a:extLst>
          </p:cNvPr>
          <p:cNvSpPr>
            <a:spLocks xmlns:a="http://schemas.openxmlformats.org/drawingml/2006/main" noGrp="1"/>
          </p:cNvSpPr>
          <p:nvPr/>
        </p:nvSpPr>
        <p:spPr>
          <a:xfrm xmlns:a="http://schemas.openxmlformats.org/drawingml/2006/main">
            <a:off x="97004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76" name="Text 74">
            <a:extLst xmlns:a="http://schemas.openxmlformats.org/drawingml/2006/main">
              <a:ext uri="{FF2B5EF4-FFF2-40B4-BE49-F238E27FC236}">
                <a16:creationId xmlns:a16="http://schemas.microsoft.com/office/drawing/2014/main" id="{8003E9AE-8397-4CF4-9C1D-62DCA7691B2D}"/>
              </a:ext>
            </a:extLst>
          </p:cNvPr>
          <p:cNvSpPr>
            <a:spLocks xmlns:a="http://schemas.openxmlformats.org/drawingml/2006/main" noGrp="1"/>
          </p:cNvSpPr>
          <p:nvPr/>
        </p:nvSpPr>
        <p:spPr>
          <a:xfrm xmlns:a="http://schemas.openxmlformats.org/drawingml/2006/main">
            <a:off x="97013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20</a:t>
            </a:r>
            <a:endParaRPr sz="1300"/>
          </a:p>
        </p:txBody>
      </p:sp>
      <p:sp>
        <p:nvSpPr>
          <p:cNvPr id="77" name="Shape 75">
            <a:extLst xmlns:a="http://schemas.openxmlformats.org/drawingml/2006/main">
              <a:ext uri="{FF2B5EF4-FFF2-40B4-BE49-F238E27FC236}">
                <a16:creationId xmlns:a16="http://schemas.microsoft.com/office/drawing/2014/main" id="{AF94330F-072F-494D-A5C9-386615CC078F}"/>
              </a:ext>
            </a:extLst>
          </p:cNvPr>
          <p:cNvSpPr>
            <a:spLocks xmlns:a="http://schemas.openxmlformats.org/drawingml/2006/main" noGrp="1"/>
          </p:cNvSpPr>
          <p:nvPr/>
        </p:nvSpPr>
        <p:spPr>
          <a:xfrm xmlns:a="http://schemas.openxmlformats.org/drawingml/2006/main">
            <a:off x="101250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8" name="Text 76">
            <a:extLst xmlns:a="http://schemas.openxmlformats.org/drawingml/2006/main">
              <a:ext uri="{FF2B5EF4-FFF2-40B4-BE49-F238E27FC236}">
                <a16:creationId xmlns:a16="http://schemas.microsoft.com/office/drawing/2014/main" id="{C2B745E9-9E77-4AB1-A93C-E5E2E317B013}"/>
              </a:ext>
            </a:extLst>
          </p:cNvPr>
          <p:cNvSpPr>
            <a:spLocks xmlns:a="http://schemas.openxmlformats.org/drawingml/2006/main" noGrp="1"/>
          </p:cNvSpPr>
          <p:nvPr/>
        </p:nvSpPr>
        <p:spPr>
          <a:xfrm xmlns:a="http://schemas.openxmlformats.org/drawingml/2006/main">
            <a:off x="102608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79" name="Text 77">
            <a:extLst xmlns:a="http://schemas.openxmlformats.org/drawingml/2006/main">
              <a:ext uri="{FF2B5EF4-FFF2-40B4-BE49-F238E27FC236}">
                <a16:creationId xmlns:a16="http://schemas.microsoft.com/office/drawing/2014/main" id="{82AB36AB-4C0E-433F-A7DD-825510C049D9}"/>
              </a:ext>
            </a:extLst>
          </p:cNvPr>
          <p:cNvSpPr>
            <a:spLocks xmlns:a="http://schemas.openxmlformats.org/drawingml/2006/main" noGrp="1"/>
          </p:cNvSpPr>
          <p:nvPr/>
        </p:nvSpPr>
        <p:spPr>
          <a:xfrm xmlns:a="http://schemas.openxmlformats.org/drawingml/2006/main">
            <a:off x="1026169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80" name="Shape 78">
            <a:extLst xmlns:a="http://schemas.openxmlformats.org/drawingml/2006/main">
              <a:ext uri="{FF2B5EF4-FFF2-40B4-BE49-F238E27FC236}">
                <a16:creationId xmlns:a16="http://schemas.microsoft.com/office/drawing/2014/main" id="{3C5E9EE0-2E56-4CFD-82F1-FACEB69F4513}"/>
              </a:ext>
            </a:extLst>
          </p:cNvPr>
          <p:cNvSpPr>
            <a:spLocks xmlns:a="http://schemas.openxmlformats.org/drawingml/2006/main" noGrp="1"/>
          </p:cNvSpPr>
          <p:nvPr/>
        </p:nvSpPr>
        <p:spPr>
          <a:xfrm xmlns:a="http://schemas.openxmlformats.org/drawingml/2006/main">
            <a:off x="106854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81" name="Text 79">
            <a:extLst xmlns:a="http://schemas.openxmlformats.org/drawingml/2006/main">
              <a:ext uri="{FF2B5EF4-FFF2-40B4-BE49-F238E27FC236}">
                <a16:creationId xmlns:a16="http://schemas.microsoft.com/office/drawing/2014/main" id="{C7CB6268-4B66-40B5-859E-9177784AC567}"/>
              </a:ext>
            </a:extLst>
          </p:cNvPr>
          <p:cNvSpPr>
            <a:spLocks xmlns:a="http://schemas.openxmlformats.org/drawingml/2006/main" noGrp="1"/>
          </p:cNvSpPr>
          <p:nvPr/>
        </p:nvSpPr>
        <p:spPr>
          <a:xfrm xmlns:a="http://schemas.openxmlformats.org/drawingml/2006/main">
            <a:off x="108211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82" name="Text 80">
            <a:extLst xmlns:a="http://schemas.openxmlformats.org/drawingml/2006/main">
              <a:ext uri="{FF2B5EF4-FFF2-40B4-BE49-F238E27FC236}">
                <a16:creationId xmlns:a16="http://schemas.microsoft.com/office/drawing/2014/main" id="{4534259A-E505-4FC7-9B43-C78874066DC0}"/>
              </a:ext>
            </a:extLst>
          </p:cNvPr>
          <p:cNvSpPr>
            <a:spLocks xmlns:a="http://schemas.openxmlformats.org/drawingml/2006/main" noGrp="1"/>
          </p:cNvSpPr>
          <p:nvPr/>
        </p:nvSpPr>
        <p:spPr>
          <a:xfrm xmlns:a="http://schemas.openxmlformats.org/drawingml/2006/main">
            <a:off x="1082208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83" name="Text 81">
            <a:extLst xmlns:a="http://schemas.openxmlformats.org/drawingml/2006/main">
              <a:ext uri="{FF2B5EF4-FFF2-40B4-BE49-F238E27FC236}">
                <a16:creationId xmlns:a16="http://schemas.microsoft.com/office/drawing/2014/main" id="{3FF758D1-A80D-4598-B49A-7361635BCC55}"/>
              </a:ext>
            </a:extLst>
          </p:cNvPr>
          <p:cNvSpPr>
            <a:spLocks xmlns:a="http://schemas.openxmlformats.org/drawingml/2006/main" noGrp="1"/>
          </p:cNvSpPr>
          <p:nvPr/>
        </p:nvSpPr>
        <p:spPr>
          <a:xfrm xmlns:a="http://schemas.openxmlformats.org/drawingml/2006/main">
            <a:off x="90043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106 viajes</a:t>
            </a:r>
            <a:endParaRPr sz="1200"/>
          </a:p>
        </p:txBody>
      </p:sp>
      <p:sp>
        <p:nvSpPr>
          <p:cNvPr id="84" name="Shape 82">
            <a:extLst xmlns:a="http://schemas.openxmlformats.org/drawingml/2006/main">
              <a:ext uri="{FF2B5EF4-FFF2-40B4-BE49-F238E27FC236}">
                <a16:creationId xmlns:a16="http://schemas.microsoft.com/office/drawing/2014/main" id="{0A32A330-46D9-4760-A3BA-4E2F8FF7958E}"/>
              </a:ext>
            </a:extLst>
          </p:cNvPr>
          <p:cNvSpPr>
            <a:spLocks xmlns:a="http://schemas.openxmlformats.org/drawingml/2006/main" noGrp="1"/>
          </p:cNvSpPr>
          <p:nvPr/>
        </p:nvSpPr>
        <p:spPr>
          <a:xfrm xmlns:a="http://schemas.openxmlformats.org/drawingml/2006/main">
            <a:off x="831850" y="497165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5" name="Text 83">
            <a:extLst xmlns:a="http://schemas.openxmlformats.org/drawingml/2006/main">
              <a:ext uri="{FF2B5EF4-FFF2-40B4-BE49-F238E27FC236}">
                <a16:creationId xmlns:a16="http://schemas.microsoft.com/office/drawing/2014/main" id="{AD4D0599-16F7-43A3-B3B0-B62B054772DF}"/>
              </a:ext>
            </a:extLst>
          </p:cNvPr>
          <p:cNvSpPr>
            <a:spLocks xmlns:a="http://schemas.openxmlformats.org/drawingml/2006/main" noGrp="1"/>
          </p:cNvSpPr>
          <p:nvPr/>
        </p:nvSpPr>
        <p:spPr>
          <a:xfrm xmlns:a="http://schemas.openxmlformats.org/drawingml/2006/main">
            <a:off x="977900" y="4997053"/>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día más rápido fue el sábado 26 (232 min, Playa OSL en 20). El viernes 25 Playa OSL llegó a 173 min; ese día la soja también esperó en el puerto (San Lorenzo 178 min): pellet y soja comparten la playa.</a:t>
            </a:r>
            <a:endParaRPr sz="1300"/>
          </a:p>
        </p:txBody>
      </p:sp>
      <p:pic>
        <p:nvPicPr>
          <p:cNvPr id="174" name="Image 0"/>
          <p:cNvPicPr>
            <a:picLocks xmlns:a="http://schemas.openxmlformats.org/drawingml/2006/main" noChangeAspect="1"/>
          </p:cNvPicPr>
          <p:nvPr/>
        </p:nvPicPr>
        <p:blipFill>
          <a:blip xmlns:r="http://schemas.openxmlformats.org/officeDocument/2006/relationships" xmlns:a="http://schemas.openxmlformats.org/drawingml/2006/main" r:embed="R070aa6ecb4524e6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7" name="Text 84">
            <a:extLst xmlns:a="http://schemas.openxmlformats.org/drawingml/2006/main">
              <a:ext uri="{FF2B5EF4-FFF2-40B4-BE49-F238E27FC236}">
                <a16:creationId xmlns:a16="http://schemas.microsoft.com/office/drawing/2014/main" id="{EFB8D9D6-E66A-4059-9739-7A5C1629B6E2}"/>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16</a:t>
            </a:r>
            <a:endParaRPr sz="1200"/>
          </a:p>
        </p:txBody>
      </p:sp>
      <p:pic>
        <p:nvPicPr>
          <p:cNvPr id="176" name="Image 1"/>
          <p:cNvPicPr>
            <a:picLocks xmlns:a="http://schemas.openxmlformats.org/drawingml/2006/main" noChangeAspect="1"/>
          </p:cNvPicPr>
          <p:nvPr/>
        </p:nvPicPr>
        <p:blipFill>
          <a:blip xmlns:r="http://schemas.openxmlformats.org/officeDocument/2006/relationships" xmlns:a="http://schemas.openxmlformats.org/drawingml/2006/main" r:embed="R98c19087c9064e9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43923370"/>
      </p:ext>
    </p:extLst>
  </p:cSld>
</p:sld>
</file>

<file path=ppt/slides/slide1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E536CA-18D3-46F0-8BB4-05A8179F35BD}"/>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F9D0224F-6BDB-4A94-A6AB-52721565B874}"/>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Los operativos de pellet desde junio</a:t>
            </a:r>
            <a:endParaRPr sz="3200"/>
          </a:p>
        </p:txBody>
      </p:sp>
      <p:sp>
        <p:nvSpPr>
          <p:cNvPr id="4" name="Text 2">
            <a:extLst xmlns:a="http://schemas.openxmlformats.org/drawingml/2006/main">
              <a:ext uri="{FF2B5EF4-FFF2-40B4-BE49-F238E27FC236}">
                <a16:creationId xmlns:a16="http://schemas.microsoft.com/office/drawing/2014/main" id="{D3C47014-8F22-440E-A092-2DF29B3C9D88}"/>
              </a:ext>
            </a:extLst>
          </p:cNvPr>
          <p:cNvSpPr>
            <a:spLocks xmlns:a="http://schemas.openxmlformats.org/drawingml/2006/main" noGrp="1"/>
          </p:cNvSpPr>
          <p:nvPr/>
        </p:nvSpPr>
        <p:spPr>
          <a:xfrm xmlns:a="http://schemas.openxmlformats.org/drawingml/2006/main">
            <a:off x="812800" y="1701701"/>
            <a:ext cx="1003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Comité</a:t>
            </a:r>
            <a:endParaRPr sz="1200"/>
          </a:p>
        </p:txBody>
      </p:sp>
      <p:sp>
        <p:nvSpPr>
          <p:cNvPr id="5" name="Text 3">
            <a:extLst xmlns:a="http://schemas.openxmlformats.org/drawingml/2006/main">
              <a:ext uri="{FF2B5EF4-FFF2-40B4-BE49-F238E27FC236}">
                <a16:creationId xmlns:a16="http://schemas.microsoft.com/office/drawing/2014/main" id="{99CA133A-7D41-4841-8356-820C58E44E75}"/>
              </a:ext>
            </a:extLst>
          </p:cNvPr>
          <p:cNvSpPr>
            <a:spLocks xmlns:a="http://schemas.openxmlformats.org/drawingml/2006/main" noGrp="1"/>
          </p:cNvSpPr>
          <p:nvPr/>
        </p:nvSpPr>
        <p:spPr>
          <a:xfrm xmlns:a="http://schemas.openxmlformats.org/drawingml/2006/main">
            <a:off x="1765300" y="1701701"/>
            <a:ext cx="1511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Período</a:t>
            </a:r>
            <a:endParaRPr sz="1200"/>
          </a:p>
        </p:txBody>
      </p:sp>
      <p:sp>
        <p:nvSpPr>
          <p:cNvPr id="6" name="Text 4">
            <a:extLst xmlns:a="http://schemas.openxmlformats.org/drawingml/2006/main">
              <a:ext uri="{FF2B5EF4-FFF2-40B4-BE49-F238E27FC236}">
                <a16:creationId xmlns:a16="http://schemas.microsoft.com/office/drawing/2014/main" id="{807C491E-A05F-4115-A087-B894FE01F539}"/>
              </a:ext>
            </a:extLst>
          </p:cNvPr>
          <p:cNvSpPr>
            <a:spLocks xmlns:a="http://schemas.openxmlformats.org/drawingml/2006/main" noGrp="1"/>
          </p:cNvSpPr>
          <p:nvPr/>
        </p:nvSpPr>
        <p:spPr>
          <a:xfrm xmlns:a="http://schemas.openxmlformats.org/drawingml/2006/main">
            <a:off x="3175000" y="1701701"/>
            <a:ext cx="749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a:t>
            </a:r>
            <a:endParaRPr sz="1200"/>
          </a:p>
        </p:txBody>
      </p:sp>
      <p:sp>
        <p:nvSpPr>
          <p:cNvPr id="7" name="Text 5">
            <a:extLst xmlns:a="http://schemas.openxmlformats.org/drawingml/2006/main">
              <a:ext uri="{FF2B5EF4-FFF2-40B4-BE49-F238E27FC236}">
                <a16:creationId xmlns:a16="http://schemas.microsoft.com/office/drawing/2014/main" id="{8C650258-5621-4E89-B77E-9530D8809F75}"/>
              </a:ext>
            </a:extLst>
          </p:cNvPr>
          <p:cNvSpPr>
            <a:spLocks xmlns:a="http://schemas.openxmlformats.org/drawingml/2006/main" noGrp="1"/>
          </p:cNvSpPr>
          <p:nvPr/>
        </p:nvSpPr>
        <p:spPr>
          <a:xfrm xmlns:a="http://schemas.openxmlformats.org/drawingml/2006/main">
            <a:off x="38735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Camiones</a:t>
            </a:r>
            <a:endParaRPr sz="1200"/>
          </a:p>
        </p:txBody>
      </p:sp>
      <p:sp>
        <p:nvSpPr>
          <p:cNvPr id="8" name="Text 6">
            <a:extLst xmlns:a="http://schemas.openxmlformats.org/drawingml/2006/main">
              <a:ext uri="{FF2B5EF4-FFF2-40B4-BE49-F238E27FC236}">
                <a16:creationId xmlns:a16="http://schemas.microsoft.com/office/drawing/2014/main" id="{F5C0A1F7-67B7-4966-B6DA-5C1BB77F6DCC}"/>
              </a:ext>
            </a:extLst>
          </p:cNvPr>
          <p:cNvSpPr>
            <a:spLocks xmlns:a="http://schemas.openxmlformats.org/drawingml/2006/main" noGrp="1"/>
          </p:cNvSpPr>
          <p:nvPr/>
        </p:nvSpPr>
        <p:spPr>
          <a:xfrm xmlns:a="http://schemas.openxmlformats.org/drawingml/2006/main">
            <a:off x="4762500" y="1701701"/>
            <a:ext cx="1257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 por camión y día</a:t>
            </a:r>
            <a:endParaRPr sz="1200"/>
          </a:p>
        </p:txBody>
      </p:sp>
      <p:sp>
        <p:nvSpPr>
          <p:cNvPr id="9" name="Text 7">
            <a:extLst xmlns:a="http://schemas.openxmlformats.org/drawingml/2006/main">
              <a:ext uri="{FF2B5EF4-FFF2-40B4-BE49-F238E27FC236}">
                <a16:creationId xmlns:a16="http://schemas.microsoft.com/office/drawing/2014/main" id="{AA42D075-1D56-4F01-A6DD-2B9AF1B5FC3B}"/>
              </a:ext>
            </a:extLst>
          </p:cNvPr>
          <p:cNvSpPr>
            <a:spLocks xmlns:a="http://schemas.openxmlformats.org/drawingml/2006/main" noGrp="1"/>
          </p:cNvSpPr>
          <p:nvPr/>
        </p:nvSpPr>
        <p:spPr>
          <a:xfrm xmlns:a="http://schemas.openxmlformats.org/drawingml/2006/main">
            <a:off x="59690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Toneladas</a:t>
            </a:r>
            <a:endParaRPr sz="1200"/>
          </a:p>
        </p:txBody>
      </p:sp>
      <p:sp>
        <p:nvSpPr>
          <p:cNvPr id="10" name="Text 8">
            <a:extLst xmlns:a="http://schemas.openxmlformats.org/drawingml/2006/main">
              <a:ext uri="{FF2B5EF4-FFF2-40B4-BE49-F238E27FC236}">
                <a16:creationId xmlns:a16="http://schemas.microsoft.com/office/drawing/2014/main" id="{C98C7825-64E9-4812-A838-10C710EE8424}"/>
              </a:ext>
            </a:extLst>
          </p:cNvPr>
          <p:cNvSpPr>
            <a:spLocks xmlns:a="http://schemas.openxmlformats.org/drawingml/2006/main" noGrp="1"/>
          </p:cNvSpPr>
          <p:nvPr/>
        </p:nvSpPr>
        <p:spPr>
          <a:xfrm xmlns:a="http://schemas.openxmlformats.org/drawingml/2006/main">
            <a:off x="70485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Flete</a:t>
            </a:r>
            <a:endParaRPr sz="1200"/>
          </a:p>
        </p:txBody>
      </p:sp>
      <p:sp>
        <p:nvSpPr>
          <p:cNvPr id="11" name="Text 9">
            <a:extLst xmlns:a="http://schemas.openxmlformats.org/drawingml/2006/main">
              <a:ext uri="{FF2B5EF4-FFF2-40B4-BE49-F238E27FC236}">
                <a16:creationId xmlns:a16="http://schemas.microsoft.com/office/drawing/2014/main" id="{A2456029-5DAE-43CF-9CD2-03A0859798A2}"/>
              </a:ext>
            </a:extLst>
          </p:cNvPr>
          <p:cNvSpPr>
            <a:spLocks xmlns:a="http://schemas.openxmlformats.org/drawingml/2006/main" noGrp="1"/>
          </p:cNvSpPr>
          <p:nvPr/>
        </p:nvSpPr>
        <p:spPr>
          <a:xfrm xmlns:a="http://schemas.openxmlformats.org/drawingml/2006/main">
            <a:off x="8128000" y="1701701"/>
            <a:ext cx="812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Horas</a:t>
            </a:r>
            <a:endParaRPr sz="1200"/>
          </a:p>
        </p:txBody>
      </p:sp>
      <p:sp>
        <p:nvSpPr>
          <p:cNvPr id="12" name="Text 10">
            <a:extLst xmlns:a="http://schemas.openxmlformats.org/drawingml/2006/main">
              <a:ext uri="{FF2B5EF4-FFF2-40B4-BE49-F238E27FC236}">
                <a16:creationId xmlns:a16="http://schemas.microsoft.com/office/drawing/2014/main" id="{62376202-3401-4F44-A9A3-FACC767CCDCE}"/>
              </a:ext>
            </a:extLst>
          </p:cNvPr>
          <p:cNvSpPr>
            <a:spLocks xmlns:a="http://schemas.openxmlformats.org/drawingml/2006/main" noGrp="1"/>
          </p:cNvSpPr>
          <p:nvPr/>
        </p:nvSpPr>
        <p:spPr>
          <a:xfrm xmlns:a="http://schemas.openxmlformats.org/drawingml/2006/main">
            <a:off x="88900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Ciclo</a:t>
            </a:r>
            <a:endParaRPr sz="1200"/>
          </a:p>
        </p:txBody>
      </p:sp>
      <p:sp>
        <p:nvSpPr>
          <p:cNvPr id="13" name="Shape 11">
            <a:extLst xmlns:a="http://schemas.openxmlformats.org/drawingml/2006/main">
              <a:ext uri="{FF2B5EF4-FFF2-40B4-BE49-F238E27FC236}">
                <a16:creationId xmlns:a16="http://schemas.microsoft.com/office/drawing/2014/main" id="{92ABD6AB-858B-4E93-B39A-5F5C7779E98F}"/>
              </a:ext>
            </a:extLst>
          </p:cNvPr>
          <p:cNvSpPr>
            <a:spLocks xmlns:a="http://schemas.openxmlformats.org/drawingml/2006/main" noGrp="1"/>
          </p:cNvSpPr>
          <p:nvPr/>
        </p:nvSpPr>
        <p:spPr>
          <a:xfrm xmlns:a="http://schemas.openxmlformats.org/drawingml/2006/main">
            <a:off x="812800" y="2169616"/>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4" name="Text 12">
            <a:extLst xmlns:a="http://schemas.openxmlformats.org/drawingml/2006/main">
              <a:ext uri="{FF2B5EF4-FFF2-40B4-BE49-F238E27FC236}">
                <a16:creationId xmlns:a16="http://schemas.microsoft.com/office/drawing/2014/main" id="{2A5919FC-F2D2-46ED-8E5A-63173143F97C}"/>
              </a:ext>
            </a:extLst>
          </p:cNvPr>
          <p:cNvSpPr>
            <a:spLocks xmlns:a="http://schemas.openxmlformats.org/drawingml/2006/main" noGrp="1"/>
          </p:cNvSpPr>
          <p:nvPr/>
        </p:nvSpPr>
        <p:spPr>
          <a:xfrm xmlns:a="http://schemas.openxmlformats.org/drawingml/2006/main">
            <a:off x="812800" y="2236291"/>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15" name="Text 13">
            <a:extLst xmlns:a="http://schemas.openxmlformats.org/drawingml/2006/main">
              <a:ext uri="{FF2B5EF4-FFF2-40B4-BE49-F238E27FC236}">
                <a16:creationId xmlns:a16="http://schemas.microsoft.com/office/drawing/2014/main" id="{59386C57-E5FA-41A0-82B4-469749A95FC6}"/>
              </a:ext>
            </a:extLst>
          </p:cNvPr>
          <p:cNvSpPr>
            <a:spLocks xmlns:a="http://schemas.openxmlformats.org/drawingml/2006/main" noGrp="1"/>
          </p:cNvSpPr>
          <p:nvPr/>
        </p:nvSpPr>
        <p:spPr>
          <a:xfrm xmlns:a="http://schemas.openxmlformats.org/drawingml/2006/main">
            <a:off x="1765300" y="2236291"/>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30/06 a 04/07</a:t>
            </a:r>
            <a:endParaRPr sz="1300"/>
          </a:p>
        </p:txBody>
      </p:sp>
      <p:sp>
        <p:nvSpPr>
          <p:cNvPr id="16" name="Text 14">
            <a:extLst xmlns:a="http://schemas.openxmlformats.org/drawingml/2006/main">
              <a:ext uri="{FF2B5EF4-FFF2-40B4-BE49-F238E27FC236}">
                <a16:creationId xmlns:a16="http://schemas.microsoft.com/office/drawing/2014/main" id="{9163D281-590E-485F-92A4-930D2B8CAE81}"/>
              </a:ext>
            </a:extLst>
          </p:cNvPr>
          <p:cNvSpPr>
            <a:spLocks xmlns:a="http://schemas.openxmlformats.org/drawingml/2006/main" noGrp="1"/>
          </p:cNvSpPr>
          <p:nvPr/>
        </p:nvSpPr>
        <p:spPr>
          <a:xfrm xmlns:a="http://schemas.openxmlformats.org/drawingml/2006/main">
            <a:off x="3175000" y="2236291"/>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337</a:t>
            </a:r>
            <a:endParaRPr sz="1300"/>
          </a:p>
        </p:txBody>
      </p:sp>
      <p:sp>
        <p:nvSpPr>
          <p:cNvPr id="17" name="Text 15">
            <a:extLst xmlns:a="http://schemas.openxmlformats.org/drawingml/2006/main">
              <a:ext uri="{FF2B5EF4-FFF2-40B4-BE49-F238E27FC236}">
                <a16:creationId xmlns:a16="http://schemas.microsoft.com/office/drawing/2014/main" id="{49DC57D1-CEA8-42D5-8F7D-599DA0E11C47}"/>
              </a:ext>
            </a:extLst>
          </p:cNvPr>
          <p:cNvSpPr>
            <a:spLocks xmlns:a="http://schemas.openxmlformats.org/drawingml/2006/main" noGrp="1"/>
          </p:cNvSpPr>
          <p:nvPr/>
        </p:nvSpPr>
        <p:spPr>
          <a:xfrm xmlns:a="http://schemas.openxmlformats.org/drawingml/2006/main">
            <a:off x="38735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49</a:t>
            </a:r>
            <a:endParaRPr sz="1300"/>
          </a:p>
        </p:txBody>
      </p:sp>
      <p:sp>
        <p:nvSpPr>
          <p:cNvPr id="18" name="Text 16">
            <a:extLst xmlns:a="http://schemas.openxmlformats.org/drawingml/2006/main">
              <a:ext uri="{FF2B5EF4-FFF2-40B4-BE49-F238E27FC236}">
                <a16:creationId xmlns:a16="http://schemas.microsoft.com/office/drawing/2014/main" id="{BCC1DFE9-4E59-472D-A81A-57A2D65DCF84}"/>
              </a:ext>
            </a:extLst>
          </p:cNvPr>
          <p:cNvSpPr>
            <a:spLocks xmlns:a="http://schemas.openxmlformats.org/drawingml/2006/main" noGrp="1"/>
          </p:cNvSpPr>
          <p:nvPr/>
        </p:nvSpPr>
        <p:spPr>
          <a:xfrm xmlns:a="http://schemas.openxmlformats.org/drawingml/2006/main">
            <a:off x="4762500" y="2236291"/>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19" name="Text 17">
            <a:extLst xmlns:a="http://schemas.openxmlformats.org/drawingml/2006/main">
              <a:ext uri="{FF2B5EF4-FFF2-40B4-BE49-F238E27FC236}">
                <a16:creationId xmlns:a16="http://schemas.microsoft.com/office/drawing/2014/main" id="{F5EBD101-977D-49CF-A249-5AA222A6C32E}"/>
              </a:ext>
            </a:extLst>
          </p:cNvPr>
          <p:cNvSpPr>
            <a:spLocks xmlns:a="http://schemas.openxmlformats.org/drawingml/2006/main" noGrp="1"/>
          </p:cNvSpPr>
          <p:nvPr/>
        </p:nvSpPr>
        <p:spPr>
          <a:xfrm xmlns:a="http://schemas.openxmlformats.org/drawingml/2006/main">
            <a:off x="59690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10.110 t</a:t>
            </a:r>
            <a:endParaRPr sz="1300"/>
          </a:p>
        </p:txBody>
      </p:sp>
      <p:sp>
        <p:nvSpPr>
          <p:cNvPr id="20" name="Text 18">
            <a:extLst xmlns:a="http://schemas.openxmlformats.org/drawingml/2006/main">
              <a:ext uri="{FF2B5EF4-FFF2-40B4-BE49-F238E27FC236}">
                <a16:creationId xmlns:a16="http://schemas.microsoft.com/office/drawing/2014/main" id="{A7CBFC8F-80AB-4ABC-B1A9-E883621CEB1B}"/>
              </a:ext>
            </a:extLst>
          </p:cNvPr>
          <p:cNvSpPr>
            <a:spLocks xmlns:a="http://schemas.openxmlformats.org/drawingml/2006/main" noGrp="1"/>
          </p:cNvSpPr>
          <p:nvPr/>
        </p:nvSpPr>
        <p:spPr>
          <a:xfrm xmlns:a="http://schemas.openxmlformats.org/drawingml/2006/main">
            <a:off x="70485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$ 60,7 M</a:t>
            </a:r>
            <a:endParaRPr sz="1300"/>
          </a:p>
        </p:txBody>
      </p:sp>
      <p:sp>
        <p:nvSpPr>
          <p:cNvPr id="21" name="Text 19">
            <a:extLst xmlns:a="http://schemas.openxmlformats.org/drawingml/2006/main">
              <a:ext uri="{FF2B5EF4-FFF2-40B4-BE49-F238E27FC236}">
                <a16:creationId xmlns:a16="http://schemas.microsoft.com/office/drawing/2014/main" id="{3578052F-6D1F-4ECC-A8A8-B9DF82C81AE1}"/>
              </a:ext>
            </a:extLst>
          </p:cNvPr>
          <p:cNvSpPr>
            <a:spLocks xmlns:a="http://schemas.openxmlformats.org/drawingml/2006/main" noGrp="1"/>
          </p:cNvSpPr>
          <p:nvPr/>
        </p:nvSpPr>
        <p:spPr>
          <a:xfrm xmlns:a="http://schemas.openxmlformats.org/drawingml/2006/main">
            <a:off x="8128000" y="2236291"/>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62,7</a:t>
            </a:r>
            <a:endParaRPr sz="1300"/>
          </a:p>
        </p:txBody>
      </p:sp>
      <p:sp>
        <p:nvSpPr>
          <p:cNvPr id="22" name="Text 20">
            <a:extLst xmlns:a="http://schemas.openxmlformats.org/drawingml/2006/main">
              <a:ext uri="{FF2B5EF4-FFF2-40B4-BE49-F238E27FC236}">
                <a16:creationId xmlns:a16="http://schemas.microsoft.com/office/drawing/2014/main" id="{BF583D11-7F77-4F73-B8D5-A9B58D96C615}"/>
              </a:ext>
            </a:extLst>
          </p:cNvPr>
          <p:cNvSpPr>
            <a:spLocks xmlns:a="http://schemas.openxmlformats.org/drawingml/2006/main" noGrp="1"/>
          </p:cNvSpPr>
          <p:nvPr/>
        </p:nvSpPr>
        <p:spPr>
          <a:xfrm xmlns:a="http://schemas.openxmlformats.org/drawingml/2006/main">
            <a:off x="88900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23" name="Shape 21">
            <a:extLst xmlns:a="http://schemas.openxmlformats.org/drawingml/2006/main">
              <a:ext uri="{FF2B5EF4-FFF2-40B4-BE49-F238E27FC236}">
                <a16:creationId xmlns:a16="http://schemas.microsoft.com/office/drawing/2014/main" id="{20F1AA2E-6C8A-47C0-B493-88FA80B99CC1}"/>
              </a:ext>
            </a:extLst>
          </p:cNvPr>
          <p:cNvSpPr>
            <a:spLocks xmlns:a="http://schemas.openxmlformats.org/drawingml/2006/main" noGrp="1"/>
          </p:cNvSpPr>
          <p:nvPr/>
        </p:nvSpPr>
        <p:spPr>
          <a:xfrm xmlns:a="http://schemas.openxmlformats.org/drawingml/2006/main">
            <a:off x="812800" y="253404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4" name="Text 22">
            <a:extLst xmlns:a="http://schemas.openxmlformats.org/drawingml/2006/main">
              <a:ext uri="{FF2B5EF4-FFF2-40B4-BE49-F238E27FC236}">
                <a16:creationId xmlns:a16="http://schemas.microsoft.com/office/drawing/2014/main" id="{CF71D32E-81E5-4F5F-BAB7-216C087FD739}"/>
              </a:ext>
            </a:extLst>
          </p:cNvPr>
          <p:cNvSpPr>
            <a:spLocks xmlns:a="http://schemas.openxmlformats.org/drawingml/2006/main" noGrp="1"/>
          </p:cNvSpPr>
          <p:nvPr/>
        </p:nvSpPr>
        <p:spPr>
          <a:xfrm xmlns:a="http://schemas.openxmlformats.org/drawingml/2006/main">
            <a:off x="812800" y="260072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25" name="Text 23">
            <a:extLst xmlns:a="http://schemas.openxmlformats.org/drawingml/2006/main">
              <a:ext uri="{FF2B5EF4-FFF2-40B4-BE49-F238E27FC236}">
                <a16:creationId xmlns:a16="http://schemas.microsoft.com/office/drawing/2014/main" id="{E1C45A68-3391-4A69-AF4D-40C5A31D3A55}"/>
              </a:ext>
            </a:extLst>
          </p:cNvPr>
          <p:cNvSpPr>
            <a:spLocks xmlns:a="http://schemas.openxmlformats.org/drawingml/2006/main" noGrp="1"/>
          </p:cNvSpPr>
          <p:nvPr/>
        </p:nvSpPr>
        <p:spPr>
          <a:xfrm xmlns:a="http://schemas.openxmlformats.org/drawingml/2006/main">
            <a:off x="1765300" y="260072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08/07 a 15/07</a:t>
            </a:r>
            <a:endParaRPr sz="1300"/>
          </a:p>
        </p:txBody>
      </p:sp>
      <p:sp>
        <p:nvSpPr>
          <p:cNvPr id="26" name="Text 24">
            <a:extLst xmlns:a="http://schemas.openxmlformats.org/drawingml/2006/main">
              <a:ext uri="{FF2B5EF4-FFF2-40B4-BE49-F238E27FC236}">
                <a16:creationId xmlns:a16="http://schemas.microsoft.com/office/drawing/2014/main" id="{21873793-BD08-4121-9C5E-2FB69AD4F66A}"/>
              </a:ext>
            </a:extLst>
          </p:cNvPr>
          <p:cNvSpPr>
            <a:spLocks xmlns:a="http://schemas.openxmlformats.org/drawingml/2006/main" noGrp="1"/>
          </p:cNvSpPr>
          <p:nvPr/>
        </p:nvSpPr>
        <p:spPr>
          <a:xfrm xmlns:a="http://schemas.openxmlformats.org/drawingml/2006/main">
            <a:off x="3175000" y="260072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768</a:t>
            </a:r>
            <a:endParaRPr sz="1300"/>
          </a:p>
        </p:txBody>
      </p:sp>
      <p:sp>
        <p:nvSpPr>
          <p:cNvPr id="27" name="Text 25">
            <a:extLst xmlns:a="http://schemas.openxmlformats.org/drawingml/2006/main">
              <a:ext uri="{FF2B5EF4-FFF2-40B4-BE49-F238E27FC236}">
                <a16:creationId xmlns:a16="http://schemas.microsoft.com/office/drawing/2014/main" id="{142AD272-3877-4C65-819B-06DCED214006}"/>
              </a:ext>
            </a:extLst>
          </p:cNvPr>
          <p:cNvSpPr>
            <a:spLocks xmlns:a="http://schemas.openxmlformats.org/drawingml/2006/main" noGrp="1"/>
          </p:cNvSpPr>
          <p:nvPr/>
        </p:nvSpPr>
        <p:spPr>
          <a:xfrm xmlns:a="http://schemas.openxmlformats.org/drawingml/2006/main">
            <a:off x="38735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74</a:t>
            </a:r>
            <a:endParaRPr sz="1300"/>
          </a:p>
        </p:txBody>
      </p:sp>
      <p:sp>
        <p:nvSpPr>
          <p:cNvPr id="28" name="Text 26">
            <a:extLst xmlns:a="http://schemas.openxmlformats.org/drawingml/2006/main">
              <a:ext uri="{FF2B5EF4-FFF2-40B4-BE49-F238E27FC236}">
                <a16:creationId xmlns:a16="http://schemas.microsoft.com/office/drawing/2014/main" id="{4FB509A8-C415-4DE0-B895-C86DB83D060F}"/>
              </a:ext>
            </a:extLst>
          </p:cNvPr>
          <p:cNvSpPr>
            <a:spLocks xmlns:a="http://schemas.openxmlformats.org/drawingml/2006/main" noGrp="1"/>
          </p:cNvSpPr>
          <p:nvPr/>
        </p:nvSpPr>
        <p:spPr>
          <a:xfrm xmlns:a="http://schemas.openxmlformats.org/drawingml/2006/main">
            <a:off x="4762500" y="260072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29" name="Text 27">
            <a:extLst xmlns:a="http://schemas.openxmlformats.org/drawingml/2006/main">
              <a:ext uri="{FF2B5EF4-FFF2-40B4-BE49-F238E27FC236}">
                <a16:creationId xmlns:a16="http://schemas.microsoft.com/office/drawing/2014/main" id="{F5280464-0E21-466B-B29F-38BFC444A080}"/>
              </a:ext>
            </a:extLst>
          </p:cNvPr>
          <p:cNvSpPr>
            <a:spLocks xmlns:a="http://schemas.openxmlformats.org/drawingml/2006/main" noGrp="1"/>
          </p:cNvSpPr>
          <p:nvPr/>
        </p:nvSpPr>
        <p:spPr>
          <a:xfrm xmlns:a="http://schemas.openxmlformats.org/drawingml/2006/main">
            <a:off x="59690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23.040 t</a:t>
            </a:r>
            <a:endParaRPr sz="1300"/>
          </a:p>
        </p:txBody>
      </p:sp>
      <p:sp>
        <p:nvSpPr>
          <p:cNvPr id="30" name="Text 28">
            <a:extLst xmlns:a="http://schemas.openxmlformats.org/drawingml/2006/main">
              <a:ext uri="{FF2B5EF4-FFF2-40B4-BE49-F238E27FC236}">
                <a16:creationId xmlns:a16="http://schemas.microsoft.com/office/drawing/2014/main" id="{4686A501-C27B-4469-BD96-A4A76779530A}"/>
              </a:ext>
            </a:extLst>
          </p:cNvPr>
          <p:cNvSpPr>
            <a:spLocks xmlns:a="http://schemas.openxmlformats.org/drawingml/2006/main" noGrp="1"/>
          </p:cNvSpPr>
          <p:nvPr/>
        </p:nvSpPr>
        <p:spPr>
          <a:xfrm xmlns:a="http://schemas.openxmlformats.org/drawingml/2006/main">
            <a:off x="70485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$ 138,2 M</a:t>
            </a:r>
            <a:endParaRPr sz="1300"/>
          </a:p>
        </p:txBody>
      </p:sp>
      <p:sp>
        <p:nvSpPr>
          <p:cNvPr id="31" name="Text 29">
            <a:extLst xmlns:a="http://schemas.openxmlformats.org/drawingml/2006/main">
              <a:ext uri="{FF2B5EF4-FFF2-40B4-BE49-F238E27FC236}">
                <a16:creationId xmlns:a16="http://schemas.microsoft.com/office/drawing/2014/main" id="{7676E556-62F4-45A8-A9FF-79311E41D2FC}"/>
              </a:ext>
            </a:extLst>
          </p:cNvPr>
          <p:cNvSpPr>
            <a:spLocks xmlns:a="http://schemas.openxmlformats.org/drawingml/2006/main" noGrp="1"/>
          </p:cNvSpPr>
          <p:nvPr/>
        </p:nvSpPr>
        <p:spPr>
          <a:xfrm xmlns:a="http://schemas.openxmlformats.org/drawingml/2006/main">
            <a:off x="8128000" y="260072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126,2</a:t>
            </a:r>
            <a:endParaRPr sz="1300"/>
          </a:p>
        </p:txBody>
      </p:sp>
      <p:sp>
        <p:nvSpPr>
          <p:cNvPr id="32" name="Text 30">
            <a:extLst xmlns:a="http://schemas.openxmlformats.org/drawingml/2006/main">
              <a:ext uri="{FF2B5EF4-FFF2-40B4-BE49-F238E27FC236}">
                <a16:creationId xmlns:a16="http://schemas.microsoft.com/office/drawing/2014/main" id="{7A9B4AD9-00DC-4732-8985-6F8268F4C307}"/>
              </a:ext>
            </a:extLst>
          </p:cNvPr>
          <p:cNvSpPr>
            <a:spLocks xmlns:a="http://schemas.openxmlformats.org/drawingml/2006/main" noGrp="1"/>
          </p:cNvSpPr>
          <p:nvPr/>
        </p:nvSpPr>
        <p:spPr>
          <a:xfrm xmlns:a="http://schemas.openxmlformats.org/drawingml/2006/main">
            <a:off x="88900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33" name="Shape 31">
            <a:extLst xmlns:a="http://schemas.openxmlformats.org/drawingml/2006/main">
              <a:ext uri="{FF2B5EF4-FFF2-40B4-BE49-F238E27FC236}">
                <a16:creationId xmlns:a16="http://schemas.microsoft.com/office/drawing/2014/main" id="{F2A7CD5F-70DA-47F8-9380-73AFB518CAE5}"/>
              </a:ext>
            </a:extLst>
          </p:cNvPr>
          <p:cNvSpPr>
            <a:spLocks xmlns:a="http://schemas.openxmlformats.org/drawingml/2006/main" noGrp="1"/>
          </p:cNvSpPr>
          <p:nvPr/>
        </p:nvSpPr>
        <p:spPr>
          <a:xfrm xmlns:a="http://schemas.openxmlformats.org/drawingml/2006/main">
            <a:off x="812800" y="289847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D5C6AA61-D497-487A-A72D-EA31F4A2C87E}"/>
              </a:ext>
            </a:extLst>
          </p:cNvPr>
          <p:cNvSpPr>
            <a:spLocks xmlns:a="http://schemas.openxmlformats.org/drawingml/2006/main" noGrp="1"/>
          </p:cNvSpPr>
          <p:nvPr/>
        </p:nvSpPr>
        <p:spPr>
          <a:xfrm xmlns:a="http://schemas.openxmlformats.org/drawingml/2006/main">
            <a:off x="812800" y="296515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28/8</a:t>
            </a:r>
            <a:endParaRPr sz="1300"/>
          </a:p>
        </p:txBody>
      </p:sp>
      <p:sp>
        <p:nvSpPr>
          <p:cNvPr id="35" name="Text 33">
            <a:extLst xmlns:a="http://schemas.openxmlformats.org/drawingml/2006/main">
              <a:ext uri="{FF2B5EF4-FFF2-40B4-BE49-F238E27FC236}">
                <a16:creationId xmlns:a16="http://schemas.microsoft.com/office/drawing/2014/main" id="{867587EC-41A6-4A77-AA56-A7312BB47113}"/>
              </a:ext>
            </a:extLst>
          </p:cNvPr>
          <p:cNvSpPr>
            <a:spLocks xmlns:a="http://schemas.openxmlformats.org/drawingml/2006/main" noGrp="1"/>
          </p:cNvSpPr>
          <p:nvPr/>
        </p:nvSpPr>
        <p:spPr>
          <a:xfrm xmlns:a="http://schemas.openxmlformats.org/drawingml/2006/main">
            <a:off x="1765300" y="296515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18/08 a 22/08</a:t>
            </a:r>
            <a:endParaRPr sz="1300"/>
          </a:p>
        </p:txBody>
      </p:sp>
      <p:sp>
        <p:nvSpPr>
          <p:cNvPr id="36" name="Text 34">
            <a:extLst xmlns:a="http://schemas.openxmlformats.org/drawingml/2006/main">
              <a:ext uri="{FF2B5EF4-FFF2-40B4-BE49-F238E27FC236}">
                <a16:creationId xmlns:a16="http://schemas.microsoft.com/office/drawing/2014/main" id="{A8161622-5924-41FE-A142-5979557C0A43}"/>
              </a:ext>
            </a:extLst>
          </p:cNvPr>
          <p:cNvSpPr>
            <a:spLocks xmlns:a="http://schemas.openxmlformats.org/drawingml/2006/main" noGrp="1"/>
          </p:cNvSpPr>
          <p:nvPr/>
        </p:nvSpPr>
        <p:spPr>
          <a:xfrm xmlns:a="http://schemas.openxmlformats.org/drawingml/2006/main">
            <a:off x="3175000" y="296515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532</a:t>
            </a:r>
            <a:endParaRPr sz="1300"/>
          </a:p>
        </p:txBody>
      </p:sp>
      <p:sp>
        <p:nvSpPr>
          <p:cNvPr id="37" name="Text 35">
            <a:extLst xmlns:a="http://schemas.openxmlformats.org/drawingml/2006/main">
              <a:ext uri="{FF2B5EF4-FFF2-40B4-BE49-F238E27FC236}">
                <a16:creationId xmlns:a16="http://schemas.microsoft.com/office/drawing/2014/main" id="{FF0DDDA2-2BCD-4206-97A0-211DAFDA7E1C}"/>
              </a:ext>
            </a:extLst>
          </p:cNvPr>
          <p:cNvSpPr>
            <a:spLocks xmlns:a="http://schemas.openxmlformats.org/drawingml/2006/main" noGrp="1"/>
          </p:cNvSpPr>
          <p:nvPr/>
        </p:nvSpPr>
        <p:spPr>
          <a:xfrm xmlns:a="http://schemas.openxmlformats.org/drawingml/2006/main">
            <a:off x="38735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a:t>
            </a:r>
            <a:endParaRPr sz="1300"/>
          </a:p>
        </p:txBody>
      </p:sp>
      <p:sp>
        <p:nvSpPr>
          <p:cNvPr id="38" name="Text 36">
            <a:extLst xmlns:a="http://schemas.openxmlformats.org/drawingml/2006/main">
              <a:ext uri="{FF2B5EF4-FFF2-40B4-BE49-F238E27FC236}">
                <a16:creationId xmlns:a16="http://schemas.microsoft.com/office/drawing/2014/main" id="{D3A0E38E-DCE9-401D-B3CE-35174A68464B}"/>
              </a:ext>
            </a:extLst>
          </p:cNvPr>
          <p:cNvSpPr>
            <a:spLocks xmlns:a="http://schemas.openxmlformats.org/drawingml/2006/main" noGrp="1"/>
          </p:cNvSpPr>
          <p:nvPr/>
        </p:nvSpPr>
        <p:spPr>
          <a:xfrm xmlns:a="http://schemas.openxmlformats.org/drawingml/2006/main">
            <a:off x="4762500" y="296515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39" name="Text 37">
            <a:extLst xmlns:a="http://schemas.openxmlformats.org/drawingml/2006/main">
              <a:ext uri="{FF2B5EF4-FFF2-40B4-BE49-F238E27FC236}">
                <a16:creationId xmlns:a16="http://schemas.microsoft.com/office/drawing/2014/main" id="{845E1792-A9AE-4DB3-ABFE-58CC6253DA97}"/>
              </a:ext>
            </a:extLst>
          </p:cNvPr>
          <p:cNvSpPr>
            <a:spLocks xmlns:a="http://schemas.openxmlformats.org/drawingml/2006/main" noGrp="1"/>
          </p:cNvSpPr>
          <p:nvPr/>
        </p:nvSpPr>
        <p:spPr>
          <a:xfrm xmlns:a="http://schemas.openxmlformats.org/drawingml/2006/main">
            <a:off x="59690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15.960 t</a:t>
            </a:r>
            <a:endParaRPr sz="1300"/>
          </a:p>
        </p:txBody>
      </p:sp>
      <p:sp>
        <p:nvSpPr>
          <p:cNvPr id="40" name="Text 38">
            <a:extLst xmlns:a="http://schemas.openxmlformats.org/drawingml/2006/main">
              <a:ext uri="{FF2B5EF4-FFF2-40B4-BE49-F238E27FC236}">
                <a16:creationId xmlns:a16="http://schemas.microsoft.com/office/drawing/2014/main" id="{356C26B3-30F7-4957-99B6-F6D2CEF652E5}"/>
              </a:ext>
            </a:extLst>
          </p:cNvPr>
          <p:cNvSpPr>
            <a:spLocks xmlns:a="http://schemas.openxmlformats.org/drawingml/2006/main" noGrp="1"/>
          </p:cNvSpPr>
          <p:nvPr/>
        </p:nvSpPr>
        <p:spPr>
          <a:xfrm xmlns:a="http://schemas.openxmlformats.org/drawingml/2006/main">
            <a:off x="70485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$ 95,8 M</a:t>
            </a:r>
            <a:endParaRPr sz="1300"/>
          </a:p>
        </p:txBody>
      </p:sp>
      <p:sp>
        <p:nvSpPr>
          <p:cNvPr id="41" name="Text 39">
            <a:extLst xmlns:a="http://schemas.openxmlformats.org/drawingml/2006/main">
              <a:ext uri="{FF2B5EF4-FFF2-40B4-BE49-F238E27FC236}">
                <a16:creationId xmlns:a16="http://schemas.microsoft.com/office/drawing/2014/main" id="{9D65571F-3A5E-46EC-885B-7E6C1F67EFFC}"/>
              </a:ext>
            </a:extLst>
          </p:cNvPr>
          <p:cNvSpPr>
            <a:spLocks xmlns:a="http://schemas.openxmlformats.org/drawingml/2006/main" noGrp="1"/>
          </p:cNvSpPr>
          <p:nvPr/>
        </p:nvSpPr>
        <p:spPr>
          <a:xfrm xmlns:a="http://schemas.openxmlformats.org/drawingml/2006/main">
            <a:off x="8128000" y="296515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89,2</a:t>
            </a:r>
            <a:endParaRPr sz="1300"/>
          </a:p>
        </p:txBody>
      </p:sp>
      <p:sp>
        <p:nvSpPr>
          <p:cNvPr id="42" name="Text 40">
            <a:extLst xmlns:a="http://schemas.openxmlformats.org/drawingml/2006/main">
              <a:ext uri="{FF2B5EF4-FFF2-40B4-BE49-F238E27FC236}">
                <a16:creationId xmlns:a16="http://schemas.microsoft.com/office/drawing/2014/main" id="{F8E658B9-6C6E-4D74-B69E-2898FFB98BE3}"/>
              </a:ext>
            </a:extLst>
          </p:cNvPr>
          <p:cNvSpPr>
            <a:spLocks xmlns:a="http://schemas.openxmlformats.org/drawingml/2006/main" noGrp="1"/>
          </p:cNvSpPr>
          <p:nvPr/>
        </p:nvSpPr>
        <p:spPr>
          <a:xfrm xmlns:a="http://schemas.openxmlformats.org/drawingml/2006/main">
            <a:off x="88900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396 min</a:t>
            </a:r>
            <a:endParaRPr sz="1300"/>
          </a:p>
        </p:txBody>
      </p:sp>
      <p:sp>
        <p:nvSpPr>
          <p:cNvPr id="43" name="Shape 41">
            <a:extLst xmlns:a="http://schemas.openxmlformats.org/drawingml/2006/main">
              <a:ext uri="{FF2B5EF4-FFF2-40B4-BE49-F238E27FC236}">
                <a16:creationId xmlns:a16="http://schemas.microsoft.com/office/drawing/2014/main" id="{ABFEAD6E-3734-4B5B-A3DB-4D86EFB11741}"/>
              </a:ext>
            </a:extLst>
          </p:cNvPr>
          <p:cNvSpPr>
            <a:spLocks xmlns:a="http://schemas.openxmlformats.org/drawingml/2006/main" noGrp="1"/>
          </p:cNvSpPr>
          <p:nvPr/>
        </p:nvSpPr>
        <p:spPr>
          <a:xfrm xmlns:a="http://schemas.openxmlformats.org/drawingml/2006/main">
            <a:off x="812800" y="326290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4BB20139-2260-43C7-B144-1941F148E0D9}"/>
              </a:ext>
            </a:extLst>
          </p:cNvPr>
          <p:cNvSpPr>
            <a:spLocks xmlns:a="http://schemas.openxmlformats.org/drawingml/2006/main" noGrp="1"/>
          </p:cNvSpPr>
          <p:nvPr/>
        </p:nvSpPr>
        <p:spPr>
          <a:xfrm xmlns:a="http://schemas.openxmlformats.org/drawingml/2006/main">
            <a:off x="812800" y="332958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4/9</a:t>
            </a:r>
            <a:endParaRPr sz="1300"/>
          </a:p>
        </p:txBody>
      </p:sp>
      <p:sp>
        <p:nvSpPr>
          <p:cNvPr id="45" name="Text 43">
            <a:extLst xmlns:a="http://schemas.openxmlformats.org/drawingml/2006/main">
              <a:ext uri="{FF2B5EF4-FFF2-40B4-BE49-F238E27FC236}">
                <a16:creationId xmlns:a16="http://schemas.microsoft.com/office/drawing/2014/main" id="{F03BBFE2-0156-434A-8E05-C5AA56D0F207}"/>
              </a:ext>
            </a:extLst>
          </p:cNvPr>
          <p:cNvSpPr>
            <a:spLocks xmlns:a="http://schemas.openxmlformats.org/drawingml/2006/main" noGrp="1"/>
          </p:cNvSpPr>
          <p:nvPr/>
        </p:nvSpPr>
        <p:spPr>
          <a:xfrm xmlns:a="http://schemas.openxmlformats.org/drawingml/2006/main">
            <a:off x="1765300" y="332958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28/08 a 02/09</a:t>
            </a:r>
            <a:endParaRPr sz="1300"/>
          </a:p>
        </p:txBody>
      </p:sp>
      <p:sp>
        <p:nvSpPr>
          <p:cNvPr id="46" name="Text 44">
            <a:extLst xmlns:a="http://schemas.openxmlformats.org/drawingml/2006/main">
              <a:ext uri="{FF2B5EF4-FFF2-40B4-BE49-F238E27FC236}">
                <a16:creationId xmlns:a16="http://schemas.microsoft.com/office/drawing/2014/main" id="{19BCB511-32EC-49F2-B9D4-B63D6641B797}"/>
              </a:ext>
            </a:extLst>
          </p:cNvPr>
          <p:cNvSpPr>
            <a:spLocks xmlns:a="http://schemas.openxmlformats.org/drawingml/2006/main" noGrp="1"/>
          </p:cNvSpPr>
          <p:nvPr/>
        </p:nvSpPr>
        <p:spPr>
          <a:xfrm xmlns:a="http://schemas.openxmlformats.org/drawingml/2006/main">
            <a:off x="3175000" y="332958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723</a:t>
            </a:r>
            <a:endParaRPr sz="1300"/>
          </a:p>
        </p:txBody>
      </p:sp>
      <p:sp>
        <p:nvSpPr>
          <p:cNvPr id="47" name="Text 45">
            <a:extLst xmlns:a="http://schemas.openxmlformats.org/drawingml/2006/main">
              <a:ext uri="{FF2B5EF4-FFF2-40B4-BE49-F238E27FC236}">
                <a16:creationId xmlns:a16="http://schemas.microsoft.com/office/drawing/2014/main" id="{2207B333-7CEF-4AFF-BA3B-5808FC5EB003}"/>
              </a:ext>
            </a:extLst>
          </p:cNvPr>
          <p:cNvSpPr>
            <a:spLocks xmlns:a="http://schemas.openxmlformats.org/drawingml/2006/main" noGrp="1"/>
          </p:cNvSpPr>
          <p:nvPr/>
        </p:nvSpPr>
        <p:spPr>
          <a:xfrm xmlns:a="http://schemas.openxmlformats.org/drawingml/2006/main">
            <a:off x="38735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63</a:t>
            </a:r>
            <a:endParaRPr sz="1300"/>
          </a:p>
        </p:txBody>
      </p:sp>
      <p:sp>
        <p:nvSpPr>
          <p:cNvPr id="48" name="Text 46">
            <a:extLst xmlns:a="http://schemas.openxmlformats.org/drawingml/2006/main">
              <a:ext uri="{FF2B5EF4-FFF2-40B4-BE49-F238E27FC236}">
                <a16:creationId xmlns:a16="http://schemas.microsoft.com/office/drawing/2014/main" id="{6AD174C1-3AA4-458D-8A91-89F8B8A5DD0E}"/>
              </a:ext>
            </a:extLst>
          </p:cNvPr>
          <p:cNvSpPr>
            <a:spLocks xmlns:a="http://schemas.openxmlformats.org/drawingml/2006/main" noGrp="1"/>
          </p:cNvSpPr>
          <p:nvPr/>
        </p:nvSpPr>
        <p:spPr>
          <a:xfrm xmlns:a="http://schemas.openxmlformats.org/drawingml/2006/main">
            <a:off x="4762500" y="332958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a:t>
            </a:r>
            <a:endParaRPr sz="1300"/>
          </a:p>
        </p:txBody>
      </p:sp>
      <p:sp>
        <p:nvSpPr>
          <p:cNvPr id="49" name="Text 47">
            <a:extLst xmlns:a="http://schemas.openxmlformats.org/drawingml/2006/main">
              <a:ext uri="{FF2B5EF4-FFF2-40B4-BE49-F238E27FC236}">
                <a16:creationId xmlns:a16="http://schemas.microsoft.com/office/drawing/2014/main" id="{AF319FE9-24D6-40A9-AD5D-893451C3B807}"/>
              </a:ext>
            </a:extLst>
          </p:cNvPr>
          <p:cNvSpPr>
            <a:spLocks xmlns:a="http://schemas.openxmlformats.org/drawingml/2006/main" noGrp="1"/>
          </p:cNvSpPr>
          <p:nvPr/>
        </p:nvSpPr>
        <p:spPr>
          <a:xfrm xmlns:a="http://schemas.openxmlformats.org/drawingml/2006/main">
            <a:off x="59690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21.690 t</a:t>
            </a:r>
            <a:endParaRPr sz="1300"/>
          </a:p>
        </p:txBody>
      </p:sp>
      <p:sp>
        <p:nvSpPr>
          <p:cNvPr id="50" name="Text 48">
            <a:extLst xmlns:a="http://schemas.openxmlformats.org/drawingml/2006/main">
              <a:ext uri="{FF2B5EF4-FFF2-40B4-BE49-F238E27FC236}">
                <a16:creationId xmlns:a16="http://schemas.microsoft.com/office/drawing/2014/main" id="{4F525664-FEAE-4952-A26B-FEF4112904F9}"/>
              </a:ext>
            </a:extLst>
          </p:cNvPr>
          <p:cNvSpPr>
            <a:spLocks xmlns:a="http://schemas.openxmlformats.org/drawingml/2006/main" noGrp="1"/>
          </p:cNvSpPr>
          <p:nvPr/>
        </p:nvSpPr>
        <p:spPr>
          <a:xfrm xmlns:a="http://schemas.openxmlformats.org/drawingml/2006/main">
            <a:off x="70485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$ 130,1 M</a:t>
            </a:r>
            <a:endParaRPr sz="1300"/>
          </a:p>
        </p:txBody>
      </p:sp>
      <p:sp>
        <p:nvSpPr>
          <p:cNvPr id="51" name="Text 49">
            <a:extLst xmlns:a="http://schemas.openxmlformats.org/drawingml/2006/main">
              <a:ext uri="{FF2B5EF4-FFF2-40B4-BE49-F238E27FC236}">
                <a16:creationId xmlns:a16="http://schemas.microsoft.com/office/drawing/2014/main" id="{79F2C390-728F-403B-A465-56EE64DB0BC9}"/>
              </a:ext>
            </a:extLst>
          </p:cNvPr>
          <p:cNvSpPr>
            <a:spLocks xmlns:a="http://schemas.openxmlformats.org/drawingml/2006/main" noGrp="1"/>
          </p:cNvSpPr>
          <p:nvPr/>
        </p:nvSpPr>
        <p:spPr>
          <a:xfrm xmlns:a="http://schemas.openxmlformats.org/drawingml/2006/main">
            <a:off x="8128000" y="332958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121,6</a:t>
            </a:r>
            <a:endParaRPr sz="1300"/>
          </a:p>
        </p:txBody>
      </p:sp>
      <p:sp>
        <p:nvSpPr>
          <p:cNvPr id="52" name="Text 50">
            <a:extLst xmlns:a="http://schemas.openxmlformats.org/drawingml/2006/main">
              <a:ext uri="{FF2B5EF4-FFF2-40B4-BE49-F238E27FC236}">
                <a16:creationId xmlns:a16="http://schemas.microsoft.com/office/drawing/2014/main" id="{DDFC87B3-105A-4E2C-B600-B4FF0C55F34B}"/>
              </a:ext>
            </a:extLst>
          </p:cNvPr>
          <p:cNvSpPr>
            <a:spLocks xmlns:a="http://schemas.openxmlformats.org/drawingml/2006/main" noGrp="1"/>
          </p:cNvSpPr>
          <p:nvPr/>
        </p:nvSpPr>
        <p:spPr>
          <a:xfrm xmlns:a="http://schemas.openxmlformats.org/drawingml/2006/main">
            <a:off x="88900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381 min</a:t>
            </a:r>
            <a:endParaRPr sz="1300"/>
          </a:p>
        </p:txBody>
      </p:sp>
      <p:sp>
        <p:nvSpPr>
          <p:cNvPr id="53" name="Shape 51">
            <a:extLst xmlns:a="http://schemas.openxmlformats.org/drawingml/2006/main">
              <a:ext uri="{FF2B5EF4-FFF2-40B4-BE49-F238E27FC236}">
                <a16:creationId xmlns:a16="http://schemas.microsoft.com/office/drawing/2014/main" id="{F3E96643-D571-4EF6-BDEF-2EA6BB60BEDE}"/>
              </a:ext>
            </a:extLst>
          </p:cNvPr>
          <p:cNvSpPr>
            <a:spLocks xmlns:a="http://schemas.openxmlformats.org/drawingml/2006/main" noGrp="1"/>
          </p:cNvSpPr>
          <p:nvPr/>
        </p:nvSpPr>
        <p:spPr>
          <a:xfrm xmlns:a="http://schemas.openxmlformats.org/drawingml/2006/main">
            <a:off x="812800" y="362733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54" name="Text 52">
            <a:extLst xmlns:a="http://schemas.openxmlformats.org/drawingml/2006/main">
              <a:ext uri="{FF2B5EF4-FFF2-40B4-BE49-F238E27FC236}">
                <a16:creationId xmlns:a16="http://schemas.microsoft.com/office/drawing/2014/main" id="{EA8805BA-A8E1-4973-99F8-310AE5A03104}"/>
              </a:ext>
            </a:extLst>
          </p:cNvPr>
          <p:cNvSpPr>
            <a:spLocks xmlns:a="http://schemas.openxmlformats.org/drawingml/2006/main" noGrp="1"/>
          </p:cNvSpPr>
          <p:nvPr/>
        </p:nvSpPr>
        <p:spPr>
          <a:xfrm xmlns:a="http://schemas.openxmlformats.org/drawingml/2006/main">
            <a:off x="812800" y="369401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11/9</a:t>
            </a:r>
            <a:endParaRPr sz="1300"/>
          </a:p>
        </p:txBody>
      </p:sp>
      <p:sp>
        <p:nvSpPr>
          <p:cNvPr id="55" name="Text 53">
            <a:extLst xmlns:a="http://schemas.openxmlformats.org/drawingml/2006/main">
              <a:ext uri="{FF2B5EF4-FFF2-40B4-BE49-F238E27FC236}">
                <a16:creationId xmlns:a16="http://schemas.microsoft.com/office/drawing/2014/main" id="{DB48A0FB-78A5-4902-9E35-624B01C418B8}"/>
              </a:ext>
            </a:extLst>
          </p:cNvPr>
          <p:cNvSpPr>
            <a:spLocks xmlns:a="http://schemas.openxmlformats.org/drawingml/2006/main" noGrp="1"/>
          </p:cNvSpPr>
          <p:nvPr/>
        </p:nvSpPr>
        <p:spPr>
          <a:xfrm xmlns:a="http://schemas.openxmlformats.org/drawingml/2006/main">
            <a:off x="1765300" y="369401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03/09 a 05/09</a:t>
            </a:r>
            <a:endParaRPr sz="1300"/>
          </a:p>
        </p:txBody>
      </p:sp>
      <p:sp>
        <p:nvSpPr>
          <p:cNvPr id="56" name="Text 54">
            <a:extLst xmlns:a="http://schemas.openxmlformats.org/drawingml/2006/main">
              <a:ext uri="{FF2B5EF4-FFF2-40B4-BE49-F238E27FC236}">
                <a16:creationId xmlns:a16="http://schemas.microsoft.com/office/drawing/2014/main" id="{4B501A25-3CCD-4611-BBC5-00E1A054985B}"/>
              </a:ext>
            </a:extLst>
          </p:cNvPr>
          <p:cNvSpPr>
            <a:spLocks xmlns:a="http://schemas.openxmlformats.org/drawingml/2006/main" noGrp="1"/>
          </p:cNvSpPr>
          <p:nvPr/>
        </p:nvSpPr>
        <p:spPr>
          <a:xfrm xmlns:a="http://schemas.openxmlformats.org/drawingml/2006/main">
            <a:off x="3175000" y="369401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383</a:t>
            </a:r>
            <a:endParaRPr sz="1300"/>
          </a:p>
        </p:txBody>
      </p:sp>
      <p:sp>
        <p:nvSpPr>
          <p:cNvPr id="57" name="Text 55">
            <a:extLst xmlns:a="http://schemas.openxmlformats.org/drawingml/2006/main">
              <a:ext uri="{FF2B5EF4-FFF2-40B4-BE49-F238E27FC236}">
                <a16:creationId xmlns:a16="http://schemas.microsoft.com/office/drawing/2014/main" id="{001CD41A-F707-47E6-BCD5-DF23AE9131F0}"/>
              </a:ext>
            </a:extLst>
          </p:cNvPr>
          <p:cNvSpPr>
            <a:spLocks xmlns:a="http://schemas.openxmlformats.org/drawingml/2006/main" noGrp="1"/>
          </p:cNvSpPr>
          <p:nvPr/>
        </p:nvSpPr>
        <p:spPr>
          <a:xfrm xmlns:a="http://schemas.openxmlformats.org/drawingml/2006/main">
            <a:off x="38735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65</a:t>
            </a:r>
            <a:endParaRPr sz="1300"/>
          </a:p>
        </p:txBody>
      </p:sp>
      <p:sp>
        <p:nvSpPr>
          <p:cNvPr id="58" name="Text 56">
            <a:extLst xmlns:a="http://schemas.openxmlformats.org/drawingml/2006/main">
              <a:ext uri="{FF2B5EF4-FFF2-40B4-BE49-F238E27FC236}">
                <a16:creationId xmlns:a16="http://schemas.microsoft.com/office/drawing/2014/main" id="{BCC16232-7263-46AF-956A-31598B4FA996}"/>
              </a:ext>
            </a:extLst>
          </p:cNvPr>
          <p:cNvSpPr>
            <a:spLocks xmlns:a="http://schemas.openxmlformats.org/drawingml/2006/main" noGrp="1"/>
          </p:cNvSpPr>
          <p:nvPr/>
        </p:nvSpPr>
        <p:spPr>
          <a:xfrm xmlns:a="http://schemas.openxmlformats.org/drawingml/2006/main">
            <a:off x="4762500" y="369401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59" name="Text 57">
            <a:extLst xmlns:a="http://schemas.openxmlformats.org/drawingml/2006/main">
              <a:ext uri="{FF2B5EF4-FFF2-40B4-BE49-F238E27FC236}">
                <a16:creationId xmlns:a16="http://schemas.microsoft.com/office/drawing/2014/main" id="{06FA7D76-1DDC-4FDC-A538-8E2416610C74}"/>
              </a:ext>
            </a:extLst>
          </p:cNvPr>
          <p:cNvSpPr>
            <a:spLocks xmlns:a="http://schemas.openxmlformats.org/drawingml/2006/main" noGrp="1"/>
          </p:cNvSpPr>
          <p:nvPr/>
        </p:nvSpPr>
        <p:spPr>
          <a:xfrm xmlns:a="http://schemas.openxmlformats.org/drawingml/2006/main">
            <a:off x="59690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11.490 t</a:t>
            </a:r>
            <a:endParaRPr sz="1300"/>
          </a:p>
        </p:txBody>
      </p:sp>
      <p:sp>
        <p:nvSpPr>
          <p:cNvPr id="60" name="Text 58">
            <a:extLst xmlns:a="http://schemas.openxmlformats.org/drawingml/2006/main">
              <a:ext uri="{FF2B5EF4-FFF2-40B4-BE49-F238E27FC236}">
                <a16:creationId xmlns:a16="http://schemas.microsoft.com/office/drawing/2014/main" id="{45452558-4228-49C7-B9D2-374ED8191618}"/>
              </a:ext>
            </a:extLst>
          </p:cNvPr>
          <p:cNvSpPr>
            <a:spLocks xmlns:a="http://schemas.openxmlformats.org/drawingml/2006/main" noGrp="1"/>
          </p:cNvSpPr>
          <p:nvPr/>
        </p:nvSpPr>
        <p:spPr>
          <a:xfrm xmlns:a="http://schemas.openxmlformats.org/drawingml/2006/main">
            <a:off x="70485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$ 68,9 M</a:t>
            </a:r>
            <a:endParaRPr sz="1300"/>
          </a:p>
        </p:txBody>
      </p:sp>
      <p:sp>
        <p:nvSpPr>
          <p:cNvPr id="61" name="Text 59">
            <a:extLst xmlns:a="http://schemas.openxmlformats.org/drawingml/2006/main">
              <a:ext uri="{FF2B5EF4-FFF2-40B4-BE49-F238E27FC236}">
                <a16:creationId xmlns:a16="http://schemas.microsoft.com/office/drawing/2014/main" id="{B1B220CB-7FF4-4BE6-96F6-BBCE21358C51}"/>
              </a:ext>
            </a:extLst>
          </p:cNvPr>
          <p:cNvSpPr>
            <a:spLocks xmlns:a="http://schemas.openxmlformats.org/drawingml/2006/main" noGrp="1"/>
          </p:cNvSpPr>
          <p:nvPr/>
        </p:nvSpPr>
        <p:spPr>
          <a:xfrm xmlns:a="http://schemas.openxmlformats.org/drawingml/2006/main">
            <a:off x="8128000" y="369401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60,1</a:t>
            </a:r>
            <a:endParaRPr sz="1300"/>
          </a:p>
        </p:txBody>
      </p:sp>
      <p:sp>
        <p:nvSpPr>
          <p:cNvPr id="62" name="Text 60">
            <a:extLst xmlns:a="http://schemas.openxmlformats.org/drawingml/2006/main">
              <a:ext uri="{FF2B5EF4-FFF2-40B4-BE49-F238E27FC236}">
                <a16:creationId xmlns:a16="http://schemas.microsoft.com/office/drawing/2014/main" id="{952F6E9A-E66F-459C-BD96-1B2DBE45B867}"/>
              </a:ext>
            </a:extLst>
          </p:cNvPr>
          <p:cNvSpPr>
            <a:spLocks xmlns:a="http://schemas.openxmlformats.org/drawingml/2006/main" noGrp="1"/>
          </p:cNvSpPr>
          <p:nvPr/>
        </p:nvSpPr>
        <p:spPr>
          <a:xfrm xmlns:a="http://schemas.openxmlformats.org/drawingml/2006/main">
            <a:off x="88900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392 min</a:t>
            </a:r>
            <a:endParaRPr sz="1300"/>
          </a:p>
        </p:txBody>
      </p:sp>
      <p:sp>
        <p:nvSpPr>
          <p:cNvPr id="63" name="Shape 61">
            <a:extLst xmlns:a="http://schemas.openxmlformats.org/drawingml/2006/main">
              <a:ext uri="{FF2B5EF4-FFF2-40B4-BE49-F238E27FC236}">
                <a16:creationId xmlns:a16="http://schemas.microsoft.com/office/drawing/2014/main" id="{5FCC181D-59C9-424C-BCA8-A764885F6B80}"/>
              </a:ext>
            </a:extLst>
          </p:cNvPr>
          <p:cNvSpPr>
            <a:spLocks xmlns:a="http://schemas.openxmlformats.org/drawingml/2006/main" noGrp="1"/>
          </p:cNvSpPr>
          <p:nvPr/>
        </p:nvSpPr>
        <p:spPr>
          <a:xfrm xmlns:a="http://schemas.openxmlformats.org/drawingml/2006/main">
            <a:off x="812800" y="399176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64" name="Text 62">
            <a:extLst xmlns:a="http://schemas.openxmlformats.org/drawingml/2006/main">
              <a:ext uri="{FF2B5EF4-FFF2-40B4-BE49-F238E27FC236}">
                <a16:creationId xmlns:a16="http://schemas.microsoft.com/office/drawing/2014/main" id="{F297AD6B-7729-43BC-B2E1-D13270BC27BA}"/>
              </a:ext>
            </a:extLst>
          </p:cNvPr>
          <p:cNvSpPr>
            <a:spLocks xmlns:a="http://schemas.openxmlformats.org/drawingml/2006/main" noGrp="1"/>
          </p:cNvSpPr>
          <p:nvPr/>
        </p:nvSpPr>
        <p:spPr>
          <a:xfrm xmlns:a="http://schemas.openxmlformats.org/drawingml/2006/main">
            <a:off x="812800" y="405844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18/9</a:t>
            </a:r>
            <a:endParaRPr sz="1300"/>
          </a:p>
        </p:txBody>
      </p:sp>
      <p:sp>
        <p:nvSpPr>
          <p:cNvPr id="65" name="Text 63">
            <a:extLst xmlns:a="http://schemas.openxmlformats.org/drawingml/2006/main">
              <a:ext uri="{FF2B5EF4-FFF2-40B4-BE49-F238E27FC236}">
                <a16:creationId xmlns:a16="http://schemas.microsoft.com/office/drawing/2014/main" id="{CCEA2542-06AC-4F42-A146-79F1B7F51613}"/>
              </a:ext>
            </a:extLst>
          </p:cNvPr>
          <p:cNvSpPr>
            <a:spLocks xmlns:a="http://schemas.openxmlformats.org/drawingml/2006/main" noGrp="1"/>
          </p:cNvSpPr>
          <p:nvPr/>
        </p:nvSpPr>
        <p:spPr>
          <a:xfrm xmlns:a="http://schemas.openxmlformats.org/drawingml/2006/main">
            <a:off x="1765300" y="405844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14/09 a 15/09</a:t>
            </a:r>
            <a:endParaRPr sz="1300"/>
          </a:p>
        </p:txBody>
      </p:sp>
      <p:sp>
        <p:nvSpPr>
          <p:cNvPr id="66" name="Text 64">
            <a:extLst xmlns:a="http://schemas.openxmlformats.org/drawingml/2006/main">
              <a:ext uri="{FF2B5EF4-FFF2-40B4-BE49-F238E27FC236}">
                <a16:creationId xmlns:a16="http://schemas.microsoft.com/office/drawing/2014/main" id="{019BE1AE-839A-4F62-B4E4-420820B5BC0E}"/>
              </a:ext>
            </a:extLst>
          </p:cNvPr>
          <p:cNvSpPr>
            <a:spLocks xmlns:a="http://schemas.openxmlformats.org/drawingml/2006/main" noGrp="1"/>
          </p:cNvSpPr>
          <p:nvPr/>
        </p:nvSpPr>
        <p:spPr>
          <a:xfrm xmlns:a="http://schemas.openxmlformats.org/drawingml/2006/main">
            <a:off x="3175000" y="405844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189</a:t>
            </a:r>
            <a:endParaRPr sz="1300"/>
          </a:p>
        </p:txBody>
      </p:sp>
      <p:sp>
        <p:nvSpPr>
          <p:cNvPr id="67" name="Text 65">
            <a:extLst xmlns:a="http://schemas.openxmlformats.org/drawingml/2006/main">
              <a:ext uri="{FF2B5EF4-FFF2-40B4-BE49-F238E27FC236}">
                <a16:creationId xmlns:a16="http://schemas.microsoft.com/office/drawing/2014/main" id="{05BC632F-AD50-43CE-922A-35F88F2CCD48}"/>
              </a:ext>
            </a:extLst>
          </p:cNvPr>
          <p:cNvSpPr>
            <a:spLocks xmlns:a="http://schemas.openxmlformats.org/drawingml/2006/main" noGrp="1"/>
          </p:cNvSpPr>
          <p:nvPr/>
        </p:nvSpPr>
        <p:spPr>
          <a:xfrm xmlns:a="http://schemas.openxmlformats.org/drawingml/2006/main">
            <a:off x="38735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48</a:t>
            </a:r>
            <a:endParaRPr sz="1300"/>
          </a:p>
        </p:txBody>
      </p:sp>
      <p:sp>
        <p:nvSpPr>
          <p:cNvPr id="68" name="Text 66">
            <a:extLst xmlns:a="http://schemas.openxmlformats.org/drawingml/2006/main">
              <a:ext uri="{FF2B5EF4-FFF2-40B4-BE49-F238E27FC236}">
                <a16:creationId xmlns:a16="http://schemas.microsoft.com/office/drawing/2014/main" id="{CBC91557-2E53-4C69-890C-F6409C3DC6ED}"/>
              </a:ext>
            </a:extLst>
          </p:cNvPr>
          <p:cNvSpPr>
            <a:spLocks xmlns:a="http://schemas.openxmlformats.org/drawingml/2006/main" noGrp="1"/>
          </p:cNvSpPr>
          <p:nvPr/>
        </p:nvSpPr>
        <p:spPr>
          <a:xfrm xmlns:a="http://schemas.openxmlformats.org/drawingml/2006/main">
            <a:off x="4762500" y="405844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69" name="Text 67">
            <a:extLst xmlns:a="http://schemas.openxmlformats.org/drawingml/2006/main">
              <a:ext uri="{FF2B5EF4-FFF2-40B4-BE49-F238E27FC236}">
                <a16:creationId xmlns:a16="http://schemas.microsoft.com/office/drawing/2014/main" id="{A81CE6B7-6724-4922-9116-9B4A83A733F5}"/>
              </a:ext>
            </a:extLst>
          </p:cNvPr>
          <p:cNvSpPr>
            <a:spLocks xmlns:a="http://schemas.openxmlformats.org/drawingml/2006/main" noGrp="1"/>
          </p:cNvSpPr>
          <p:nvPr/>
        </p:nvSpPr>
        <p:spPr>
          <a:xfrm xmlns:a="http://schemas.openxmlformats.org/drawingml/2006/main">
            <a:off x="59690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5.670 t</a:t>
            </a:r>
            <a:endParaRPr sz="1300"/>
          </a:p>
        </p:txBody>
      </p:sp>
      <p:sp>
        <p:nvSpPr>
          <p:cNvPr id="70" name="Text 68">
            <a:extLst xmlns:a="http://schemas.openxmlformats.org/drawingml/2006/main">
              <a:ext uri="{FF2B5EF4-FFF2-40B4-BE49-F238E27FC236}">
                <a16:creationId xmlns:a16="http://schemas.microsoft.com/office/drawing/2014/main" id="{FA7C9977-0E36-4C6B-8066-421EDFE61CAC}"/>
              </a:ext>
            </a:extLst>
          </p:cNvPr>
          <p:cNvSpPr>
            <a:spLocks xmlns:a="http://schemas.openxmlformats.org/drawingml/2006/main" noGrp="1"/>
          </p:cNvSpPr>
          <p:nvPr/>
        </p:nvSpPr>
        <p:spPr>
          <a:xfrm xmlns:a="http://schemas.openxmlformats.org/drawingml/2006/main">
            <a:off x="70485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$ 34,0 M</a:t>
            </a:r>
            <a:endParaRPr sz="1300"/>
          </a:p>
        </p:txBody>
      </p:sp>
      <p:sp>
        <p:nvSpPr>
          <p:cNvPr id="71" name="Text 69">
            <a:extLst xmlns:a="http://schemas.openxmlformats.org/drawingml/2006/main">
              <a:ext uri="{FF2B5EF4-FFF2-40B4-BE49-F238E27FC236}">
                <a16:creationId xmlns:a16="http://schemas.microsoft.com/office/drawing/2014/main" id="{0F249344-0666-443D-9A8F-FB7C330AE8AC}"/>
              </a:ext>
            </a:extLst>
          </p:cNvPr>
          <p:cNvSpPr>
            <a:spLocks xmlns:a="http://schemas.openxmlformats.org/drawingml/2006/main" noGrp="1"/>
          </p:cNvSpPr>
          <p:nvPr/>
        </p:nvSpPr>
        <p:spPr>
          <a:xfrm xmlns:a="http://schemas.openxmlformats.org/drawingml/2006/main">
            <a:off x="8128000" y="405844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27,3</a:t>
            </a:r>
            <a:endParaRPr sz="1300"/>
          </a:p>
        </p:txBody>
      </p:sp>
      <p:sp>
        <p:nvSpPr>
          <p:cNvPr id="72" name="Text 70">
            <a:extLst xmlns:a="http://schemas.openxmlformats.org/drawingml/2006/main">
              <a:ext uri="{FF2B5EF4-FFF2-40B4-BE49-F238E27FC236}">
                <a16:creationId xmlns:a16="http://schemas.microsoft.com/office/drawing/2014/main" id="{5694B17B-F341-4620-ADA1-BDBBE6B45EA6}"/>
              </a:ext>
            </a:extLst>
          </p:cNvPr>
          <p:cNvSpPr>
            <a:spLocks xmlns:a="http://schemas.openxmlformats.org/drawingml/2006/main" noGrp="1"/>
          </p:cNvSpPr>
          <p:nvPr/>
        </p:nvSpPr>
        <p:spPr>
          <a:xfrm xmlns:a="http://schemas.openxmlformats.org/drawingml/2006/main">
            <a:off x="88900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263 min</a:t>
            </a:r>
            <a:endParaRPr sz="1300"/>
          </a:p>
        </p:txBody>
      </p:sp>
      <p:sp>
        <p:nvSpPr>
          <p:cNvPr id="73" name="Shape 71">
            <a:extLst xmlns:a="http://schemas.openxmlformats.org/drawingml/2006/main">
              <a:ext uri="{FF2B5EF4-FFF2-40B4-BE49-F238E27FC236}">
                <a16:creationId xmlns:a16="http://schemas.microsoft.com/office/drawing/2014/main" id="{61AA0713-D4F1-44D6-A524-300C375E6004}"/>
              </a:ext>
            </a:extLst>
          </p:cNvPr>
          <p:cNvSpPr>
            <a:spLocks xmlns:a="http://schemas.openxmlformats.org/drawingml/2006/main" noGrp="1"/>
          </p:cNvSpPr>
          <p:nvPr/>
        </p:nvSpPr>
        <p:spPr>
          <a:xfrm xmlns:a="http://schemas.openxmlformats.org/drawingml/2006/main">
            <a:off x="812800" y="4353024"/>
            <a:ext cx="10566400" cy="364430"/>
          </a:xfrm>
          <a:prstGeom xmlns:a="http://schemas.openxmlformats.org/drawingml/2006/main" prst="rect">
            <a:avLst/>
          </a:prstGeom>
          <a:solidFill xmlns:a="http://schemas.openxmlformats.org/drawingml/2006/main">
            <a:srgbClr val="F3EADF"/>
          </a:solidFill>
        </p:spPr>
      </p:sp>
      <p:sp>
        <p:nvSpPr>
          <p:cNvPr id="74" name="Shape 72">
            <a:extLst xmlns:a="http://schemas.openxmlformats.org/drawingml/2006/main">
              <a:ext uri="{FF2B5EF4-FFF2-40B4-BE49-F238E27FC236}">
                <a16:creationId xmlns:a16="http://schemas.microsoft.com/office/drawing/2014/main" id="{E5E7D2F8-5850-46C9-864B-FD81787AC1A7}"/>
              </a:ext>
            </a:extLst>
          </p:cNvPr>
          <p:cNvSpPr>
            <a:spLocks xmlns:a="http://schemas.openxmlformats.org/drawingml/2006/main" noGrp="1"/>
          </p:cNvSpPr>
          <p:nvPr/>
        </p:nvSpPr>
        <p:spPr>
          <a:xfrm xmlns:a="http://schemas.openxmlformats.org/drawingml/2006/main">
            <a:off x="812800" y="435619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75" name="Text 73">
            <a:extLst xmlns:a="http://schemas.openxmlformats.org/drawingml/2006/main">
              <a:ext uri="{FF2B5EF4-FFF2-40B4-BE49-F238E27FC236}">
                <a16:creationId xmlns:a16="http://schemas.microsoft.com/office/drawing/2014/main" id="{31406D08-EA0F-40C6-AFC6-8E4A1E5566A6}"/>
              </a:ext>
            </a:extLst>
          </p:cNvPr>
          <p:cNvSpPr>
            <a:spLocks xmlns:a="http://schemas.openxmlformats.org/drawingml/2006/main" noGrp="1"/>
          </p:cNvSpPr>
          <p:nvPr/>
        </p:nvSpPr>
        <p:spPr>
          <a:xfrm xmlns:a="http://schemas.openxmlformats.org/drawingml/2006/main">
            <a:off x="812800" y="442287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2/10</a:t>
            </a:r>
            <a:endParaRPr sz="1300"/>
          </a:p>
        </p:txBody>
      </p:sp>
      <p:sp>
        <p:nvSpPr>
          <p:cNvPr id="76" name="Text 74">
            <a:extLst xmlns:a="http://schemas.openxmlformats.org/drawingml/2006/main">
              <a:ext uri="{FF2B5EF4-FFF2-40B4-BE49-F238E27FC236}">
                <a16:creationId xmlns:a16="http://schemas.microsoft.com/office/drawing/2014/main" id="{BEB3712D-AF27-46F7-89E6-7E97D4E3BC5E}"/>
              </a:ext>
            </a:extLst>
          </p:cNvPr>
          <p:cNvSpPr>
            <a:spLocks xmlns:a="http://schemas.openxmlformats.org/drawingml/2006/main" noGrp="1"/>
          </p:cNvSpPr>
          <p:nvPr/>
        </p:nvSpPr>
        <p:spPr>
          <a:xfrm xmlns:a="http://schemas.openxmlformats.org/drawingml/2006/main">
            <a:off x="1765300" y="442287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24/09 a 30/09</a:t>
            </a:r>
            <a:endParaRPr sz="1300"/>
          </a:p>
        </p:txBody>
      </p:sp>
      <p:sp>
        <p:nvSpPr>
          <p:cNvPr id="77" name="Text 75">
            <a:extLst xmlns:a="http://schemas.openxmlformats.org/drawingml/2006/main">
              <a:ext uri="{FF2B5EF4-FFF2-40B4-BE49-F238E27FC236}">
                <a16:creationId xmlns:a16="http://schemas.microsoft.com/office/drawing/2014/main" id="{BD577A1C-4825-4406-8452-A6EB02A46ABE}"/>
              </a:ext>
            </a:extLst>
          </p:cNvPr>
          <p:cNvSpPr>
            <a:spLocks xmlns:a="http://schemas.openxmlformats.org/drawingml/2006/main" noGrp="1"/>
          </p:cNvSpPr>
          <p:nvPr/>
        </p:nvSpPr>
        <p:spPr>
          <a:xfrm xmlns:a="http://schemas.openxmlformats.org/drawingml/2006/main">
            <a:off x="3175000" y="442287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307</a:t>
            </a:r>
            <a:endParaRPr sz="1300"/>
          </a:p>
        </p:txBody>
      </p:sp>
      <p:sp>
        <p:nvSpPr>
          <p:cNvPr id="78" name="Text 76">
            <a:extLst xmlns:a="http://schemas.openxmlformats.org/drawingml/2006/main">
              <a:ext uri="{FF2B5EF4-FFF2-40B4-BE49-F238E27FC236}">
                <a16:creationId xmlns:a16="http://schemas.microsoft.com/office/drawing/2014/main" id="{4EE26969-4D33-4986-A7ED-0BF7DB8A1825}"/>
              </a:ext>
            </a:extLst>
          </p:cNvPr>
          <p:cNvSpPr>
            <a:spLocks xmlns:a="http://schemas.openxmlformats.org/drawingml/2006/main" noGrp="1"/>
          </p:cNvSpPr>
          <p:nvPr/>
        </p:nvSpPr>
        <p:spPr>
          <a:xfrm xmlns:a="http://schemas.openxmlformats.org/drawingml/2006/main">
            <a:off x="38735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62</a:t>
            </a:r>
            <a:endParaRPr sz="1300"/>
          </a:p>
        </p:txBody>
      </p:sp>
      <p:sp>
        <p:nvSpPr>
          <p:cNvPr id="79" name="Text 77">
            <a:extLst xmlns:a="http://schemas.openxmlformats.org/drawingml/2006/main">
              <a:ext uri="{FF2B5EF4-FFF2-40B4-BE49-F238E27FC236}">
                <a16:creationId xmlns:a16="http://schemas.microsoft.com/office/drawing/2014/main" id="{34695CB7-E068-4CD4-816B-EDAE0A72CA1A}"/>
              </a:ext>
            </a:extLst>
          </p:cNvPr>
          <p:cNvSpPr>
            <a:spLocks xmlns:a="http://schemas.openxmlformats.org/drawingml/2006/main" noGrp="1"/>
          </p:cNvSpPr>
          <p:nvPr/>
        </p:nvSpPr>
        <p:spPr>
          <a:xfrm xmlns:a="http://schemas.openxmlformats.org/drawingml/2006/main">
            <a:off x="4762500" y="442287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a:t>
            </a:r>
            <a:endParaRPr sz="1300"/>
          </a:p>
        </p:txBody>
      </p:sp>
      <p:sp>
        <p:nvSpPr>
          <p:cNvPr id="80" name="Text 78">
            <a:extLst xmlns:a="http://schemas.openxmlformats.org/drawingml/2006/main">
              <a:ext uri="{FF2B5EF4-FFF2-40B4-BE49-F238E27FC236}">
                <a16:creationId xmlns:a16="http://schemas.microsoft.com/office/drawing/2014/main" id="{47355B46-A599-423A-B8BF-177D1B53877E}"/>
              </a:ext>
            </a:extLst>
          </p:cNvPr>
          <p:cNvSpPr>
            <a:spLocks xmlns:a="http://schemas.openxmlformats.org/drawingml/2006/main" noGrp="1"/>
          </p:cNvSpPr>
          <p:nvPr/>
        </p:nvSpPr>
        <p:spPr>
          <a:xfrm xmlns:a="http://schemas.openxmlformats.org/drawingml/2006/main">
            <a:off x="59690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9.210 t</a:t>
            </a:r>
            <a:endParaRPr sz="1300"/>
          </a:p>
        </p:txBody>
      </p:sp>
      <p:sp>
        <p:nvSpPr>
          <p:cNvPr id="81" name="Text 79">
            <a:extLst xmlns:a="http://schemas.openxmlformats.org/drawingml/2006/main">
              <a:ext uri="{FF2B5EF4-FFF2-40B4-BE49-F238E27FC236}">
                <a16:creationId xmlns:a16="http://schemas.microsoft.com/office/drawing/2014/main" id="{D4835004-9834-485D-B10A-1505AC28C174}"/>
              </a:ext>
            </a:extLst>
          </p:cNvPr>
          <p:cNvSpPr>
            <a:spLocks xmlns:a="http://schemas.openxmlformats.org/drawingml/2006/main" noGrp="1"/>
          </p:cNvSpPr>
          <p:nvPr/>
        </p:nvSpPr>
        <p:spPr>
          <a:xfrm xmlns:a="http://schemas.openxmlformats.org/drawingml/2006/main">
            <a:off x="70485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$ 55,3 M</a:t>
            </a:r>
            <a:endParaRPr sz="1300"/>
          </a:p>
        </p:txBody>
      </p:sp>
      <p:sp>
        <p:nvSpPr>
          <p:cNvPr id="82" name="Text 80">
            <a:extLst xmlns:a="http://schemas.openxmlformats.org/drawingml/2006/main">
              <a:ext uri="{FF2B5EF4-FFF2-40B4-BE49-F238E27FC236}">
                <a16:creationId xmlns:a16="http://schemas.microsoft.com/office/drawing/2014/main" id="{D7F48CFE-4F42-424E-98F9-9F217118659D}"/>
              </a:ext>
            </a:extLst>
          </p:cNvPr>
          <p:cNvSpPr>
            <a:spLocks xmlns:a="http://schemas.openxmlformats.org/drawingml/2006/main" noGrp="1"/>
          </p:cNvSpPr>
          <p:nvPr/>
        </p:nvSpPr>
        <p:spPr>
          <a:xfrm xmlns:a="http://schemas.openxmlformats.org/drawingml/2006/main">
            <a:off x="8128000" y="442287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48,5</a:t>
            </a:r>
            <a:endParaRPr sz="1300"/>
          </a:p>
        </p:txBody>
      </p:sp>
      <p:sp>
        <p:nvSpPr>
          <p:cNvPr id="83" name="Text 81">
            <a:extLst xmlns:a="http://schemas.openxmlformats.org/drawingml/2006/main">
              <a:ext uri="{FF2B5EF4-FFF2-40B4-BE49-F238E27FC236}">
                <a16:creationId xmlns:a16="http://schemas.microsoft.com/office/drawing/2014/main" id="{4AC45BA2-D38A-4DD0-BBB4-B9136132B0F5}"/>
              </a:ext>
            </a:extLst>
          </p:cNvPr>
          <p:cNvSpPr>
            <a:spLocks xmlns:a="http://schemas.openxmlformats.org/drawingml/2006/main" noGrp="1"/>
          </p:cNvSpPr>
          <p:nvPr/>
        </p:nvSpPr>
        <p:spPr>
          <a:xfrm xmlns:a="http://schemas.openxmlformats.org/drawingml/2006/main">
            <a:off x="88900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281 min</a:t>
            </a:r>
            <a:endParaRPr sz="1300"/>
          </a:p>
        </p:txBody>
      </p:sp>
      <p:sp>
        <p:nvSpPr>
          <p:cNvPr id="84" name="Text 82">
            <a:extLst xmlns:a="http://schemas.openxmlformats.org/drawingml/2006/main">
              <a:ext uri="{FF2B5EF4-FFF2-40B4-BE49-F238E27FC236}">
                <a16:creationId xmlns:a16="http://schemas.microsoft.com/office/drawing/2014/main" id="{5B53C125-726A-480E-BCCD-D58ECF7638F8}"/>
              </a:ext>
            </a:extLst>
          </p:cNvPr>
          <p:cNvSpPr>
            <a:spLocks xmlns:a="http://schemas.openxmlformats.org/drawingml/2006/main" noGrp="1"/>
          </p:cNvSpPr>
          <p:nvPr/>
        </p:nvSpPr>
        <p:spPr>
          <a:xfrm xmlns:a="http://schemas.openxmlformats.org/drawingml/2006/main">
            <a:off x="812800" y="4869855"/>
            <a:ext cx="5284724"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Todos los operativos usaron entre </a:t>
            </a:r>
            <a:r>
              <a:rPr sz="1300" b="1">
                <a:solidFill>
                  <a:srgbClr val="4A5D52"/>
                </a:solidFill>
                <a:latin typeface="IBM Plex Sans"/>
                <a:ea typeface="IBM Plex Sans"/>
                <a:cs typeface="IBM Plex Sans"/>
              </a:rPr>
              <a:t>48 y 74 camiones</a:t>
            </a:r>
            <a:r>
              <a:rPr sz="1300">
                <a:solidFill>
                  <a:srgbClr val="4A5D52"/>
                </a:solidFill>
                <a:latin typeface="IBM Plex Sans"/>
                <a:ea typeface="IBM Plex Sans"/>
                <a:cs typeface="IBM Plex Sans"/>
              </a:rPr>
              <a:t>. Cada camión hace entre 2 y 3 viajes por día: el volumen depende de cuántos camiones se suman y cuántas horas corre, no de que cada uno haga más vueltas.</a:t>
            </a:r>
            <a:endParaRPr sz="1300"/>
          </a:p>
        </p:txBody>
      </p:sp>
      <p:sp>
        <p:nvSpPr>
          <p:cNvPr id="85" name="Shape 83">
            <a:extLst xmlns:a="http://schemas.openxmlformats.org/drawingml/2006/main">
              <a:ext uri="{FF2B5EF4-FFF2-40B4-BE49-F238E27FC236}">
                <a16:creationId xmlns:a16="http://schemas.microsoft.com/office/drawing/2014/main" id="{BCF28ED4-EB5A-42AF-B260-9B48BBCF8FC1}"/>
              </a:ext>
            </a:extLst>
          </p:cNvPr>
          <p:cNvSpPr>
            <a:spLocks xmlns:a="http://schemas.openxmlformats.org/drawingml/2006/main" noGrp="1"/>
          </p:cNvSpPr>
          <p:nvPr/>
        </p:nvSpPr>
        <p:spPr>
          <a:xfrm xmlns:a="http://schemas.openxmlformats.org/drawingml/2006/main">
            <a:off x="6267450" y="486985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6" name="Text 84">
            <a:extLst xmlns:a="http://schemas.openxmlformats.org/drawingml/2006/main">
              <a:ext uri="{FF2B5EF4-FFF2-40B4-BE49-F238E27FC236}">
                <a16:creationId xmlns:a16="http://schemas.microsoft.com/office/drawing/2014/main" id="{2F3A7B4E-50D8-4C91-8468-BC93B9BF1297}"/>
              </a:ext>
            </a:extLst>
          </p:cNvPr>
          <p:cNvSpPr>
            <a:spLocks xmlns:a="http://schemas.openxmlformats.org/drawingml/2006/main" noGrp="1"/>
          </p:cNvSpPr>
          <p:nvPr/>
        </p:nvSpPr>
        <p:spPr>
          <a:xfrm xmlns:a="http://schemas.openxmlformats.org/drawingml/2006/main">
            <a:off x="6413500" y="4895255"/>
            <a:ext cx="511467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Esta semana se usaron 62 camiones, como en los operativos grandes, pero en 48,5 h repartidas en 3 tandas: rindió 2 viajes por camión y día, de los valores más bajos de la serie.</a:t>
            </a:r>
            <a:endParaRPr sz="1300"/>
          </a:p>
        </p:txBody>
      </p:sp>
      <p:pic>
        <p:nvPicPr>
          <p:cNvPr id="176" name="Image 0"/>
          <p:cNvPicPr>
            <a:picLocks xmlns:a="http://schemas.openxmlformats.org/drawingml/2006/main" noChangeAspect="1"/>
          </p:cNvPicPr>
          <p:nvPr/>
        </p:nvPicPr>
        <p:blipFill>
          <a:blip xmlns:r="http://schemas.openxmlformats.org/officeDocument/2006/relationships" xmlns:a="http://schemas.openxmlformats.org/drawingml/2006/main" r:embed="Rf0a1136a0de042b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8" name="Text 85">
            <a:extLst xmlns:a="http://schemas.openxmlformats.org/drawingml/2006/main">
              <a:ext uri="{FF2B5EF4-FFF2-40B4-BE49-F238E27FC236}">
                <a16:creationId xmlns:a16="http://schemas.microsoft.com/office/drawing/2014/main" id="{3E84C954-C9E2-457D-AD39-BF115F039F37}"/>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17</a:t>
            </a:r>
            <a:endParaRPr sz="1200"/>
          </a:p>
        </p:txBody>
      </p:sp>
      <p:pic>
        <p:nvPicPr>
          <p:cNvPr id="178" name="Image 1"/>
          <p:cNvPicPr>
            <a:picLocks xmlns:a="http://schemas.openxmlformats.org/drawingml/2006/main" noChangeAspect="1"/>
          </p:cNvPicPr>
          <p:nvPr/>
        </p:nvPicPr>
        <p:blipFill>
          <a:blip xmlns:r="http://schemas.openxmlformats.org/officeDocument/2006/relationships" xmlns:a="http://schemas.openxmlformats.org/drawingml/2006/main" r:embed="R62092bf8595448f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40039380"/>
      </p:ext>
    </p:extLst>
  </p:cSld>
</p:sld>
</file>

<file path=ppt/slides/slide1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608D1B-8811-49AF-A1AC-A5C00B87722A}"/>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A616B20B-F791-4ACB-BC8B-3E357749F43F}"/>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Una prueba: menos camiones y menos espera en el puerto</a:t>
            </a:r>
            <a:endParaRPr sz="3200"/>
          </a:p>
        </p:txBody>
      </p:sp>
      <p:sp>
        <p:nvSpPr>
          <p:cNvPr id="4" name="Text 2">
            <a:extLst xmlns:a="http://schemas.openxmlformats.org/drawingml/2006/main">
              <a:ext uri="{FF2B5EF4-FFF2-40B4-BE49-F238E27FC236}">
                <a16:creationId xmlns:a16="http://schemas.microsoft.com/office/drawing/2014/main" id="{1B30FEFD-A485-4273-9542-C12ECAB211B3}"/>
              </a:ext>
            </a:extLst>
          </p:cNvPr>
          <p:cNvSpPr>
            <a:spLocks xmlns:a="http://schemas.openxmlformats.org/drawingml/2006/main" noGrp="1"/>
          </p:cNvSpPr>
          <p:nvPr/>
        </p:nvSpPr>
        <p:spPr>
          <a:xfrm xmlns:a="http://schemas.openxmlformats.org/drawingml/2006/main">
            <a:off x="812800" y="2148681"/>
            <a:ext cx="580796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 por viaje según cuántos camiones trabajaron ese día (17 días de operativo, agosto y septiembre)</a:t>
            </a:r>
            <a:endParaRPr sz="1200"/>
          </a:p>
        </p:txBody>
      </p:sp>
      <p:sp>
        <p:nvSpPr>
          <p:cNvPr id="5" name="Text 3">
            <a:extLst xmlns:a="http://schemas.openxmlformats.org/drawingml/2006/main">
              <a:ext uri="{FF2B5EF4-FFF2-40B4-BE49-F238E27FC236}">
                <a16:creationId xmlns:a16="http://schemas.microsoft.com/office/drawing/2014/main" id="{F602622D-CB1E-4DEA-B688-0C41FDB008E1}"/>
              </a:ext>
            </a:extLst>
          </p:cNvPr>
          <p:cNvSpPr>
            <a:spLocks xmlns:a="http://schemas.openxmlformats.org/drawingml/2006/main" noGrp="1"/>
          </p:cNvSpPr>
          <p:nvPr/>
        </p:nvSpPr>
        <p:spPr>
          <a:xfrm xmlns:a="http://schemas.openxmlformats.org/drawingml/2006/main">
            <a:off x="812800" y="2701032"/>
            <a:ext cx="15621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Hasta 45 camiones</a:t>
            </a:r>
            <a:endParaRPr sz="1300"/>
          </a:p>
        </p:txBody>
      </p:sp>
      <p:sp>
        <p:nvSpPr>
          <p:cNvPr id="6" name="Shape 4">
            <a:extLst xmlns:a="http://schemas.openxmlformats.org/drawingml/2006/main">
              <a:ext uri="{FF2B5EF4-FFF2-40B4-BE49-F238E27FC236}">
                <a16:creationId xmlns:a16="http://schemas.microsoft.com/office/drawing/2014/main" id="{958B18F7-A4F4-4103-AC27-1EFE8B146410}"/>
              </a:ext>
            </a:extLst>
          </p:cNvPr>
          <p:cNvSpPr>
            <a:spLocks xmlns:a="http://schemas.openxmlformats.org/drawingml/2006/main" noGrp="1"/>
          </p:cNvSpPr>
          <p:nvPr/>
        </p:nvSpPr>
        <p:spPr>
          <a:xfrm xmlns:a="http://schemas.openxmlformats.org/drawingml/2006/main">
            <a:off x="2374900" y="2676922"/>
            <a:ext cx="1517650" cy="279400"/>
          </a:xfrm>
          <a:custGeom xmlns:a="http://schemas.openxmlformats.org/drawingml/2006/main">
            <a:rect l="l" t="t" r="r" b="b"/>
            <a:pathLst>
              <a:path w="1517650" h="279400">
                <a:moveTo>
                  <a:pt x="0" y="0"/>
                </a:moveTo>
                <a:lnTo>
                  <a:pt x="1466850" y="0"/>
                </a:lnTo>
                <a:arcTo wR="50800" hR="50800" stAng="16200000" swAng="5400000"/>
                <a:lnTo>
                  <a:pt x="1517650" y="228600"/>
                </a:lnTo>
                <a:arcTo wR="50800" hR="50800" stAng="0" swAng="5400000"/>
                <a:lnTo>
                  <a:pt x="0" y="279400"/>
                </a:lnTo>
                <a:lnTo>
                  <a:pt x="0" y="0"/>
                </a:lnTo>
                <a:close/>
              </a:path>
            </a:pathLst>
          </a:custGeom>
          <a:solidFill xmlns:a="http://schemas.openxmlformats.org/drawingml/2006/main">
            <a:srgbClr val="5E4428"/>
          </a:solidFill>
        </p:spPr>
      </p:sp>
      <p:sp>
        <p:nvSpPr>
          <p:cNvPr id="7" name="Text 5">
            <a:extLst xmlns:a="http://schemas.openxmlformats.org/drawingml/2006/main">
              <a:ext uri="{FF2B5EF4-FFF2-40B4-BE49-F238E27FC236}">
                <a16:creationId xmlns:a16="http://schemas.microsoft.com/office/drawing/2014/main" id="{2504CB2F-A7FA-4491-A841-C08944A16D67}"/>
              </a:ext>
            </a:extLst>
          </p:cNvPr>
          <p:cNvSpPr>
            <a:spLocks xmlns:a="http://schemas.openxmlformats.org/drawingml/2006/main" noGrp="1"/>
          </p:cNvSpPr>
          <p:nvPr/>
        </p:nvSpPr>
        <p:spPr>
          <a:xfrm xmlns:a="http://schemas.openxmlformats.org/drawingml/2006/main">
            <a:off x="3994150" y="2701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270 min · puerto 151</a:t>
            </a:r>
            <a:endParaRPr sz="1300"/>
          </a:p>
        </p:txBody>
      </p:sp>
      <p:sp>
        <p:nvSpPr>
          <p:cNvPr id="8" name="Text 6">
            <a:extLst xmlns:a="http://schemas.openxmlformats.org/drawingml/2006/main">
              <a:ext uri="{FF2B5EF4-FFF2-40B4-BE49-F238E27FC236}">
                <a16:creationId xmlns:a16="http://schemas.microsoft.com/office/drawing/2014/main" id="{DBE9BC37-01AB-4414-BD13-373EDBAC0AC2}"/>
              </a:ext>
            </a:extLst>
          </p:cNvPr>
          <p:cNvSpPr>
            <a:spLocks xmlns:a="http://schemas.openxmlformats.org/drawingml/2006/main" noGrp="1"/>
          </p:cNvSpPr>
          <p:nvPr/>
        </p:nvSpPr>
        <p:spPr>
          <a:xfrm xmlns:a="http://schemas.openxmlformats.org/drawingml/2006/main">
            <a:off x="812800" y="3082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46 a 55</a:t>
            </a:r>
            <a:endParaRPr sz="1300"/>
          </a:p>
        </p:txBody>
      </p:sp>
      <p:sp>
        <p:nvSpPr>
          <p:cNvPr id="9" name="Shape 7">
            <a:extLst xmlns:a="http://schemas.openxmlformats.org/drawingml/2006/main">
              <a:ext uri="{FF2B5EF4-FFF2-40B4-BE49-F238E27FC236}">
                <a16:creationId xmlns:a16="http://schemas.microsoft.com/office/drawing/2014/main" id="{191A49B7-605B-4B78-A6A7-196CBC8FF346}"/>
              </a:ext>
            </a:extLst>
          </p:cNvPr>
          <p:cNvSpPr>
            <a:spLocks xmlns:a="http://schemas.openxmlformats.org/drawingml/2006/main" noGrp="1"/>
          </p:cNvSpPr>
          <p:nvPr/>
        </p:nvSpPr>
        <p:spPr>
          <a:xfrm xmlns:a="http://schemas.openxmlformats.org/drawingml/2006/main">
            <a:off x="2374900" y="3057922"/>
            <a:ext cx="1974850" cy="279400"/>
          </a:xfrm>
          <a:custGeom xmlns:a="http://schemas.openxmlformats.org/drawingml/2006/main">
            <a:rect l="l" t="t" r="r" b="b"/>
            <a:pathLst>
              <a:path w="1974850" h="279400">
                <a:moveTo>
                  <a:pt x="0" y="0"/>
                </a:moveTo>
                <a:lnTo>
                  <a:pt x="1924050" y="0"/>
                </a:lnTo>
                <a:arcTo wR="50800" hR="50800" stAng="16200000" swAng="5400000"/>
                <a:lnTo>
                  <a:pt x="1974850" y="228600"/>
                </a:lnTo>
                <a:arcTo wR="50800" hR="50800" stAng="0" swAng="5400000"/>
                <a:lnTo>
                  <a:pt x="0" y="279400"/>
                </a:lnTo>
                <a:lnTo>
                  <a:pt x="0" y="0"/>
                </a:lnTo>
                <a:close/>
              </a:path>
            </a:pathLst>
          </a:custGeom>
          <a:solidFill xmlns:a="http://schemas.openxmlformats.org/drawingml/2006/main">
            <a:srgbClr val="C9AE8A"/>
          </a:solidFill>
        </p:spPr>
      </p:sp>
      <p:sp>
        <p:nvSpPr>
          <p:cNvPr id="10" name="Text 8">
            <a:extLst xmlns:a="http://schemas.openxmlformats.org/drawingml/2006/main">
              <a:ext uri="{FF2B5EF4-FFF2-40B4-BE49-F238E27FC236}">
                <a16:creationId xmlns:a16="http://schemas.microsoft.com/office/drawing/2014/main" id="{24CEC20A-CF17-4F4F-9ED6-9D7C21AC776E}"/>
              </a:ext>
            </a:extLst>
          </p:cNvPr>
          <p:cNvSpPr>
            <a:spLocks xmlns:a="http://schemas.openxmlformats.org/drawingml/2006/main" noGrp="1"/>
          </p:cNvSpPr>
          <p:nvPr/>
        </p:nvSpPr>
        <p:spPr>
          <a:xfrm xmlns:a="http://schemas.openxmlformats.org/drawingml/2006/main">
            <a:off x="4451350" y="3082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351 min · puerto 200</a:t>
            </a:r>
            <a:endParaRPr sz="1300"/>
          </a:p>
        </p:txBody>
      </p:sp>
      <p:sp>
        <p:nvSpPr>
          <p:cNvPr id="11" name="Text 9">
            <a:extLst xmlns:a="http://schemas.openxmlformats.org/drawingml/2006/main">
              <a:ext uri="{FF2B5EF4-FFF2-40B4-BE49-F238E27FC236}">
                <a16:creationId xmlns:a16="http://schemas.microsoft.com/office/drawing/2014/main" id="{0F8E0B77-8C0F-4B07-8598-9CD313A9A677}"/>
              </a:ext>
            </a:extLst>
          </p:cNvPr>
          <p:cNvSpPr>
            <a:spLocks xmlns:a="http://schemas.openxmlformats.org/drawingml/2006/main" noGrp="1"/>
          </p:cNvSpPr>
          <p:nvPr/>
        </p:nvSpPr>
        <p:spPr>
          <a:xfrm xmlns:a="http://schemas.openxmlformats.org/drawingml/2006/main">
            <a:off x="812800" y="3463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Más de 55</a:t>
            </a:r>
            <a:endParaRPr sz="1300"/>
          </a:p>
        </p:txBody>
      </p:sp>
      <p:sp>
        <p:nvSpPr>
          <p:cNvPr id="12" name="Shape 10">
            <a:extLst xmlns:a="http://schemas.openxmlformats.org/drawingml/2006/main">
              <a:ext uri="{FF2B5EF4-FFF2-40B4-BE49-F238E27FC236}">
                <a16:creationId xmlns:a16="http://schemas.microsoft.com/office/drawing/2014/main" id="{0A6F4DFE-9A91-4BEA-8CB8-BF96CEF1F699}"/>
              </a:ext>
            </a:extLst>
          </p:cNvPr>
          <p:cNvSpPr>
            <a:spLocks xmlns:a="http://schemas.openxmlformats.org/drawingml/2006/main" noGrp="1"/>
          </p:cNvSpPr>
          <p:nvPr/>
        </p:nvSpPr>
        <p:spPr>
          <a:xfrm xmlns:a="http://schemas.openxmlformats.org/drawingml/2006/main">
            <a:off x="2374900" y="3438922"/>
            <a:ext cx="2413000" cy="279400"/>
          </a:xfrm>
          <a:custGeom xmlns:a="http://schemas.openxmlformats.org/drawingml/2006/main">
            <a:rect l="l" t="t" r="r" b="b"/>
            <a:pathLst>
              <a:path w="2413000" h="279400">
                <a:moveTo>
                  <a:pt x="0" y="0"/>
                </a:moveTo>
                <a:lnTo>
                  <a:pt x="2362200" y="0"/>
                </a:lnTo>
                <a:arcTo wR="50800" hR="50800" stAng="16200000" swAng="5400000"/>
                <a:lnTo>
                  <a:pt x="2413000" y="228600"/>
                </a:lnTo>
                <a:arcTo wR="50800" hR="50800" stAng="0" swAng="5400000"/>
                <a:lnTo>
                  <a:pt x="0" y="279400"/>
                </a:lnTo>
                <a:lnTo>
                  <a:pt x="0" y="0"/>
                </a:lnTo>
                <a:close/>
              </a:path>
            </a:pathLst>
          </a:custGeom>
          <a:solidFill xmlns:a="http://schemas.openxmlformats.org/drawingml/2006/main">
            <a:srgbClr val="C9AE8A"/>
          </a:solidFill>
        </p:spPr>
      </p:sp>
      <p:sp>
        <p:nvSpPr>
          <p:cNvPr id="13" name="Text 11">
            <a:extLst xmlns:a="http://schemas.openxmlformats.org/drawingml/2006/main">
              <a:ext uri="{FF2B5EF4-FFF2-40B4-BE49-F238E27FC236}">
                <a16:creationId xmlns:a16="http://schemas.microsoft.com/office/drawing/2014/main" id="{60F1A53D-490A-42D7-9C68-1D8B8FC32A63}"/>
              </a:ext>
            </a:extLst>
          </p:cNvPr>
          <p:cNvSpPr>
            <a:spLocks xmlns:a="http://schemas.openxmlformats.org/drawingml/2006/main" noGrp="1"/>
          </p:cNvSpPr>
          <p:nvPr/>
        </p:nvSpPr>
        <p:spPr>
          <a:xfrm xmlns:a="http://schemas.openxmlformats.org/drawingml/2006/main">
            <a:off x="4889500" y="3463032"/>
            <a:ext cx="1612900"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429 min · puerto 214</a:t>
            </a:r>
            <a:endParaRPr sz="1300"/>
          </a:p>
        </p:txBody>
      </p:sp>
      <p:sp>
        <p:nvSpPr>
          <p:cNvPr id="14" name="Text 12">
            <a:extLst xmlns:a="http://schemas.openxmlformats.org/drawingml/2006/main">
              <a:ext uri="{FF2B5EF4-FFF2-40B4-BE49-F238E27FC236}">
                <a16:creationId xmlns:a16="http://schemas.microsoft.com/office/drawing/2014/main" id="{CA25976D-44F7-4E26-8970-AA0DB087865F}"/>
              </a:ext>
            </a:extLst>
          </p:cNvPr>
          <p:cNvSpPr>
            <a:spLocks xmlns:a="http://schemas.openxmlformats.org/drawingml/2006/main" noGrp="1"/>
          </p:cNvSpPr>
          <p:nvPr/>
        </p:nvSpPr>
        <p:spPr>
          <a:xfrm xmlns:a="http://schemas.openxmlformats.org/drawingml/2006/main">
            <a:off x="812800" y="3819922"/>
            <a:ext cx="580796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más camiones el ciclo se alarga y el puerto no descarga más: entre 5,5 y 6,6 viajes por hora. Los días con dos volcables y pocos camiones, la espera en el puerto bajó a 52–77 min.</a:t>
            </a:r>
            <a:endParaRPr sz="1300"/>
          </a:p>
        </p:txBody>
      </p:sp>
      <p:sp>
        <p:nvSpPr>
          <p:cNvPr id="15" name="Text 13">
            <a:extLst xmlns:a="http://schemas.openxmlformats.org/drawingml/2006/main">
              <a:ext uri="{FF2B5EF4-FFF2-40B4-BE49-F238E27FC236}">
                <a16:creationId xmlns:a16="http://schemas.microsoft.com/office/drawing/2014/main" id="{32400847-F0DD-4F2D-B114-EB8C804B5D88}"/>
              </a:ext>
            </a:extLst>
          </p:cNvPr>
          <p:cNvSpPr>
            <a:spLocks xmlns:a="http://schemas.openxmlformats.org/drawingml/2006/main" noGrp="1"/>
          </p:cNvSpPr>
          <p:nvPr/>
        </p:nvSpPr>
        <p:spPr>
          <a:xfrm xmlns:a="http://schemas.openxmlformats.org/drawingml/2006/main">
            <a:off x="9296400" y="2148681"/>
            <a:ext cx="1003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16" name="Text 14">
            <a:extLst xmlns:a="http://schemas.openxmlformats.org/drawingml/2006/main">
              <a:ext uri="{FF2B5EF4-FFF2-40B4-BE49-F238E27FC236}">
                <a16:creationId xmlns:a16="http://schemas.microsoft.com/office/drawing/2014/main" id="{79B99550-F935-480C-A04E-F6EEE0D76479}"/>
              </a:ext>
            </a:extLst>
          </p:cNvPr>
          <p:cNvSpPr>
            <a:spLocks xmlns:a="http://schemas.openxmlformats.org/drawingml/2006/main" noGrp="1"/>
          </p:cNvSpPr>
          <p:nvPr/>
        </p:nvSpPr>
        <p:spPr>
          <a:xfrm xmlns:a="http://schemas.openxmlformats.org/drawingml/2006/main">
            <a:off x="10248900" y="2148681"/>
            <a:ext cx="1130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17" name="Shape 15">
            <a:extLst xmlns:a="http://schemas.openxmlformats.org/drawingml/2006/main">
              <a:ext uri="{FF2B5EF4-FFF2-40B4-BE49-F238E27FC236}">
                <a16:creationId xmlns:a16="http://schemas.microsoft.com/office/drawing/2014/main" id="{B7CFB127-BA41-4619-A40B-7B79157F084D}"/>
              </a:ext>
            </a:extLst>
          </p:cNvPr>
          <p:cNvSpPr>
            <a:spLocks xmlns:a="http://schemas.openxmlformats.org/drawingml/2006/main" noGrp="1"/>
          </p:cNvSpPr>
          <p:nvPr/>
        </p:nvSpPr>
        <p:spPr>
          <a:xfrm xmlns:a="http://schemas.openxmlformats.org/drawingml/2006/main">
            <a:off x="6807200" y="238363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8" name="Text 16">
            <a:extLst xmlns:a="http://schemas.openxmlformats.org/drawingml/2006/main">
              <a:ext uri="{FF2B5EF4-FFF2-40B4-BE49-F238E27FC236}">
                <a16:creationId xmlns:a16="http://schemas.microsoft.com/office/drawing/2014/main" id="{937B7CEC-D106-4FC9-AE91-7CB3B8488B08}"/>
              </a:ext>
            </a:extLst>
          </p:cNvPr>
          <p:cNvSpPr>
            <a:spLocks xmlns:a="http://schemas.openxmlformats.org/drawingml/2006/main" noGrp="1"/>
          </p:cNvSpPr>
          <p:nvPr/>
        </p:nvSpPr>
        <p:spPr>
          <a:xfrm xmlns:a="http://schemas.openxmlformats.org/drawingml/2006/main">
            <a:off x="6807200" y="2467769"/>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Camiones contratados</a:t>
            </a:r>
            <a:endParaRPr sz="1300"/>
          </a:p>
        </p:txBody>
      </p:sp>
      <p:sp>
        <p:nvSpPr>
          <p:cNvPr id="19" name="Text 17">
            <a:extLst xmlns:a="http://schemas.openxmlformats.org/drawingml/2006/main">
              <a:ext uri="{FF2B5EF4-FFF2-40B4-BE49-F238E27FC236}">
                <a16:creationId xmlns:a16="http://schemas.microsoft.com/office/drawing/2014/main" id="{49AAE70A-24DA-47B2-A8BA-9E5D5FEBC514}"/>
              </a:ext>
            </a:extLst>
          </p:cNvPr>
          <p:cNvSpPr>
            <a:spLocks xmlns:a="http://schemas.openxmlformats.org/drawingml/2006/main" noGrp="1"/>
          </p:cNvSpPr>
          <p:nvPr/>
        </p:nvSpPr>
        <p:spPr>
          <a:xfrm xmlns:a="http://schemas.openxmlformats.org/drawingml/2006/main">
            <a:off x="9296400" y="245893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62</a:t>
            </a:r>
            <a:endParaRPr sz="1400"/>
          </a:p>
        </p:txBody>
      </p:sp>
      <p:sp>
        <p:nvSpPr>
          <p:cNvPr id="20" name="Text 18">
            <a:extLst xmlns:a="http://schemas.openxmlformats.org/drawingml/2006/main">
              <a:ext uri="{FF2B5EF4-FFF2-40B4-BE49-F238E27FC236}">
                <a16:creationId xmlns:a16="http://schemas.microsoft.com/office/drawing/2014/main" id="{F2B65791-7D8F-4C34-98D1-8946D7629A37}"/>
              </a:ext>
            </a:extLst>
          </p:cNvPr>
          <p:cNvSpPr>
            <a:spLocks xmlns:a="http://schemas.openxmlformats.org/drawingml/2006/main" noGrp="1"/>
          </p:cNvSpPr>
          <p:nvPr/>
        </p:nvSpPr>
        <p:spPr>
          <a:xfrm xmlns:a="http://schemas.openxmlformats.org/drawingml/2006/main">
            <a:off x="10248900" y="245893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40</a:t>
            </a:r>
            <a:endParaRPr sz="1400"/>
          </a:p>
        </p:txBody>
      </p:sp>
      <p:sp>
        <p:nvSpPr>
          <p:cNvPr id="21" name="Shape 19">
            <a:extLst xmlns:a="http://schemas.openxmlformats.org/drawingml/2006/main">
              <a:ext uri="{FF2B5EF4-FFF2-40B4-BE49-F238E27FC236}">
                <a16:creationId xmlns:a16="http://schemas.microsoft.com/office/drawing/2014/main" id="{1FEE5567-02E2-477F-9049-3FDB9FB591B5}"/>
              </a:ext>
            </a:extLst>
          </p:cNvPr>
          <p:cNvSpPr>
            <a:spLocks xmlns:a="http://schemas.openxmlformats.org/drawingml/2006/main" noGrp="1"/>
          </p:cNvSpPr>
          <p:nvPr/>
        </p:nvSpPr>
        <p:spPr>
          <a:xfrm xmlns:a="http://schemas.openxmlformats.org/drawingml/2006/main">
            <a:off x="6807200" y="2783086"/>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09480149-E934-481F-BE01-039E412F9B55}"/>
              </a:ext>
            </a:extLst>
          </p:cNvPr>
          <p:cNvSpPr>
            <a:spLocks xmlns:a="http://schemas.openxmlformats.org/drawingml/2006/main" noGrp="1"/>
          </p:cNvSpPr>
          <p:nvPr/>
        </p:nvSpPr>
        <p:spPr>
          <a:xfrm xmlns:a="http://schemas.openxmlformats.org/drawingml/2006/main">
            <a:off x="6807200" y="286722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Dando vueltas a la vez</a:t>
            </a:r>
            <a:endParaRPr sz="1300"/>
          </a:p>
        </p:txBody>
      </p:sp>
      <p:sp>
        <p:nvSpPr>
          <p:cNvPr id="23" name="Text 21">
            <a:extLst xmlns:a="http://schemas.openxmlformats.org/drawingml/2006/main">
              <a:ext uri="{FF2B5EF4-FFF2-40B4-BE49-F238E27FC236}">
                <a16:creationId xmlns:a16="http://schemas.microsoft.com/office/drawing/2014/main" id="{8D23C1A1-60F0-47B8-B992-7EA9859E1E63}"/>
              </a:ext>
            </a:extLst>
          </p:cNvPr>
          <p:cNvSpPr>
            <a:spLocks xmlns:a="http://schemas.openxmlformats.org/drawingml/2006/main" noGrp="1"/>
          </p:cNvSpPr>
          <p:nvPr/>
        </p:nvSpPr>
        <p:spPr>
          <a:xfrm xmlns:a="http://schemas.openxmlformats.org/drawingml/2006/main">
            <a:off x="9296400" y="2858393"/>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~32</a:t>
            </a:r>
            <a:endParaRPr sz="1400"/>
          </a:p>
        </p:txBody>
      </p:sp>
      <p:sp>
        <p:nvSpPr>
          <p:cNvPr id="24" name="Text 22">
            <a:extLst xmlns:a="http://schemas.openxmlformats.org/drawingml/2006/main">
              <a:ext uri="{FF2B5EF4-FFF2-40B4-BE49-F238E27FC236}">
                <a16:creationId xmlns:a16="http://schemas.microsoft.com/office/drawing/2014/main" id="{870CEE0A-7E28-4C26-95D9-640B05D1D961}"/>
              </a:ext>
            </a:extLst>
          </p:cNvPr>
          <p:cNvSpPr>
            <a:spLocks xmlns:a="http://schemas.openxmlformats.org/drawingml/2006/main" noGrp="1"/>
          </p:cNvSpPr>
          <p:nvPr/>
        </p:nvSpPr>
        <p:spPr>
          <a:xfrm xmlns:a="http://schemas.openxmlformats.org/drawingml/2006/main">
            <a:off x="10248900" y="2858393"/>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~25</a:t>
            </a:r>
            <a:endParaRPr sz="1400"/>
          </a:p>
        </p:txBody>
      </p:sp>
      <p:sp>
        <p:nvSpPr>
          <p:cNvPr id="25" name="Shape 23">
            <a:extLst xmlns:a="http://schemas.openxmlformats.org/drawingml/2006/main">
              <a:ext uri="{FF2B5EF4-FFF2-40B4-BE49-F238E27FC236}">
                <a16:creationId xmlns:a16="http://schemas.microsoft.com/office/drawing/2014/main" id="{24ACD603-94EF-4FC4-8107-86BB540F3BCC}"/>
              </a:ext>
            </a:extLst>
          </p:cNvPr>
          <p:cNvSpPr>
            <a:spLocks xmlns:a="http://schemas.openxmlformats.org/drawingml/2006/main" noGrp="1"/>
          </p:cNvSpPr>
          <p:nvPr/>
        </p:nvSpPr>
        <p:spPr>
          <a:xfrm xmlns:a="http://schemas.openxmlformats.org/drawingml/2006/main">
            <a:off x="6807200" y="318254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6" name="Text 24">
            <a:extLst xmlns:a="http://schemas.openxmlformats.org/drawingml/2006/main">
              <a:ext uri="{FF2B5EF4-FFF2-40B4-BE49-F238E27FC236}">
                <a16:creationId xmlns:a16="http://schemas.microsoft.com/office/drawing/2014/main" id="{6B03638D-55D8-4FA3-B243-649D48E8FF18}"/>
              </a:ext>
            </a:extLst>
          </p:cNvPr>
          <p:cNvSpPr>
            <a:spLocks xmlns:a="http://schemas.openxmlformats.org/drawingml/2006/main" noGrp="1"/>
          </p:cNvSpPr>
          <p:nvPr/>
        </p:nvSpPr>
        <p:spPr>
          <a:xfrm xmlns:a="http://schemas.openxmlformats.org/drawingml/2006/main">
            <a:off x="6807200" y="326667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Carga en Ricardone</a:t>
            </a:r>
            <a:endParaRPr sz="1300"/>
          </a:p>
        </p:txBody>
      </p:sp>
      <p:sp>
        <p:nvSpPr>
          <p:cNvPr id="27" name="Text 25">
            <a:extLst xmlns:a="http://schemas.openxmlformats.org/drawingml/2006/main">
              <a:ext uri="{FF2B5EF4-FFF2-40B4-BE49-F238E27FC236}">
                <a16:creationId xmlns:a16="http://schemas.microsoft.com/office/drawing/2014/main" id="{3F45EA22-FB5C-484C-896B-A6F40E9917D7}"/>
              </a:ext>
            </a:extLst>
          </p:cNvPr>
          <p:cNvSpPr>
            <a:spLocks xmlns:a="http://schemas.openxmlformats.org/drawingml/2006/main" noGrp="1"/>
          </p:cNvSpPr>
          <p:nvPr/>
        </p:nvSpPr>
        <p:spPr>
          <a:xfrm xmlns:a="http://schemas.openxmlformats.org/drawingml/2006/main">
            <a:off x="9296400" y="325784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91 min</a:t>
            </a:r>
            <a:endParaRPr sz="1400"/>
          </a:p>
        </p:txBody>
      </p:sp>
      <p:sp>
        <p:nvSpPr>
          <p:cNvPr id="28" name="Text 26">
            <a:extLst xmlns:a="http://schemas.openxmlformats.org/drawingml/2006/main">
              <a:ext uri="{FF2B5EF4-FFF2-40B4-BE49-F238E27FC236}">
                <a16:creationId xmlns:a16="http://schemas.microsoft.com/office/drawing/2014/main" id="{814BBF0E-8597-4C52-B884-A0DDA17DBBBE}"/>
              </a:ext>
            </a:extLst>
          </p:cNvPr>
          <p:cNvSpPr>
            <a:spLocks xmlns:a="http://schemas.openxmlformats.org/drawingml/2006/main" noGrp="1"/>
          </p:cNvSpPr>
          <p:nvPr/>
        </p:nvSpPr>
        <p:spPr>
          <a:xfrm xmlns:a="http://schemas.openxmlformats.org/drawingml/2006/main">
            <a:off x="10248900" y="325784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91 min</a:t>
            </a:r>
            <a:endParaRPr sz="1400"/>
          </a:p>
        </p:txBody>
      </p:sp>
      <p:sp>
        <p:nvSpPr>
          <p:cNvPr id="29" name="Shape 27">
            <a:extLst xmlns:a="http://schemas.openxmlformats.org/drawingml/2006/main">
              <a:ext uri="{FF2B5EF4-FFF2-40B4-BE49-F238E27FC236}">
                <a16:creationId xmlns:a16="http://schemas.microsoft.com/office/drawing/2014/main" id="{131EC118-D068-404C-8B6D-E9A15CCFA7DB}"/>
              </a:ext>
            </a:extLst>
          </p:cNvPr>
          <p:cNvSpPr>
            <a:spLocks xmlns:a="http://schemas.openxmlformats.org/drawingml/2006/main" noGrp="1"/>
          </p:cNvSpPr>
          <p:nvPr/>
        </p:nvSpPr>
        <p:spPr>
          <a:xfrm xmlns:a="http://schemas.openxmlformats.org/drawingml/2006/main">
            <a:off x="6807200" y="358199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0" name="Text 28">
            <a:extLst xmlns:a="http://schemas.openxmlformats.org/drawingml/2006/main">
              <a:ext uri="{FF2B5EF4-FFF2-40B4-BE49-F238E27FC236}">
                <a16:creationId xmlns:a16="http://schemas.microsoft.com/office/drawing/2014/main" id="{5743EA39-A930-4D6E-8D84-06F8536FCF73}"/>
              </a:ext>
            </a:extLst>
          </p:cNvPr>
          <p:cNvSpPr>
            <a:spLocks xmlns:a="http://schemas.openxmlformats.org/drawingml/2006/main" noGrp="1"/>
          </p:cNvSpPr>
          <p:nvPr/>
        </p:nvSpPr>
        <p:spPr>
          <a:xfrm xmlns:a="http://schemas.openxmlformats.org/drawingml/2006/main">
            <a:off x="6807200" y="366613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Playa OSL + descarga</a:t>
            </a:r>
            <a:endParaRPr sz="1300"/>
          </a:p>
        </p:txBody>
      </p:sp>
      <p:sp>
        <p:nvSpPr>
          <p:cNvPr id="31" name="Text 29">
            <a:extLst xmlns:a="http://schemas.openxmlformats.org/drawingml/2006/main">
              <a:ext uri="{FF2B5EF4-FFF2-40B4-BE49-F238E27FC236}">
                <a16:creationId xmlns:a16="http://schemas.microsoft.com/office/drawing/2014/main" id="{5BD6B03E-EBDA-4D90-A713-4B097B82872F}"/>
              </a:ext>
            </a:extLst>
          </p:cNvPr>
          <p:cNvSpPr>
            <a:spLocks xmlns:a="http://schemas.openxmlformats.org/drawingml/2006/main" noGrp="1"/>
          </p:cNvSpPr>
          <p:nvPr/>
        </p:nvSpPr>
        <p:spPr>
          <a:xfrm xmlns:a="http://schemas.openxmlformats.org/drawingml/2006/main">
            <a:off x="9296400" y="365730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163 min</a:t>
            </a:r>
            <a:endParaRPr sz="1400"/>
          </a:p>
        </p:txBody>
      </p:sp>
      <p:sp>
        <p:nvSpPr>
          <p:cNvPr id="32" name="Text 30">
            <a:extLst xmlns:a="http://schemas.openxmlformats.org/drawingml/2006/main">
              <a:ext uri="{FF2B5EF4-FFF2-40B4-BE49-F238E27FC236}">
                <a16:creationId xmlns:a16="http://schemas.microsoft.com/office/drawing/2014/main" id="{4CD0C4D3-C6D6-4141-BAAE-642E97D6B8B4}"/>
              </a:ext>
            </a:extLst>
          </p:cNvPr>
          <p:cNvSpPr>
            <a:spLocks xmlns:a="http://schemas.openxmlformats.org/drawingml/2006/main" noGrp="1"/>
          </p:cNvSpPr>
          <p:nvPr/>
        </p:nvSpPr>
        <p:spPr>
          <a:xfrm xmlns:a="http://schemas.openxmlformats.org/drawingml/2006/main">
            <a:off x="10248900" y="365730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100 min</a:t>
            </a:r>
            <a:endParaRPr sz="1400"/>
          </a:p>
        </p:txBody>
      </p:sp>
      <p:sp>
        <p:nvSpPr>
          <p:cNvPr id="33" name="Shape 31">
            <a:extLst xmlns:a="http://schemas.openxmlformats.org/drawingml/2006/main">
              <a:ext uri="{FF2B5EF4-FFF2-40B4-BE49-F238E27FC236}">
                <a16:creationId xmlns:a16="http://schemas.microsoft.com/office/drawing/2014/main" id="{A9BD8774-3379-4979-9232-AB0343FB0E25}"/>
              </a:ext>
            </a:extLst>
          </p:cNvPr>
          <p:cNvSpPr>
            <a:spLocks xmlns:a="http://schemas.openxmlformats.org/drawingml/2006/main" noGrp="1"/>
          </p:cNvSpPr>
          <p:nvPr/>
        </p:nvSpPr>
        <p:spPr>
          <a:xfrm xmlns:a="http://schemas.openxmlformats.org/drawingml/2006/main">
            <a:off x="6807200" y="3981450"/>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9004BCE4-3AD2-4240-8CC0-08FC0B1A3443}"/>
              </a:ext>
            </a:extLst>
          </p:cNvPr>
          <p:cNvSpPr>
            <a:spLocks xmlns:a="http://schemas.openxmlformats.org/drawingml/2006/main" noGrp="1"/>
          </p:cNvSpPr>
          <p:nvPr/>
        </p:nvSpPr>
        <p:spPr>
          <a:xfrm xmlns:a="http://schemas.openxmlformats.org/drawingml/2006/main">
            <a:off x="6807200" y="406558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Ciclo por viaje</a:t>
            </a:r>
            <a:endParaRPr sz="1300"/>
          </a:p>
        </p:txBody>
      </p:sp>
      <p:sp>
        <p:nvSpPr>
          <p:cNvPr id="35" name="Text 33">
            <a:extLst xmlns:a="http://schemas.openxmlformats.org/drawingml/2006/main">
              <a:ext uri="{FF2B5EF4-FFF2-40B4-BE49-F238E27FC236}">
                <a16:creationId xmlns:a16="http://schemas.microsoft.com/office/drawing/2014/main" id="{A28F52DF-E059-480E-B3C0-DF8D89BF7E77}"/>
              </a:ext>
            </a:extLst>
          </p:cNvPr>
          <p:cNvSpPr>
            <a:spLocks xmlns:a="http://schemas.openxmlformats.org/drawingml/2006/main" noGrp="1"/>
          </p:cNvSpPr>
          <p:nvPr/>
        </p:nvSpPr>
        <p:spPr>
          <a:xfrm xmlns:a="http://schemas.openxmlformats.org/drawingml/2006/main">
            <a:off x="9296400" y="4056757"/>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281 min</a:t>
            </a:r>
            <a:endParaRPr sz="1400"/>
          </a:p>
        </p:txBody>
      </p:sp>
      <p:sp>
        <p:nvSpPr>
          <p:cNvPr id="36" name="Text 34">
            <a:extLst xmlns:a="http://schemas.openxmlformats.org/drawingml/2006/main">
              <a:ext uri="{FF2B5EF4-FFF2-40B4-BE49-F238E27FC236}">
                <a16:creationId xmlns:a16="http://schemas.microsoft.com/office/drawing/2014/main" id="{CE01B609-6595-412D-B79D-62F95328B698}"/>
              </a:ext>
            </a:extLst>
          </p:cNvPr>
          <p:cNvSpPr>
            <a:spLocks xmlns:a="http://schemas.openxmlformats.org/drawingml/2006/main" noGrp="1"/>
          </p:cNvSpPr>
          <p:nvPr/>
        </p:nvSpPr>
        <p:spPr>
          <a:xfrm xmlns:a="http://schemas.openxmlformats.org/drawingml/2006/main">
            <a:off x="10248900" y="4056757"/>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218 min</a:t>
            </a:r>
            <a:endParaRPr sz="1400"/>
          </a:p>
        </p:txBody>
      </p:sp>
      <p:sp>
        <p:nvSpPr>
          <p:cNvPr id="37" name="Shape 35">
            <a:extLst xmlns:a="http://schemas.openxmlformats.org/drawingml/2006/main">
              <a:ext uri="{FF2B5EF4-FFF2-40B4-BE49-F238E27FC236}">
                <a16:creationId xmlns:a16="http://schemas.microsoft.com/office/drawing/2014/main" id="{DFBB7911-98C6-4162-B0AB-DB35B28602C7}"/>
              </a:ext>
            </a:extLst>
          </p:cNvPr>
          <p:cNvSpPr>
            <a:spLocks xmlns:a="http://schemas.openxmlformats.org/drawingml/2006/main" noGrp="1"/>
          </p:cNvSpPr>
          <p:nvPr/>
        </p:nvSpPr>
        <p:spPr>
          <a:xfrm xmlns:a="http://schemas.openxmlformats.org/drawingml/2006/main">
            <a:off x="6807200" y="438090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DF9042CC-54C4-4638-ADC7-7B0D6E9FB416}"/>
              </a:ext>
            </a:extLst>
          </p:cNvPr>
          <p:cNvSpPr>
            <a:spLocks xmlns:a="http://schemas.openxmlformats.org/drawingml/2006/main" noGrp="1"/>
          </p:cNvSpPr>
          <p:nvPr/>
        </p:nvSpPr>
        <p:spPr>
          <a:xfrm xmlns:a="http://schemas.openxmlformats.org/drawingml/2006/main">
            <a:off x="6807200" y="4465042"/>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en el operativo</a:t>
            </a:r>
            <a:endParaRPr sz="1300"/>
          </a:p>
        </p:txBody>
      </p:sp>
      <p:sp>
        <p:nvSpPr>
          <p:cNvPr id="39" name="Text 37">
            <a:extLst xmlns:a="http://schemas.openxmlformats.org/drawingml/2006/main">
              <a:ext uri="{FF2B5EF4-FFF2-40B4-BE49-F238E27FC236}">
                <a16:creationId xmlns:a16="http://schemas.microsoft.com/office/drawing/2014/main" id="{5C58DA2D-61A2-41F3-BD26-2D9588EA6284}"/>
              </a:ext>
            </a:extLst>
          </p:cNvPr>
          <p:cNvSpPr>
            <a:spLocks xmlns:a="http://schemas.openxmlformats.org/drawingml/2006/main" noGrp="1"/>
          </p:cNvSpPr>
          <p:nvPr/>
        </p:nvSpPr>
        <p:spPr>
          <a:xfrm xmlns:a="http://schemas.openxmlformats.org/drawingml/2006/main">
            <a:off x="9296400" y="445621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5</a:t>
            </a:r>
            <a:endParaRPr sz="1400"/>
          </a:p>
        </p:txBody>
      </p:sp>
      <p:sp>
        <p:nvSpPr>
          <p:cNvPr id="40" name="Text 38">
            <a:extLst xmlns:a="http://schemas.openxmlformats.org/drawingml/2006/main">
              <a:ext uri="{FF2B5EF4-FFF2-40B4-BE49-F238E27FC236}">
                <a16:creationId xmlns:a16="http://schemas.microsoft.com/office/drawing/2014/main" id="{BB1D1B4D-7983-48EB-8C68-7DF4DE1BDCA7}"/>
              </a:ext>
            </a:extLst>
          </p:cNvPr>
          <p:cNvSpPr>
            <a:spLocks xmlns:a="http://schemas.openxmlformats.org/drawingml/2006/main" noGrp="1"/>
          </p:cNvSpPr>
          <p:nvPr/>
        </p:nvSpPr>
        <p:spPr>
          <a:xfrm xmlns:a="http://schemas.openxmlformats.org/drawingml/2006/main">
            <a:off x="10248900" y="445621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8</a:t>
            </a:r>
            <a:endParaRPr sz="1400"/>
          </a:p>
        </p:txBody>
      </p:sp>
      <p:sp>
        <p:nvSpPr>
          <p:cNvPr id="41" name="Shape 39">
            <a:extLst xmlns:a="http://schemas.openxmlformats.org/drawingml/2006/main">
              <a:ext uri="{FF2B5EF4-FFF2-40B4-BE49-F238E27FC236}">
                <a16:creationId xmlns:a16="http://schemas.microsoft.com/office/drawing/2014/main" id="{1D0C1B04-C356-4489-B365-3C19F3BC21DB}"/>
              </a:ext>
            </a:extLst>
          </p:cNvPr>
          <p:cNvSpPr>
            <a:spLocks xmlns:a="http://schemas.openxmlformats.org/drawingml/2006/main" noGrp="1"/>
          </p:cNvSpPr>
          <p:nvPr/>
        </p:nvSpPr>
        <p:spPr>
          <a:xfrm xmlns:a="http://schemas.openxmlformats.org/drawingml/2006/main">
            <a:off x="6807200" y="4780359"/>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9FAD0FDE-FBF8-45EB-B4E3-E0FA75BB0995}"/>
              </a:ext>
            </a:extLst>
          </p:cNvPr>
          <p:cNvSpPr>
            <a:spLocks xmlns:a="http://schemas.openxmlformats.org/drawingml/2006/main" noGrp="1"/>
          </p:cNvSpPr>
          <p:nvPr/>
        </p:nvSpPr>
        <p:spPr>
          <a:xfrm xmlns:a="http://schemas.openxmlformats.org/drawingml/2006/main">
            <a:off x="6807200" y="4864497"/>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y día</a:t>
            </a:r>
            <a:endParaRPr sz="1300"/>
          </a:p>
        </p:txBody>
      </p:sp>
      <p:sp>
        <p:nvSpPr>
          <p:cNvPr id="43" name="Text 41">
            <a:extLst xmlns:a="http://schemas.openxmlformats.org/drawingml/2006/main">
              <a:ext uri="{FF2B5EF4-FFF2-40B4-BE49-F238E27FC236}">
                <a16:creationId xmlns:a16="http://schemas.microsoft.com/office/drawing/2014/main" id="{9CD93B3F-FF89-4C25-9DE9-B33914060E5F}"/>
              </a:ext>
            </a:extLst>
          </p:cNvPr>
          <p:cNvSpPr>
            <a:spLocks xmlns:a="http://schemas.openxmlformats.org/drawingml/2006/main" noGrp="1"/>
          </p:cNvSpPr>
          <p:nvPr/>
        </p:nvSpPr>
        <p:spPr>
          <a:xfrm xmlns:a="http://schemas.openxmlformats.org/drawingml/2006/main">
            <a:off x="9296400" y="4855666"/>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a:t>
            </a:r>
            <a:endParaRPr sz="1400"/>
          </a:p>
        </p:txBody>
      </p:sp>
      <p:sp>
        <p:nvSpPr>
          <p:cNvPr id="44" name="Text 42">
            <a:extLst xmlns:a="http://schemas.openxmlformats.org/drawingml/2006/main">
              <a:ext uri="{FF2B5EF4-FFF2-40B4-BE49-F238E27FC236}">
                <a16:creationId xmlns:a16="http://schemas.microsoft.com/office/drawing/2014/main" id="{E270EBE1-D988-46F1-9E14-5C860CCD3638}"/>
              </a:ext>
            </a:extLst>
          </p:cNvPr>
          <p:cNvSpPr>
            <a:spLocks xmlns:a="http://schemas.openxmlformats.org/drawingml/2006/main" noGrp="1"/>
          </p:cNvSpPr>
          <p:nvPr/>
        </p:nvSpPr>
        <p:spPr>
          <a:xfrm xmlns:a="http://schemas.openxmlformats.org/drawingml/2006/main">
            <a:off x="10248900" y="4855666"/>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3</a:t>
            </a:r>
            <a:endParaRPr sz="1400"/>
          </a:p>
        </p:txBody>
      </p:sp>
      <p:sp>
        <p:nvSpPr>
          <p:cNvPr id="45" name="Shape 43">
            <a:extLst xmlns:a="http://schemas.openxmlformats.org/drawingml/2006/main">
              <a:ext uri="{FF2B5EF4-FFF2-40B4-BE49-F238E27FC236}">
                <a16:creationId xmlns:a16="http://schemas.microsoft.com/office/drawing/2014/main" id="{25FFFFA2-68B3-4331-81DB-262E060F315D}"/>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6" name="Text 44">
            <a:extLst xmlns:a="http://schemas.openxmlformats.org/drawingml/2006/main">
              <a:ext uri="{FF2B5EF4-FFF2-40B4-BE49-F238E27FC236}">
                <a16:creationId xmlns:a16="http://schemas.microsoft.com/office/drawing/2014/main" id="{163017F3-3E48-44A1-9868-CE5CD6BC7D28}"/>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carga en Ricardone no cambia; lo que baja es la espera en el puerto, de 163 a 100 min. Con 40 camiones dando vueltas más seguido se mueven las mismas 9.210 t en las mismas horas.</a:t>
            </a:r>
            <a:endParaRPr sz="13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8fcd58502ce84a98"/>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BE4E8127-EEEC-4016-8C91-EA4160FC371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18</a:t>
            </a:r>
            <a:endParaRPr sz="12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bb66170dd059410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97986541"/>
      </p:ext>
    </p:extLst>
  </p:cSld>
</p:sld>
</file>

<file path=ppt/slides/slide1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51376D-E693-40E3-83C0-D9A4A3D424C7}"/>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8B54CEDD-A109-403B-9FE6-6E416AAA2FAA}"/>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Dos volcables y el flete a $ 5.000 por tonelada</a:t>
            </a:r>
            <a:endParaRPr sz="3200"/>
          </a:p>
        </p:txBody>
      </p:sp>
      <p:sp>
        <p:nvSpPr>
          <p:cNvPr id="4" name="Text 2">
            <a:extLst xmlns:a="http://schemas.openxmlformats.org/drawingml/2006/main">
              <a:ext uri="{FF2B5EF4-FFF2-40B4-BE49-F238E27FC236}">
                <a16:creationId xmlns:a16="http://schemas.microsoft.com/office/drawing/2014/main" id="{DE011C50-CEE3-4D71-9317-C7821822E684}"/>
              </a:ext>
            </a:extLst>
          </p:cNvPr>
          <p:cNvSpPr>
            <a:spLocks xmlns:a="http://schemas.openxmlformats.org/drawingml/2006/main" noGrp="1"/>
          </p:cNvSpPr>
          <p:nvPr/>
        </p:nvSpPr>
        <p:spPr>
          <a:xfrm xmlns:a="http://schemas.openxmlformats.org/drawingml/2006/main">
            <a:off x="812800" y="1701701"/>
            <a:ext cx="593877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Descarga en el puerto: una volcable contra dos</a:t>
            </a:r>
            <a:endParaRPr sz="1200"/>
          </a:p>
        </p:txBody>
      </p:sp>
      <p:sp>
        <p:nvSpPr>
          <p:cNvPr id="5" name="Shape 3">
            <a:extLst xmlns:a="http://schemas.openxmlformats.org/drawingml/2006/main">
              <a:ext uri="{FF2B5EF4-FFF2-40B4-BE49-F238E27FC236}">
                <a16:creationId xmlns:a16="http://schemas.microsoft.com/office/drawing/2014/main" id="{30DB2E9C-FCED-48CD-A17E-7D3E418F790A}"/>
              </a:ext>
            </a:extLst>
          </p:cNvPr>
          <p:cNvSpPr>
            <a:spLocks xmlns:a="http://schemas.openxmlformats.org/drawingml/2006/main" noGrp="1"/>
          </p:cNvSpPr>
          <p:nvPr/>
        </p:nvSpPr>
        <p:spPr>
          <a:xfrm xmlns:a="http://schemas.openxmlformats.org/drawingml/2006/main">
            <a:off x="812800" y="2016621"/>
            <a:ext cx="2819400" cy="1693962"/>
          </a:xfrm>
          <a:prstGeom xmlns:a="http://schemas.openxmlformats.org/drawingml/2006/main" prst="roundRect">
            <a:avLst>
              <a:gd name="adj" fmla="val 5998"/>
            </a:avLst>
          </a:prstGeom>
          <a:solidFill xmlns:a="http://schemas.openxmlformats.org/drawingml/2006/main">
            <a:srgbClr val="F3EADF"/>
          </a:solidFill>
        </p:spPr>
      </p:sp>
      <p:sp>
        <p:nvSpPr>
          <p:cNvPr id="6" name="Text 4">
            <a:extLst xmlns:a="http://schemas.openxmlformats.org/drawingml/2006/main">
              <a:ext uri="{FF2B5EF4-FFF2-40B4-BE49-F238E27FC236}">
                <a16:creationId xmlns:a16="http://schemas.microsoft.com/office/drawing/2014/main" id="{8DF0761A-A625-4D4E-B3BF-545A12DE34B8}"/>
              </a:ext>
            </a:extLst>
          </p:cNvPr>
          <p:cNvSpPr>
            <a:spLocks xmlns:a="http://schemas.openxmlformats.org/drawingml/2006/main" noGrp="1"/>
          </p:cNvSpPr>
          <p:nvPr/>
        </p:nvSpPr>
        <p:spPr>
          <a:xfrm xmlns:a="http://schemas.openxmlformats.org/drawingml/2006/main">
            <a:off x="9779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Una volcable</a:t>
            </a:r>
            <a:endParaRPr sz="1300"/>
          </a:p>
        </p:txBody>
      </p:sp>
      <p:sp>
        <p:nvSpPr>
          <p:cNvPr id="7" name="Text 5">
            <a:extLst xmlns:a="http://schemas.openxmlformats.org/drawingml/2006/main">
              <a:ext uri="{FF2B5EF4-FFF2-40B4-BE49-F238E27FC236}">
                <a16:creationId xmlns:a16="http://schemas.microsoft.com/office/drawing/2014/main" id="{D4797D59-695F-4B47-A592-4FE3AE9465C8}"/>
              </a:ext>
            </a:extLst>
          </p:cNvPr>
          <p:cNvSpPr>
            <a:spLocks xmlns:a="http://schemas.openxmlformats.org/drawingml/2006/main" noGrp="1"/>
          </p:cNvSpPr>
          <p:nvPr/>
        </p:nvSpPr>
        <p:spPr>
          <a:xfrm xmlns:a="http://schemas.openxmlformats.org/drawingml/2006/main">
            <a:off x="9779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solo V4 · 9 días</a:t>
            </a:r>
            <a:endParaRPr sz="1200"/>
          </a:p>
        </p:txBody>
      </p:sp>
      <p:sp>
        <p:nvSpPr>
          <p:cNvPr id="8" name="Text 6">
            <a:extLst xmlns:a="http://schemas.openxmlformats.org/drawingml/2006/main">
              <a:ext uri="{FF2B5EF4-FFF2-40B4-BE49-F238E27FC236}">
                <a16:creationId xmlns:a16="http://schemas.microsoft.com/office/drawing/2014/main" id="{413AC607-A2EB-47F0-AF5C-4B51ADD59A4C}"/>
              </a:ext>
            </a:extLst>
          </p:cNvPr>
          <p:cNvSpPr>
            <a:spLocks xmlns:a="http://schemas.openxmlformats.org/drawingml/2006/main" noGrp="1"/>
          </p:cNvSpPr>
          <p:nvPr/>
        </p:nvSpPr>
        <p:spPr>
          <a:xfrm xmlns:a="http://schemas.openxmlformats.org/drawingml/2006/main">
            <a:off x="9779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5E4428"/>
                </a:solidFill>
                <a:latin typeface="IBM Plex Sans"/>
                <a:ea typeface="IBM Plex Sans"/>
                <a:cs typeface="IBM Plex Sans"/>
              </a:rPr>
              <a:t>208 min</a:t>
            </a:r>
            <a:endParaRPr sz="2800"/>
          </a:p>
        </p:txBody>
      </p:sp>
      <p:sp>
        <p:nvSpPr>
          <p:cNvPr id="9" name="Text 7">
            <a:extLst xmlns:a="http://schemas.openxmlformats.org/drawingml/2006/main">
              <a:ext uri="{FF2B5EF4-FFF2-40B4-BE49-F238E27FC236}">
                <a16:creationId xmlns:a16="http://schemas.microsoft.com/office/drawing/2014/main" id="{2FB67279-15A8-4A81-A6F0-363DE2F20D0B}"/>
              </a:ext>
            </a:extLst>
          </p:cNvPr>
          <p:cNvSpPr>
            <a:spLocks xmlns:a="http://schemas.openxmlformats.org/drawingml/2006/main" noGrp="1"/>
          </p:cNvSpPr>
          <p:nvPr/>
        </p:nvSpPr>
        <p:spPr>
          <a:xfrm xmlns:a="http://schemas.openxmlformats.org/drawingml/2006/main">
            <a:off x="9779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0" name="Text 8">
            <a:extLst xmlns:a="http://schemas.openxmlformats.org/drawingml/2006/main">
              <a:ext uri="{FF2B5EF4-FFF2-40B4-BE49-F238E27FC236}">
                <a16:creationId xmlns:a16="http://schemas.microsoft.com/office/drawing/2014/main" id="{FFE4C089-9786-4F64-9B12-CCF30D3CBF1B}"/>
              </a:ext>
            </a:extLst>
          </p:cNvPr>
          <p:cNvSpPr>
            <a:spLocks xmlns:a="http://schemas.openxmlformats.org/drawingml/2006/main" noGrp="1"/>
          </p:cNvSpPr>
          <p:nvPr/>
        </p:nvSpPr>
        <p:spPr>
          <a:xfrm xmlns:a="http://schemas.openxmlformats.org/drawingml/2006/main">
            <a:off x="9779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5,8</a:t>
            </a:r>
            <a:r>
              <a:rPr sz="1300">
                <a:solidFill>
                  <a:srgbClr val="14281E"/>
                </a:solidFill>
                <a:latin typeface="IBM Plex Sans"/>
                <a:ea typeface="IBM Plex Sans"/>
                <a:cs typeface="IBM Plex Sans"/>
              </a:rPr>
              <a:t> viajes por hora</a:t>
            </a:r>
            <a:endParaRPr sz="1300"/>
          </a:p>
        </p:txBody>
      </p:sp>
      <p:sp>
        <p:nvSpPr>
          <p:cNvPr id="11" name="Shape 9">
            <a:extLst xmlns:a="http://schemas.openxmlformats.org/drawingml/2006/main">
              <a:ext uri="{FF2B5EF4-FFF2-40B4-BE49-F238E27FC236}">
                <a16:creationId xmlns:a16="http://schemas.microsoft.com/office/drawing/2014/main" id="{44F0CB42-7C08-4AFA-A251-6233BD0029F7}"/>
              </a:ext>
            </a:extLst>
          </p:cNvPr>
          <p:cNvSpPr>
            <a:spLocks xmlns:a="http://schemas.openxmlformats.org/drawingml/2006/main" noGrp="1"/>
          </p:cNvSpPr>
          <p:nvPr/>
        </p:nvSpPr>
        <p:spPr>
          <a:xfrm xmlns:a="http://schemas.openxmlformats.org/drawingml/2006/main">
            <a:off x="3759200" y="2016621"/>
            <a:ext cx="2819400" cy="1693962"/>
          </a:xfrm>
          <a:prstGeom xmlns:a="http://schemas.openxmlformats.org/drawingml/2006/main" prst="roundRect">
            <a:avLst>
              <a:gd name="adj" fmla="val 5998"/>
            </a:avLst>
          </a:prstGeom>
          <a:solidFill xmlns:a="http://schemas.openxmlformats.org/drawingml/2006/main">
            <a:srgbClr val="DCEDE1"/>
          </a:solidFill>
        </p:spPr>
      </p:sp>
      <p:sp>
        <p:nvSpPr>
          <p:cNvPr id="12" name="Text 10">
            <a:extLst xmlns:a="http://schemas.openxmlformats.org/drawingml/2006/main">
              <a:ext uri="{FF2B5EF4-FFF2-40B4-BE49-F238E27FC236}">
                <a16:creationId xmlns:a16="http://schemas.microsoft.com/office/drawing/2014/main" id="{0B5D56B0-BB5D-45D5-A0FC-1B667F478430}"/>
              </a:ext>
            </a:extLst>
          </p:cNvPr>
          <p:cNvSpPr>
            <a:spLocks xmlns:a="http://schemas.openxmlformats.org/drawingml/2006/main" noGrp="1"/>
          </p:cNvSpPr>
          <p:nvPr/>
        </p:nvSpPr>
        <p:spPr>
          <a:xfrm xmlns:a="http://schemas.openxmlformats.org/drawingml/2006/main">
            <a:off x="39243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Dos volcables</a:t>
            </a:r>
            <a:endParaRPr sz="1300"/>
          </a:p>
        </p:txBody>
      </p:sp>
      <p:sp>
        <p:nvSpPr>
          <p:cNvPr id="13" name="Text 11">
            <a:extLst xmlns:a="http://schemas.openxmlformats.org/drawingml/2006/main">
              <a:ext uri="{FF2B5EF4-FFF2-40B4-BE49-F238E27FC236}">
                <a16:creationId xmlns:a16="http://schemas.microsoft.com/office/drawing/2014/main" id="{2ED60CC7-3562-46AB-A54E-9391049FEF2A}"/>
              </a:ext>
            </a:extLst>
          </p:cNvPr>
          <p:cNvSpPr>
            <a:spLocks xmlns:a="http://schemas.openxmlformats.org/drawingml/2006/main" noGrp="1"/>
          </p:cNvSpPr>
          <p:nvPr/>
        </p:nvSpPr>
        <p:spPr>
          <a:xfrm xmlns:a="http://schemas.openxmlformats.org/drawingml/2006/main">
            <a:off x="39243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V3 y V4 · 8 días</a:t>
            </a:r>
            <a:endParaRPr sz="1200"/>
          </a:p>
        </p:txBody>
      </p:sp>
      <p:sp>
        <p:nvSpPr>
          <p:cNvPr id="14" name="Text 12">
            <a:extLst xmlns:a="http://schemas.openxmlformats.org/drawingml/2006/main">
              <a:ext uri="{FF2B5EF4-FFF2-40B4-BE49-F238E27FC236}">
                <a16:creationId xmlns:a16="http://schemas.microsoft.com/office/drawing/2014/main" id="{F5C3DF58-081D-42A8-B8D5-A316E6CF1A34}"/>
              </a:ext>
            </a:extLst>
          </p:cNvPr>
          <p:cNvSpPr>
            <a:spLocks xmlns:a="http://schemas.openxmlformats.org/drawingml/2006/main" noGrp="1"/>
          </p:cNvSpPr>
          <p:nvPr/>
        </p:nvSpPr>
        <p:spPr>
          <a:xfrm xmlns:a="http://schemas.openxmlformats.org/drawingml/2006/main">
            <a:off x="39243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170 min</a:t>
            </a:r>
            <a:endParaRPr sz="2800"/>
          </a:p>
        </p:txBody>
      </p:sp>
      <p:sp>
        <p:nvSpPr>
          <p:cNvPr id="15" name="Text 13">
            <a:extLst xmlns:a="http://schemas.openxmlformats.org/drawingml/2006/main">
              <a:ext uri="{FF2B5EF4-FFF2-40B4-BE49-F238E27FC236}">
                <a16:creationId xmlns:a16="http://schemas.microsoft.com/office/drawing/2014/main" id="{5BBDE8B2-5A4C-4891-A6BD-720012314D33}"/>
              </a:ext>
            </a:extLst>
          </p:cNvPr>
          <p:cNvSpPr>
            <a:spLocks xmlns:a="http://schemas.openxmlformats.org/drawingml/2006/main" noGrp="1"/>
          </p:cNvSpPr>
          <p:nvPr/>
        </p:nvSpPr>
        <p:spPr>
          <a:xfrm xmlns:a="http://schemas.openxmlformats.org/drawingml/2006/main">
            <a:off x="39243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6" name="Text 14">
            <a:extLst xmlns:a="http://schemas.openxmlformats.org/drawingml/2006/main">
              <a:ext uri="{FF2B5EF4-FFF2-40B4-BE49-F238E27FC236}">
                <a16:creationId xmlns:a16="http://schemas.microsoft.com/office/drawing/2014/main" id="{ADAFCD3A-5E17-41AB-9EED-41056F62D550}"/>
              </a:ext>
            </a:extLst>
          </p:cNvPr>
          <p:cNvSpPr>
            <a:spLocks xmlns:a="http://schemas.openxmlformats.org/drawingml/2006/main" noGrp="1"/>
          </p:cNvSpPr>
          <p:nvPr/>
        </p:nvSpPr>
        <p:spPr>
          <a:xfrm xmlns:a="http://schemas.openxmlformats.org/drawingml/2006/main">
            <a:off x="39243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6,1</a:t>
            </a:r>
            <a:r>
              <a:rPr sz="1300">
                <a:solidFill>
                  <a:srgbClr val="14281E"/>
                </a:solidFill>
                <a:latin typeface="IBM Plex Sans"/>
                <a:ea typeface="IBM Plex Sans"/>
                <a:cs typeface="IBM Plex Sans"/>
              </a:rPr>
              <a:t> viajes por hora</a:t>
            </a:r>
            <a:endParaRPr sz="1300"/>
          </a:p>
        </p:txBody>
      </p:sp>
      <p:sp>
        <p:nvSpPr>
          <p:cNvPr id="17" name="Text 15">
            <a:extLst xmlns:a="http://schemas.openxmlformats.org/drawingml/2006/main">
              <a:ext uri="{FF2B5EF4-FFF2-40B4-BE49-F238E27FC236}">
                <a16:creationId xmlns:a16="http://schemas.microsoft.com/office/drawing/2014/main" id="{E893B821-D474-4139-9EC9-3B62C5D0D4DB}"/>
              </a:ext>
            </a:extLst>
          </p:cNvPr>
          <p:cNvSpPr>
            <a:spLocks xmlns:a="http://schemas.openxmlformats.org/drawingml/2006/main" noGrp="1"/>
          </p:cNvSpPr>
          <p:nvPr/>
        </p:nvSpPr>
        <p:spPr>
          <a:xfrm xmlns:a="http://schemas.openxmlformats.org/drawingml/2006/main">
            <a:off x="812800" y="3812183"/>
            <a:ext cx="593877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dos volcables cada viaje espera </a:t>
            </a:r>
            <a:r>
              <a:rPr sz="1300" b="1">
                <a:solidFill>
                  <a:srgbClr val="4A5D52"/>
                </a:solidFill>
                <a:latin typeface="IBM Plex Sans"/>
                <a:ea typeface="IBM Plex Sans"/>
                <a:cs typeface="IBM Plex Sans"/>
              </a:rPr>
              <a:t>38 min menos</a:t>
            </a:r>
            <a:r>
              <a:rPr sz="1300">
                <a:solidFill>
                  <a:srgbClr val="4A5D52"/>
                </a:solidFill>
                <a:latin typeface="IBM Plex Sans"/>
                <a:ea typeface="IBM Plex Sans"/>
                <a:cs typeface="IBM Plex Sans"/>
              </a:rPr>
              <a:t> en el puerto. Esta semana se descargó casi todo por la V4: abrir la V3 es el primer paso para bajar la espera.</a:t>
            </a:r>
            <a:endParaRPr sz="1300"/>
          </a:p>
        </p:txBody>
      </p:sp>
      <p:sp>
        <p:nvSpPr>
          <p:cNvPr id="18" name="Text 16">
            <a:extLst xmlns:a="http://schemas.openxmlformats.org/drawingml/2006/main">
              <a:ext uri="{FF2B5EF4-FFF2-40B4-BE49-F238E27FC236}">
                <a16:creationId xmlns:a16="http://schemas.microsoft.com/office/drawing/2014/main" id="{2CF62CDA-AEB1-482F-9E41-35ADAD1EAF05}"/>
              </a:ext>
            </a:extLst>
          </p:cNvPr>
          <p:cNvSpPr>
            <a:spLocks xmlns:a="http://schemas.openxmlformats.org/drawingml/2006/main" noGrp="1"/>
          </p:cNvSpPr>
          <p:nvPr/>
        </p:nvSpPr>
        <p:spPr>
          <a:xfrm xmlns:a="http://schemas.openxmlformats.org/drawingml/2006/main">
            <a:off x="6934200" y="1701701"/>
            <a:ext cx="5257800" cy="35569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81"/>
              </a:lnSpc>
              <a:buNone/>
            </a:pPr>
            <a:r>
              <a:rPr sz="986">
                <a:solidFill>
                  <a:srgbClr val="4A5D52"/>
                </a:solidFill>
                <a:latin typeface="IBM Plex Sans"/>
                <a:ea typeface="IBM Plex Sans"/>
                <a:cs typeface="IBM Plex Sans"/>
              </a:rPr>
              <a:t>Propuesta al camionero: flete de $ 6.000 a $ 5.000 por tonelada (30 t por viaje)</a:t>
            </a:r>
            <a:endParaRPr sz="986"/>
          </a:p>
        </p:txBody>
      </p:sp>
      <p:sp>
        <p:nvSpPr>
          <p:cNvPr id="19" name="Text 17">
            <a:extLst xmlns:a="http://schemas.openxmlformats.org/drawingml/2006/main">
              <a:ext uri="{FF2B5EF4-FFF2-40B4-BE49-F238E27FC236}">
                <a16:creationId xmlns:a16="http://schemas.microsoft.com/office/drawing/2014/main" id="{6C721FAE-7289-4D8D-88B0-9856E837929A}"/>
              </a:ext>
            </a:extLst>
          </p:cNvPr>
          <p:cNvSpPr>
            <a:spLocks xmlns:a="http://schemas.openxmlformats.org/drawingml/2006/main" noGrp="1"/>
          </p:cNvSpPr>
          <p:nvPr/>
        </p:nvSpPr>
        <p:spPr>
          <a:xfrm xmlns:a="http://schemas.openxmlformats.org/drawingml/2006/main">
            <a:off x="9042400" y="2108200"/>
            <a:ext cx="1130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20" name="Text 18">
            <a:extLst xmlns:a="http://schemas.openxmlformats.org/drawingml/2006/main">
              <a:ext uri="{FF2B5EF4-FFF2-40B4-BE49-F238E27FC236}">
                <a16:creationId xmlns:a16="http://schemas.microsoft.com/office/drawing/2014/main" id="{A9C0BA0E-D86D-40A9-8227-D2482837B785}"/>
              </a:ext>
            </a:extLst>
          </p:cNvPr>
          <p:cNvSpPr>
            <a:spLocks xmlns:a="http://schemas.openxmlformats.org/drawingml/2006/main" noGrp="1"/>
          </p:cNvSpPr>
          <p:nvPr/>
        </p:nvSpPr>
        <p:spPr>
          <a:xfrm xmlns:a="http://schemas.openxmlformats.org/drawingml/2006/main">
            <a:off x="10121900" y="2108200"/>
            <a:ext cx="1257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21" name="Shape 19">
            <a:extLst xmlns:a="http://schemas.openxmlformats.org/drawingml/2006/main">
              <a:ext uri="{FF2B5EF4-FFF2-40B4-BE49-F238E27FC236}">
                <a16:creationId xmlns:a16="http://schemas.microsoft.com/office/drawing/2014/main" id="{95E2AD74-E007-4BFA-95FE-353362CD8E1D}"/>
              </a:ext>
            </a:extLst>
          </p:cNvPr>
          <p:cNvSpPr>
            <a:spLocks xmlns:a="http://schemas.openxmlformats.org/drawingml/2006/main" noGrp="1"/>
          </p:cNvSpPr>
          <p:nvPr/>
        </p:nvSpPr>
        <p:spPr>
          <a:xfrm xmlns:a="http://schemas.openxmlformats.org/drawingml/2006/main">
            <a:off x="6934200" y="237807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6C005223-4E21-485B-8AE5-3E7DAC28A852}"/>
              </a:ext>
            </a:extLst>
          </p:cNvPr>
          <p:cNvSpPr>
            <a:spLocks xmlns:a="http://schemas.openxmlformats.org/drawingml/2006/main" noGrp="1"/>
          </p:cNvSpPr>
          <p:nvPr/>
        </p:nvSpPr>
        <p:spPr>
          <a:xfrm xmlns:a="http://schemas.openxmlformats.org/drawingml/2006/main">
            <a:off x="6934200" y="238174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Tarifa por viaje</a:t>
            </a:r>
            <a:endParaRPr sz="1300"/>
          </a:p>
        </p:txBody>
      </p:sp>
      <p:sp>
        <p:nvSpPr>
          <p:cNvPr id="23" name="Text 21">
            <a:extLst xmlns:a="http://schemas.openxmlformats.org/drawingml/2006/main">
              <a:ext uri="{FF2B5EF4-FFF2-40B4-BE49-F238E27FC236}">
                <a16:creationId xmlns:a16="http://schemas.microsoft.com/office/drawing/2014/main" id="{F79CD37C-E61D-403C-84A2-387C34687B78}"/>
              </a:ext>
            </a:extLst>
          </p:cNvPr>
          <p:cNvSpPr>
            <a:spLocks xmlns:a="http://schemas.openxmlformats.org/drawingml/2006/main" noGrp="1"/>
          </p:cNvSpPr>
          <p:nvPr/>
        </p:nvSpPr>
        <p:spPr>
          <a:xfrm xmlns:a="http://schemas.openxmlformats.org/drawingml/2006/main">
            <a:off x="6934200" y="2625527"/>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$ 6.000 → $ 5.000 por tonelada · −17 %</a:t>
            </a:r>
            <a:endParaRPr sz="1200"/>
          </a:p>
        </p:txBody>
      </p:sp>
      <p:sp>
        <p:nvSpPr>
          <p:cNvPr id="24" name="Text 22">
            <a:extLst xmlns:a="http://schemas.openxmlformats.org/drawingml/2006/main">
              <a:ext uri="{FF2B5EF4-FFF2-40B4-BE49-F238E27FC236}">
                <a16:creationId xmlns:a16="http://schemas.microsoft.com/office/drawing/2014/main" id="{72AEC53E-52CF-48DA-8B93-E9F44DBCB59F}"/>
              </a:ext>
            </a:extLst>
          </p:cNvPr>
          <p:cNvSpPr>
            <a:spLocks xmlns:a="http://schemas.openxmlformats.org/drawingml/2006/main" noGrp="1"/>
          </p:cNvSpPr>
          <p:nvPr/>
        </p:nvSpPr>
        <p:spPr>
          <a:xfrm xmlns:a="http://schemas.openxmlformats.org/drawingml/2006/main">
            <a:off x="9042400" y="258355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$ 180.000</a:t>
            </a:r>
            <a:endParaRPr sz="1500"/>
          </a:p>
        </p:txBody>
      </p:sp>
      <p:sp>
        <p:nvSpPr>
          <p:cNvPr id="25" name="Text 23">
            <a:extLst xmlns:a="http://schemas.openxmlformats.org/drawingml/2006/main">
              <a:ext uri="{FF2B5EF4-FFF2-40B4-BE49-F238E27FC236}">
                <a16:creationId xmlns:a16="http://schemas.microsoft.com/office/drawing/2014/main" id="{BDA90DE6-9611-4E95-9843-02BA83D0324F}"/>
              </a:ext>
            </a:extLst>
          </p:cNvPr>
          <p:cNvSpPr>
            <a:spLocks xmlns:a="http://schemas.openxmlformats.org/drawingml/2006/main" noGrp="1"/>
          </p:cNvSpPr>
          <p:nvPr/>
        </p:nvSpPr>
        <p:spPr>
          <a:xfrm xmlns:a="http://schemas.openxmlformats.org/drawingml/2006/main">
            <a:off x="10121900" y="258355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$ 150.000</a:t>
            </a:r>
            <a:endParaRPr sz="1500"/>
          </a:p>
        </p:txBody>
      </p:sp>
      <p:sp>
        <p:nvSpPr>
          <p:cNvPr id="26" name="Shape 24">
            <a:extLst xmlns:a="http://schemas.openxmlformats.org/drawingml/2006/main">
              <a:ext uri="{FF2B5EF4-FFF2-40B4-BE49-F238E27FC236}">
                <a16:creationId xmlns:a16="http://schemas.microsoft.com/office/drawing/2014/main" id="{A4F7E7CE-DB76-42AB-BCFA-AEB1BB7B38FE}"/>
              </a:ext>
            </a:extLst>
          </p:cNvPr>
          <p:cNvSpPr>
            <a:spLocks xmlns:a="http://schemas.openxmlformats.org/drawingml/2006/main" noGrp="1"/>
          </p:cNvSpPr>
          <p:nvPr/>
        </p:nvSpPr>
        <p:spPr>
          <a:xfrm xmlns:a="http://schemas.openxmlformats.org/drawingml/2006/main">
            <a:off x="6934200" y="313193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7" name="Text 25">
            <a:extLst xmlns:a="http://schemas.openxmlformats.org/drawingml/2006/main">
              <a:ext uri="{FF2B5EF4-FFF2-40B4-BE49-F238E27FC236}">
                <a16:creationId xmlns:a16="http://schemas.microsoft.com/office/drawing/2014/main" id="{16C1F214-F213-4626-93A3-D0F4650A978E}"/>
              </a:ext>
            </a:extLst>
          </p:cNvPr>
          <p:cNvSpPr>
            <a:spLocks xmlns:a="http://schemas.openxmlformats.org/drawingml/2006/main" noGrp="1"/>
          </p:cNvSpPr>
          <p:nvPr/>
        </p:nvSpPr>
        <p:spPr>
          <a:xfrm xmlns:a="http://schemas.openxmlformats.org/drawingml/2006/main">
            <a:off x="6934200" y="3133626"/>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Ingreso del camionero por día</a:t>
            </a:r>
            <a:endParaRPr sz="1300"/>
          </a:p>
        </p:txBody>
      </p:sp>
      <p:sp>
        <p:nvSpPr>
          <p:cNvPr id="28" name="Text 26">
            <a:extLst xmlns:a="http://schemas.openxmlformats.org/drawingml/2006/main">
              <a:ext uri="{FF2B5EF4-FFF2-40B4-BE49-F238E27FC236}">
                <a16:creationId xmlns:a16="http://schemas.microsoft.com/office/drawing/2014/main" id="{F70BFDC4-A383-46DF-9032-B6D4AC8EE818}"/>
              </a:ext>
            </a:extLst>
          </p:cNvPr>
          <p:cNvSpPr>
            <a:spLocks xmlns:a="http://schemas.openxmlformats.org/drawingml/2006/main" noGrp="1"/>
          </p:cNvSpPr>
          <p:nvPr/>
        </p:nvSpPr>
        <p:spPr>
          <a:xfrm xmlns:a="http://schemas.openxmlformats.org/drawingml/2006/main">
            <a:off x="6934200" y="3608487"/>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 → 3 viajes · +25 %</a:t>
            </a:r>
            <a:endParaRPr sz="1200"/>
          </a:p>
        </p:txBody>
      </p:sp>
      <p:sp>
        <p:nvSpPr>
          <p:cNvPr id="29" name="Text 27">
            <a:extLst xmlns:a="http://schemas.openxmlformats.org/drawingml/2006/main">
              <a:ext uri="{FF2B5EF4-FFF2-40B4-BE49-F238E27FC236}">
                <a16:creationId xmlns:a16="http://schemas.microsoft.com/office/drawing/2014/main" id="{73FB7BD2-7E67-4E6A-8809-943FE8A76C64}"/>
              </a:ext>
            </a:extLst>
          </p:cNvPr>
          <p:cNvSpPr>
            <a:spLocks xmlns:a="http://schemas.openxmlformats.org/drawingml/2006/main" noGrp="1"/>
          </p:cNvSpPr>
          <p:nvPr/>
        </p:nvSpPr>
        <p:spPr>
          <a:xfrm xmlns:a="http://schemas.openxmlformats.org/drawingml/2006/main">
            <a:off x="9042400" y="334426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$ 360.000</a:t>
            </a:r>
            <a:endParaRPr sz="1500"/>
          </a:p>
        </p:txBody>
      </p:sp>
      <p:sp>
        <p:nvSpPr>
          <p:cNvPr id="30" name="Text 28">
            <a:extLst xmlns:a="http://schemas.openxmlformats.org/drawingml/2006/main">
              <a:ext uri="{FF2B5EF4-FFF2-40B4-BE49-F238E27FC236}">
                <a16:creationId xmlns:a16="http://schemas.microsoft.com/office/drawing/2014/main" id="{981BC25C-08CC-48B3-A08E-EB10EB13D0EB}"/>
              </a:ext>
            </a:extLst>
          </p:cNvPr>
          <p:cNvSpPr>
            <a:spLocks xmlns:a="http://schemas.openxmlformats.org/drawingml/2006/main" noGrp="1"/>
          </p:cNvSpPr>
          <p:nvPr/>
        </p:nvSpPr>
        <p:spPr>
          <a:xfrm xmlns:a="http://schemas.openxmlformats.org/drawingml/2006/main">
            <a:off x="10121900" y="334426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$ 450.000</a:t>
            </a:r>
            <a:endParaRPr sz="1500"/>
          </a:p>
        </p:txBody>
      </p:sp>
      <p:sp>
        <p:nvSpPr>
          <p:cNvPr id="31" name="Shape 29">
            <a:extLst xmlns:a="http://schemas.openxmlformats.org/drawingml/2006/main">
              <a:ext uri="{FF2B5EF4-FFF2-40B4-BE49-F238E27FC236}">
                <a16:creationId xmlns:a16="http://schemas.microsoft.com/office/drawing/2014/main" id="{A8A04849-E549-4054-AAC6-4DF1EF76D396}"/>
              </a:ext>
            </a:extLst>
          </p:cNvPr>
          <p:cNvSpPr>
            <a:spLocks xmlns:a="http://schemas.openxmlformats.org/drawingml/2006/main" noGrp="1"/>
          </p:cNvSpPr>
          <p:nvPr/>
        </p:nvSpPr>
        <p:spPr>
          <a:xfrm xmlns:a="http://schemas.openxmlformats.org/drawingml/2006/main">
            <a:off x="6934200" y="389959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DFC424B3-B72E-4366-BA33-C3D6687CAB50}"/>
              </a:ext>
            </a:extLst>
          </p:cNvPr>
          <p:cNvSpPr>
            <a:spLocks xmlns:a="http://schemas.openxmlformats.org/drawingml/2006/main" noGrp="1"/>
          </p:cNvSpPr>
          <p:nvPr/>
        </p:nvSpPr>
        <p:spPr>
          <a:xfrm xmlns:a="http://schemas.openxmlformats.org/drawingml/2006/main">
            <a:off x="6934200" y="392737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este operativo</a:t>
            </a:r>
            <a:endParaRPr sz="1300"/>
          </a:p>
        </p:txBody>
      </p:sp>
      <p:sp>
        <p:nvSpPr>
          <p:cNvPr id="33" name="Text 31">
            <a:extLst xmlns:a="http://schemas.openxmlformats.org/drawingml/2006/main">
              <a:ext uri="{FF2B5EF4-FFF2-40B4-BE49-F238E27FC236}">
                <a16:creationId xmlns:a16="http://schemas.microsoft.com/office/drawing/2014/main" id="{A9C09242-04E4-42A4-B414-E8AFB1A9AE1D}"/>
              </a:ext>
            </a:extLst>
          </p:cNvPr>
          <p:cNvSpPr>
            <a:spLocks xmlns:a="http://schemas.openxmlformats.org/drawingml/2006/main" noGrp="1"/>
          </p:cNvSpPr>
          <p:nvPr/>
        </p:nvSpPr>
        <p:spPr>
          <a:xfrm xmlns:a="http://schemas.openxmlformats.org/drawingml/2006/main">
            <a:off x="6934200" y="417115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307 viajes · ahorro $ 9,2 M</a:t>
            </a:r>
            <a:endParaRPr sz="1200"/>
          </a:p>
        </p:txBody>
      </p:sp>
      <p:sp>
        <p:nvSpPr>
          <p:cNvPr id="34" name="Text 32">
            <a:extLst xmlns:a="http://schemas.openxmlformats.org/drawingml/2006/main">
              <a:ext uri="{FF2B5EF4-FFF2-40B4-BE49-F238E27FC236}">
                <a16:creationId xmlns:a16="http://schemas.microsoft.com/office/drawing/2014/main" id="{D4E1071A-977D-49FE-B144-C126515B7A78}"/>
              </a:ext>
            </a:extLst>
          </p:cNvPr>
          <p:cNvSpPr>
            <a:spLocks xmlns:a="http://schemas.openxmlformats.org/drawingml/2006/main" noGrp="1"/>
          </p:cNvSpPr>
          <p:nvPr/>
        </p:nvSpPr>
        <p:spPr>
          <a:xfrm xmlns:a="http://schemas.openxmlformats.org/drawingml/2006/main">
            <a:off x="9042400" y="402252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$ 55,3 M</a:t>
            </a:r>
            <a:endParaRPr sz="1500"/>
          </a:p>
        </p:txBody>
      </p:sp>
      <p:sp>
        <p:nvSpPr>
          <p:cNvPr id="35" name="Text 33">
            <a:extLst xmlns:a="http://schemas.openxmlformats.org/drawingml/2006/main">
              <a:ext uri="{FF2B5EF4-FFF2-40B4-BE49-F238E27FC236}">
                <a16:creationId xmlns:a16="http://schemas.microsoft.com/office/drawing/2014/main" id="{FF023E0D-7D0F-44EB-BC4D-75B82D7CC1A8}"/>
              </a:ext>
            </a:extLst>
          </p:cNvPr>
          <p:cNvSpPr>
            <a:spLocks xmlns:a="http://schemas.openxmlformats.org/drawingml/2006/main" noGrp="1"/>
          </p:cNvSpPr>
          <p:nvPr/>
        </p:nvSpPr>
        <p:spPr>
          <a:xfrm xmlns:a="http://schemas.openxmlformats.org/drawingml/2006/main">
            <a:off x="10121900" y="402252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$ 46,0 M</a:t>
            </a:r>
            <a:endParaRPr sz="1500"/>
          </a:p>
        </p:txBody>
      </p:sp>
      <p:sp>
        <p:nvSpPr>
          <p:cNvPr id="36" name="Shape 34">
            <a:extLst xmlns:a="http://schemas.openxmlformats.org/drawingml/2006/main">
              <a:ext uri="{FF2B5EF4-FFF2-40B4-BE49-F238E27FC236}">
                <a16:creationId xmlns:a16="http://schemas.microsoft.com/office/drawing/2014/main" id="{5E1A5265-0EEC-46B7-A178-348CFFA48FA4}"/>
              </a:ext>
            </a:extLst>
          </p:cNvPr>
          <p:cNvSpPr>
            <a:spLocks xmlns:a="http://schemas.openxmlformats.org/drawingml/2006/main" noGrp="1"/>
          </p:cNvSpPr>
          <p:nvPr/>
        </p:nvSpPr>
        <p:spPr>
          <a:xfrm xmlns:a="http://schemas.openxmlformats.org/drawingml/2006/main">
            <a:off x="6934200" y="448835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7" name="Text 35">
            <a:extLst xmlns:a="http://schemas.openxmlformats.org/drawingml/2006/main">
              <a:ext uri="{FF2B5EF4-FFF2-40B4-BE49-F238E27FC236}">
                <a16:creationId xmlns:a16="http://schemas.microsoft.com/office/drawing/2014/main" id="{B1EB65F1-87BE-4AC2-AD89-AE19E63DD345}"/>
              </a:ext>
            </a:extLst>
          </p:cNvPr>
          <p:cNvSpPr>
            <a:spLocks xmlns:a="http://schemas.openxmlformats.org/drawingml/2006/main" noGrp="1"/>
          </p:cNvSpPr>
          <p:nvPr/>
        </p:nvSpPr>
        <p:spPr>
          <a:xfrm xmlns:a="http://schemas.openxmlformats.org/drawingml/2006/main">
            <a:off x="6934200" y="4490045"/>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los operativos desde junio</a:t>
            </a:r>
            <a:endParaRPr sz="1300"/>
          </a:p>
        </p:txBody>
      </p:sp>
      <p:sp>
        <p:nvSpPr>
          <p:cNvPr id="38" name="Text 36">
            <a:extLst xmlns:a="http://schemas.openxmlformats.org/drawingml/2006/main">
              <a:ext uri="{FF2B5EF4-FFF2-40B4-BE49-F238E27FC236}">
                <a16:creationId xmlns:a16="http://schemas.microsoft.com/office/drawing/2014/main" id="{EF448DEB-7B64-48A6-A28D-0B6425E064FA}"/>
              </a:ext>
            </a:extLst>
          </p:cNvPr>
          <p:cNvSpPr>
            <a:spLocks xmlns:a="http://schemas.openxmlformats.org/drawingml/2006/main" noGrp="1"/>
          </p:cNvSpPr>
          <p:nvPr/>
        </p:nvSpPr>
        <p:spPr>
          <a:xfrm xmlns:a="http://schemas.openxmlformats.org/drawingml/2006/main">
            <a:off x="6934200" y="496490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3.239 viajes · ahorro $ 97,2 M</a:t>
            </a:r>
            <a:endParaRPr sz="1200"/>
          </a:p>
        </p:txBody>
      </p:sp>
      <p:sp>
        <p:nvSpPr>
          <p:cNvPr id="39" name="Text 37">
            <a:extLst xmlns:a="http://schemas.openxmlformats.org/drawingml/2006/main">
              <a:ext uri="{FF2B5EF4-FFF2-40B4-BE49-F238E27FC236}">
                <a16:creationId xmlns:a16="http://schemas.microsoft.com/office/drawing/2014/main" id="{F02D7736-792F-4BA5-B743-611D08365899}"/>
              </a:ext>
            </a:extLst>
          </p:cNvPr>
          <p:cNvSpPr>
            <a:spLocks xmlns:a="http://schemas.openxmlformats.org/drawingml/2006/main" noGrp="1"/>
          </p:cNvSpPr>
          <p:nvPr/>
        </p:nvSpPr>
        <p:spPr>
          <a:xfrm xmlns:a="http://schemas.openxmlformats.org/drawingml/2006/main">
            <a:off x="9042400" y="470068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$ 583,0 M</a:t>
            </a:r>
            <a:endParaRPr sz="1500"/>
          </a:p>
        </p:txBody>
      </p:sp>
      <p:sp>
        <p:nvSpPr>
          <p:cNvPr id="40" name="Text 38">
            <a:extLst xmlns:a="http://schemas.openxmlformats.org/drawingml/2006/main">
              <a:ext uri="{FF2B5EF4-FFF2-40B4-BE49-F238E27FC236}">
                <a16:creationId xmlns:a16="http://schemas.microsoft.com/office/drawing/2014/main" id="{BCC0E159-7993-432D-BBC8-064FE584EDD3}"/>
              </a:ext>
            </a:extLst>
          </p:cNvPr>
          <p:cNvSpPr>
            <a:spLocks xmlns:a="http://schemas.openxmlformats.org/drawingml/2006/main" noGrp="1"/>
          </p:cNvSpPr>
          <p:nvPr/>
        </p:nvSpPr>
        <p:spPr>
          <a:xfrm xmlns:a="http://schemas.openxmlformats.org/drawingml/2006/main">
            <a:off x="10121900" y="470068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$ 485,9 M</a:t>
            </a:r>
            <a:endParaRPr sz="1500"/>
          </a:p>
        </p:txBody>
      </p:sp>
      <p:sp>
        <p:nvSpPr>
          <p:cNvPr id="41" name="Shape 39">
            <a:extLst xmlns:a="http://schemas.openxmlformats.org/drawingml/2006/main">
              <a:ext uri="{FF2B5EF4-FFF2-40B4-BE49-F238E27FC236}">
                <a16:creationId xmlns:a16="http://schemas.microsoft.com/office/drawing/2014/main" id="{BD48EB17-9263-47EB-8950-BD979AD4360A}"/>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2" name="Text 40">
            <a:extLst xmlns:a="http://schemas.openxmlformats.org/drawingml/2006/main">
              <a:ext uri="{FF2B5EF4-FFF2-40B4-BE49-F238E27FC236}">
                <a16:creationId xmlns:a16="http://schemas.microsoft.com/office/drawing/2014/main" id="{883FCB3B-5D8A-46F7-B591-EA9DED4482C7}"/>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Pagando $ 150.000 por viaje en lugar de $ 180.000, este operativo habría costado $ 9,2 M menos, y el camionero cobraría $ 450.000 por día en lugar de $ 360.000. Vale probarlo en el próximo operativo.</a:t>
            </a:r>
            <a:endParaRPr sz="13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43e2c0b07d46441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AD18E9C5-FC63-4B94-81C6-7EB87D60A61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19</a:t>
            </a:r>
            <a:endParaRPr sz="1200"/>
          </a:p>
        </p:txBody>
      </p:sp>
      <p:pic>
        <p:nvPicPr>
          <p:cNvPr id="90" name="Image 1"/>
          <p:cNvPicPr>
            <a:picLocks xmlns:a="http://schemas.openxmlformats.org/drawingml/2006/main" noChangeAspect="1"/>
          </p:cNvPicPr>
          <p:nvPr/>
        </p:nvPicPr>
        <p:blipFill>
          <a:blip xmlns:r="http://schemas.openxmlformats.org/officeDocument/2006/relationships" xmlns:a="http://schemas.openxmlformats.org/drawingml/2006/main" r:embed="R80259300ad704ca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00834477"/>
      </p:ext>
    </p:extLst>
  </p:cSld>
</p:sld>
</file>

<file path=ppt/slides/slide20.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DB7444-693B-44D9-BEE0-9BCDB6D4738F}"/>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B9A8E0"/>
                </a:solidFill>
                <a:latin typeface="IBM Plex Sans"/>
                <a:ea typeface="IBM Plex Sans"/>
                <a:cs typeface="IBM Plex Sans"/>
              </a:rPr>
              <a:t>03</a:t>
            </a:r>
            <a:endParaRPr sz="8000"/>
          </a:p>
        </p:txBody>
      </p:sp>
      <p:sp>
        <p:nvSpPr>
          <p:cNvPr id="3" name="Text 1">
            <a:extLst xmlns:a="http://schemas.openxmlformats.org/drawingml/2006/main">
              <a:ext uri="{FF2B5EF4-FFF2-40B4-BE49-F238E27FC236}">
                <a16:creationId xmlns:a16="http://schemas.microsoft.com/office/drawing/2014/main" id="{EA398A93-5BEF-4A56-874E-DA07F3F09D74}"/>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Girasol</a:t>
            </a:r>
            <a:endParaRPr sz="6000"/>
          </a:p>
        </p:txBody>
      </p:sp>
      <p:sp>
        <p:nvSpPr>
          <p:cNvPr id="4" name="Text 2">
            <a:extLst xmlns:a="http://schemas.openxmlformats.org/drawingml/2006/main">
              <a:ext uri="{FF2B5EF4-FFF2-40B4-BE49-F238E27FC236}">
                <a16:creationId xmlns:a16="http://schemas.microsoft.com/office/drawing/2014/main" id="{0ADAA359-367C-4DE8-9F47-DEFC228DD6F8}"/>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Circuitos R5 y R6: recepción en las volcables 1 y 2 de Ricardone.</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52a7fbe9bb4540e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5532AFF-6C01-4D66-972B-E3254393CB2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20</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8772ae9e938f49a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17280364"/>
      </p:ext>
    </p:extLst>
  </p:cSld>
</p:sld>
</file>

<file path=ppt/slides/slide2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E89919-B7B4-4B38-9170-30ADC3B9ED9D}"/>
              </a:ext>
            </a:extLst>
          </p:cNvPr>
          <p:cNvSpPr>
            <a:spLocks xmlns:a="http://schemas.openxmlformats.org/drawingml/2006/main" noGrp="1"/>
          </p:cNvSpPr>
          <p:nvPr/>
        </p:nvSpPr>
        <p:spPr>
          <a:xfrm xmlns:a="http://schemas.openxmlformats.org/drawingml/2006/main">
            <a:off x="812800" y="692249"/>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68B24EA9-9681-479A-9D84-6891D3B969C4}"/>
              </a:ext>
            </a:extLst>
          </p:cNvPr>
          <p:cNvSpPr>
            <a:spLocks xmlns:a="http://schemas.openxmlformats.org/drawingml/2006/main" noGrp="1"/>
          </p:cNvSpPr>
          <p:nvPr>
            <p:ph type="title" idx="0"/>
          </p:nvPr>
        </p:nvSpPr>
        <p:spPr>
          <a:xfrm xmlns:a="http://schemas.openxmlformats.org/drawingml/2006/main">
            <a:off x="812800" y="1064419"/>
            <a:ext cx="10883392" cy="4137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69"/>
              </a:lnSpc>
              <a:buNone/>
            </a:pPr>
            <a:r>
              <a:rPr sz="2790" b="1" i="0">
                <a:solidFill>
                  <a:srgbClr val="14281E"/>
                </a:solidFill>
                <a:latin typeface="IBM Plex Sans"/>
                <a:ea typeface="IBM Plex Sans"/>
                <a:cs typeface="IBM Plex Sans"/>
              </a:rPr>
              <a:t>Girasol: tiempos medios por tramo</a:t>
            </a:r>
            <a:endParaRPr sz="2790"/>
          </a:p>
        </p:txBody>
      </p:sp>
      <p:sp>
        <p:nvSpPr>
          <p:cNvPr id="4" name="Text 2">
            <a:extLst xmlns:a="http://schemas.openxmlformats.org/drawingml/2006/main">
              <a:ext uri="{FF2B5EF4-FFF2-40B4-BE49-F238E27FC236}">
                <a16:creationId xmlns:a16="http://schemas.microsoft.com/office/drawing/2014/main" id="{41B9FB5D-2375-47B3-AEAF-6E53C26814A7}"/>
              </a:ext>
            </a:extLst>
          </p:cNvPr>
          <p:cNvSpPr>
            <a:spLocks xmlns:a="http://schemas.openxmlformats.org/drawingml/2006/main" noGrp="1"/>
          </p:cNvSpPr>
          <p:nvPr/>
        </p:nvSpPr>
        <p:spPr>
          <a:xfrm xmlns:a="http://schemas.openxmlformats.org/drawingml/2006/main">
            <a:off x="812800"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C73B5798-C9F4-471E-9939-57292822680E}"/>
              </a:ext>
            </a:extLst>
          </p:cNvPr>
          <p:cNvSpPr>
            <a:spLocks xmlns:a="http://schemas.openxmlformats.org/drawingml/2006/main" noGrp="1"/>
          </p:cNvSpPr>
          <p:nvPr/>
        </p:nvSpPr>
        <p:spPr>
          <a:xfrm xmlns:a="http://schemas.openxmlformats.org/drawingml/2006/main">
            <a:off x="812800" y="1955602"/>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AD69608C-295A-45E3-AED3-AE200DC0856E}"/>
              </a:ext>
            </a:extLst>
          </p:cNvPr>
          <p:cNvSpPr>
            <a:spLocks xmlns:a="http://schemas.openxmlformats.org/drawingml/2006/main" noGrp="1"/>
          </p:cNvSpPr>
          <p:nvPr/>
        </p:nvSpPr>
        <p:spPr>
          <a:xfrm xmlns:a="http://schemas.openxmlformats.org/drawingml/2006/main">
            <a:off x="812800"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6C659CED-0918-455C-BADF-32C12E0A6D22}"/>
              </a:ext>
            </a:extLst>
          </p:cNvPr>
          <p:cNvSpPr>
            <a:spLocks xmlns:a="http://schemas.openxmlformats.org/drawingml/2006/main" noGrp="1"/>
          </p:cNvSpPr>
          <p:nvPr/>
        </p:nvSpPr>
        <p:spPr>
          <a:xfrm xmlns:a="http://schemas.openxmlformats.org/drawingml/2006/main">
            <a:off x="25865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0B6B6531-4D34-4A1E-9CD5-89A223193D5C}"/>
              </a:ext>
            </a:extLst>
          </p:cNvPr>
          <p:cNvSpPr>
            <a:spLocks xmlns:a="http://schemas.openxmlformats.org/drawingml/2006/main" noGrp="1"/>
          </p:cNvSpPr>
          <p:nvPr/>
        </p:nvSpPr>
        <p:spPr>
          <a:xfrm xmlns:a="http://schemas.openxmlformats.org/drawingml/2006/main">
            <a:off x="2586534" y="1955602"/>
            <a:ext cx="1697534"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43A8E33E-D182-4D41-A788-7F44859E3D06}"/>
              </a:ext>
            </a:extLst>
          </p:cNvPr>
          <p:cNvSpPr>
            <a:spLocks xmlns:a="http://schemas.openxmlformats.org/drawingml/2006/main" noGrp="1"/>
          </p:cNvSpPr>
          <p:nvPr/>
        </p:nvSpPr>
        <p:spPr>
          <a:xfrm xmlns:a="http://schemas.openxmlformats.org/drawingml/2006/main">
            <a:off x="25865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8681439D-3280-411C-A446-A15EAEC6B90E}"/>
              </a:ext>
            </a:extLst>
          </p:cNvPr>
          <p:cNvSpPr>
            <a:spLocks xmlns:a="http://schemas.openxmlformats.org/drawingml/2006/main" noGrp="1"/>
          </p:cNvSpPr>
          <p:nvPr/>
        </p:nvSpPr>
        <p:spPr>
          <a:xfrm xmlns:a="http://schemas.openxmlformats.org/drawingml/2006/main">
            <a:off x="43602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P. Bruto</a:t>
            </a:r>
            <a:endParaRPr sz="1229"/>
          </a:p>
        </p:txBody>
      </p:sp>
      <p:sp>
        <p:nvSpPr>
          <p:cNvPr id="11" name="Shape 9">
            <a:extLst xmlns:a="http://schemas.openxmlformats.org/drawingml/2006/main">
              <a:ext uri="{FF2B5EF4-FFF2-40B4-BE49-F238E27FC236}">
                <a16:creationId xmlns:a16="http://schemas.microsoft.com/office/drawing/2014/main" id="{9FB33981-2E9D-4A45-A670-7B9201D81162}"/>
              </a:ext>
            </a:extLst>
          </p:cNvPr>
          <p:cNvSpPr>
            <a:spLocks xmlns:a="http://schemas.openxmlformats.org/drawingml/2006/main" noGrp="1"/>
          </p:cNvSpPr>
          <p:nvPr/>
        </p:nvSpPr>
        <p:spPr>
          <a:xfrm xmlns:a="http://schemas.openxmlformats.org/drawingml/2006/main">
            <a:off x="4360267" y="1919784"/>
            <a:ext cx="1697633"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78106A8D-F4ED-46E5-A5A5-323E0A8011B0}"/>
              </a:ext>
            </a:extLst>
          </p:cNvPr>
          <p:cNvSpPr>
            <a:spLocks xmlns:a="http://schemas.openxmlformats.org/drawingml/2006/main" noGrp="1"/>
          </p:cNvSpPr>
          <p:nvPr/>
        </p:nvSpPr>
        <p:spPr>
          <a:xfrm xmlns:a="http://schemas.openxmlformats.org/drawingml/2006/main">
            <a:off x="4360267" y="2034084"/>
            <a:ext cx="1773833"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49"/>
              </a:lnSpc>
              <a:buNone/>
            </a:pPr>
            <a:r>
              <a:rPr sz="1148">
                <a:solidFill>
                  <a:srgbClr val="4A5D52"/>
                </a:solidFill>
                <a:latin typeface="IBM Plex Sans"/>
                <a:ea typeface="IBM Plex Sans"/>
                <a:cs typeface="IBM Plex Sans"/>
              </a:rPr>
              <a:t>Calada → Balanza ingreso</a:t>
            </a:r>
            <a:endParaRPr sz="1148"/>
          </a:p>
        </p:txBody>
      </p:sp>
      <p:sp>
        <p:nvSpPr>
          <p:cNvPr id="13" name="Text 11">
            <a:extLst xmlns:a="http://schemas.openxmlformats.org/drawingml/2006/main">
              <a:ext uri="{FF2B5EF4-FFF2-40B4-BE49-F238E27FC236}">
                <a16:creationId xmlns:a16="http://schemas.microsoft.com/office/drawing/2014/main" id="{779CACDA-64DF-4CFF-83D6-46039B91208D}"/>
              </a:ext>
            </a:extLst>
          </p:cNvPr>
          <p:cNvSpPr>
            <a:spLocks xmlns:a="http://schemas.openxmlformats.org/drawingml/2006/main" noGrp="1"/>
          </p:cNvSpPr>
          <p:nvPr/>
        </p:nvSpPr>
        <p:spPr>
          <a:xfrm xmlns:a="http://schemas.openxmlformats.org/drawingml/2006/main">
            <a:off x="6134100" y="1655961"/>
            <a:ext cx="1748460"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Acceso P3</a:t>
            </a:r>
            <a:endParaRPr sz="1229"/>
          </a:p>
        </p:txBody>
      </p:sp>
      <p:sp>
        <p:nvSpPr>
          <p:cNvPr id="14" name="Shape 12">
            <a:extLst xmlns:a="http://schemas.openxmlformats.org/drawingml/2006/main">
              <a:ext uri="{FF2B5EF4-FFF2-40B4-BE49-F238E27FC236}">
                <a16:creationId xmlns:a16="http://schemas.microsoft.com/office/drawing/2014/main" id="{3B115777-2F47-426E-B3F9-3E078A047453}"/>
              </a:ext>
            </a:extLst>
          </p:cNvPr>
          <p:cNvSpPr>
            <a:spLocks xmlns:a="http://schemas.openxmlformats.org/drawingml/2006/main" noGrp="1"/>
          </p:cNvSpPr>
          <p:nvPr/>
        </p:nvSpPr>
        <p:spPr>
          <a:xfrm xmlns:a="http://schemas.openxmlformats.org/drawingml/2006/main">
            <a:off x="6134100" y="1919784"/>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6CF676C7-EB47-4221-964A-19209AC815A4}"/>
              </a:ext>
            </a:extLst>
          </p:cNvPr>
          <p:cNvSpPr>
            <a:spLocks xmlns:a="http://schemas.openxmlformats.org/drawingml/2006/main" noGrp="1"/>
          </p:cNvSpPr>
          <p:nvPr/>
        </p:nvSpPr>
        <p:spPr>
          <a:xfrm xmlns:a="http://schemas.openxmlformats.org/drawingml/2006/main">
            <a:off x="6134100" y="2034084"/>
            <a:ext cx="1773734"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129">
                <a:solidFill>
                  <a:srgbClr val="4A5D52"/>
                </a:solidFill>
                <a:latin typeface="IBM Plex Sans"/>
                <a:ea typeface="IBM Plex Sans"/>
                <a:cs typeface="IBM Plex Sans"/>
              </a:rPr>
              <a:t>Balanza ingreso → Playa 3</a:t>
            </a:r>
            <a:endParaRPr sz="1129"/>
          </a:p>
        </p:txBody>
      </p:sp>
      <p:sp>
        <p:nvSpPr>
          <p:cNvPr id="16" name="Text 14">
            <a:extLst xmlns:a="http://schemas.openxmlformats.org/drawingml/2006/main">
              <a:ext uri="{FF2B5EF4-FFF2-40B4-BE49-F238E27FC236}">
                <a16:creationId xmlns:a16="http://schemas.microsoft.com/office/drawing/2014/main" id="{40CF1C5C-AC22-48B8-9E3F-F04A9DDA7192}"/>
              </a:ext>
            </a:extLst>
          </p:cNvPr>
          <p:cNvSpPr>
            <a:spLocks xmlns:a="http://schemas.openxmlformats.org/drawingml/2006/main" noGrp="1"/>
          </p:cNvSpPr>
          <p:nvPr/>
        </p:nvSpPr>
        <p:spPr>
          <a:xfrm xmlns:a="http://schemas.openxmlformats.org/drawingml/2006/main">
            <a:off x="79078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17" name="Shape 15">
            <a:extLst xmlns:a="http://schemas.openxmlformats.org/drawingml/2006/main">
              <a:ext uri="{FF2B5EF4-FFF2-40B4-BE49-F238E27FC236}">
                <a16:creationId xmlns:a16="http://schemas.microsoft.com/office/drawing/2014/main" id="{3E8496B3-4B1A-4BCE-AF17-F79D4875A7F2}"/>
              </a:ext>
            </a:extLst>
          </p:cNvPr>
          <p:cNvSpPr>
            <a:spLocks xmlns:a="http://schemas.openxmlformats.org/drawingml/2006/main" noGrp="1"/>
          </p:cNvSpPr>
          <p:nvPr/>
        </p:nvSpPr>
        <p:spPr>
          <a:xfrm xmlns:a="http://schemas.openxmlformats.org/drawingml/2006/main">
            <a:off x="7907834" y="1955602"/>
            <a:ext cx="1697534"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BD5A8A23-DF29-4624-9358-095C012C582C}"/>
              </a:ext>
            </a:extLst>
          </p:cNvPr>
          <p:cNvSpPr>
            <a:spLocks xmlns:a="http://schemas.openxmlformats.org/drawingml/2006/main" noGrp="1"/>
          </p:cNvSpPr>
          <p:nvPr/>
        </p:nvSpPr>
        <p:spPr>
          <a:xfrm xmlns:a="http://schemas.openxmlformats.org/drawingml/2006/main">
            <a:off x="79078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Volcable</a:t>
            </a:r>
            <a:endParaRPr sz="1200"/>
          </a:p>
        </p:txBody>
      </p:sp>
      <p:sp>
        <p:nvSpPr>
          <p:cNvPr id="19" name="Text 17">
            <a:extLst xmlns:a="http://schemas.openxmlformats.org/drawingml/2006/main">
              <a:ext uri="{FF2B5EF4-FFF2-40B4-BE49-F238E27FC236}">
                <a16:creationId xmlns:a16="http://schemas.microsoft.com/office/drawing/2014/main" id="{990E049C-0A8B-42BE-9151-14A802C02D4C}"/>
              </a:ext>
            </a:extLst>
          </p:cNvPr>
          <p:cNvSpPr>
            <a:spLocks xmlns:a="http://schemas.openxmlformats.org/drawingml/2006/main" noGrp="1"/>
          </p:cNvSpPr>
          <p:nvPr/>
        </p:nvSpPr>
        <p:spPr>
          <a:xfrm xmlns:a="http://schemas.openxmlformats.org/drawingml/2006/main">
            <a:off x="96815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Tara</a:t>
            </a:r>
            <a:endParaRPr sz="1229"/>
          </a:p>
        </p:txBody>
      </p:sp>
      <p:sp>
        <p:nvSpPr>
          <p:cNvPr id="20" name="Shape 18">
            <a:extLst xmlns:a="http://schemas.openxmlformats.org/drawingml/2006/main">
              <a:ext uri="{FF2B5EF4-FFF2-40B4-BE49-F238E27FC236}">
                <a16:creationId xmlns:a16="http://schemas.microsoft.com/office/drawing/2014/main" id="{21513B65-A683-4978-A116-3EB14CC080CC}"/>
              </a:ext>
            </a:extLst>
          </p:cNvPr>
          <p:cNvSpPr>
            <a:spLocks xmlns:a="http://schemas.openxmlformats.org/drawingml/2006/main" noGrp="1"/>
          </p:cNvSpPr>
          <p:nvPr/>
        </p:nvSpPr>
        <p:spPr>
          <a:xfrm xmlns:a="http://schemas.openxmlformats.org/drawingml/2006/main">
            <a:off x="9681567" y="1919784"/>
            <a:ext cx="1697633"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5BE98E11-FCA6-4A09-8BDE-315C5C3C4253}"/>
              </a:ext>
            </a:extLst>
          </p:cNvPr>
          <p:cNvSpPr>
            <a:spLocks xmlns:a="http://schemas.openxmlformats.org/drawingml/2006/main" noGrp="1"/>
          </p:cNvSpPr>
          <p:nvPr/>
        </p:nvSpPr>
        <p:spPr>
          <a:xfrm xmlns:a="http://schemas.openxmlformats.org/drawingml/2006/main">
            <a:off x="9681567" y="2034084"/>
            <a:ext cx="2037159"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Volcable → Balanza egreso</a:t>
            </a:r>
            <a:endParaRPr sz="1099"/>
          </a:p>
        </p:txBody>
      </p:sp>
      <p:sp>
        <p:nvSpPr>
          <p:cNvPr id="22" name="Text 20">
            <a:extLst xmlns:a="http://schemas.openxmlformats.org/drawingml/2006/main">
              <a:ext uri="{FF2B5EF4-FFF2-40B4-BE49-F238E27FC236}">
                <a16:creationId xmlns:a16="http://schemas.microsoft.com/office/drawing/2014/main" id="{0147DC0B-7AA1-4ED6-AE5D-BF6889991D66}"/>
              </a:ext>
            </a:extLst>
          </p:cNvPr>
          <p:cNvSpPr>
            <a:spLocks xmlns:a="http://schemas.openxmlformats.org/drawingml/2006/main" noGrp="1"/>
          </p:cNvSpPr>
          <p:nvPr/>
        </p:nvSpPr>
        <p:spPr>
          <a:xfrm xmlns:a="http://schemas.openxmlformats.org/drawingml/2006/main">
            <a:off x="787400" y="2589312"/>
            <a:ext cx="1143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3</a:t>
            </a:r>
            <a:endParaRPr sz="1800"/>
          </a:p>
        </p:txBody>
      </p:sp>
      <p:sp>
        <p:nvSpPr>
          <p:cNvPr id="23" name="Text 21">
            <a:extLst xmlns:a="http://schemas.openxmlformats.org/drawingml/2006/main">
              <a:ext uri="{FF2B5EF4-FFF2-40B4-BE49-F238E27FC236}">
                <a16:creationId xmlns:a16="http://schemas.microsoft.com/office/drawing/2014/main" id="{7A242E2F-7461-41BE-B18A-B9B06D14559E}"/>
              </a:ext>
            </a:extLst>
          </p:cNvPr>
          <p:cNvSpPr>
            <a:spLocks xmlns:a="http://schemas.openxmlformats.org/drawingml/2006/main" noGrp="1"/>
          </p:cNvSpPr>
          <p:nvPr/>
        </p:nvSpPr>
        <p:spPr>
          <a:xfrm xmlns:a="http://schemas.openxmlformats.org/drawingml/2006/main">
            <a:off x="817531" y="2589312"/>
            <a:ext cx="4035488"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177</a:t>
            </a:r>
            <a:endParaRPr sz="1800"/>
          </a:p>
        </p:txBody>
      </p:sp>
      <p:sp>
        <p:nvSpPr>
          <p:cNvPr id="24" name="Text 22">
            <a:extLst xmlns:a="http://schemas.openxmlformats.org/drawingml/2006/main">
              <a:ext uri="{FF2B5EF4-FFF2-40B4-BE49-F238E27FC236}">
                <a16:creationId xmlns:a16="http://schemas.microsoft.com/office/drawing/2014/main" id="{82B7D253-1AA9-4048-85B4-0A817B9864FD}"/>
              </a:ext>
            </a:extLst>
          </p:cNvPr>
          <p:cNvSpPr>
            <a:spLocks xmlns:a="http://schemas.openxmlformats.org/drawingml/2006/main" noGrp="1"/>
          </p:cNvSpPr>
          <p:nvPr/>
        </p:nvSpPr>
        <p:spPr>
          <a:xfrm xmlns:a="http://schemas.openxmlformats.org/drawingml/2006/main">
            <a:off x="4768850" y="2589312"/>
            <a:ext cx="33655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13</a:t>
            </a:r>
            <a:endParaRPr sz="1800"/>
          </a:p>
        </p:txBody>
      </p:sp>
      <p:sp>
        <p:nvSpPr>
          <p:cNvPr id="25" name="Text 23">
            <a:extLst xmlns:a="http://schemas.openxmlformats.org/drawingml/2006/main">
              <a:ext uri="{FF2B5EF4-FFF2-40B4-BE49-F238E27FC236}">
                <a16:creationId xmlns:a16="http://schemas.microsoft.com/office/drawing/2014/main" id="{8FC48010-2ACD-4C03-B106-BBE18F334DBC}"/>
              </a:ext>
            </a:extLst>
          </p:cNvPr>
          <p:cNvSpPr>
            <a:spLocks xmlns:a="http://schemas.openxmlformats.org/drawingml/2006/main" noGrp="1"/>
          </p:cNvSpPr>
          <p:nvPr/>
        </p:nvSpPr>
        <p:spPr>
          <a:xfrm xmlns:a="http://schemas.openxmlformats.org/drawingml/2006/main">
            <a:off x="5054600" y="2589312"/>
            <a:ext cx="3175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6" name="Text 24">
            <a:extLst xmlns:a="http://schemas.openxmlformats.org/drawingml/2006/main">
              <a:ext uri="{FF2B5EF4-FFF2-40B4-BE49-F238E27FC236}">
                <a16:creationId xmlns:a16="http://schemas.microsoft.com/office/drawing/2014/main" id="{D4D4E703-40AF-4DDF-8445-978B9D5FBFD7}"/>
              </a:ext>
            </a:extLst>
          </p:cNvPr>
          <p:cNvSpPr>
            <a:spLocks xmlns:a="http://schemas.openxmlformats.org/drawingml/2006/main" noGrp="1"/>
          </p:cNvSpPr>
          <p:nvPr/>
        </p:nvSpPr>
        <p:spPr>
          <a:xfrm xmlns:a="http://schemas.openxmlformats.org/drawingml/2006/main">
            <a:off x="5263833" y="2589312"/>
            <a:ext cx="569023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249</a:t>
            </a:r>
            <a:endParaRPr sz="1800"/>
          </a:p>
        </p:txBody>
      </p:sp>
      <p:sp>
        <p:nvSpPr>
          <p:cNvPr id="27" name="Text 25">
            <a:extLst xmlns:a="http://schemas.openxmlformats.org/drawingml/2006/main">
              <a:ext uri="{FF2B5EF4-FFF2-40B4-BE49-F238E27FC236}">
                <a16:creationId xmlns:a16="http://schemas.microsoft.com/office/drawing/2014/main" id="{C6FC8786-DF04-48A1-91A6-6A31464B5534}"/>
              </a:ext>
            </a:extLst>
          </p:cNvPr>
          <p:cNvSpPr>
            <a:spLocks xmlns:a="http://schemas.openxmlformats.org/drawingml/2006/main" noGrp="1"/>
          </p:cNvSpPr>
          <p:nvPr/>
        </p:nvSpPr>
        <p:spPr>
          <a:xfrm xmlns:a="http://schemas.openxmlformats.org/drawingml/2006/main">
            <a:off x="10845800" y="2589312"/>
            <a:ext cx="5588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23</a:t>
            </a:r>
            <a:endParaRPr sz="1800"/>
          </a:p>
        </p:txBody>
      </p:sp>
      <p:sp>
        <p:nvSpPr>
          <p:cNvPr id="28" name="Shape 26">
            <a:extLst xmlns:a="http://schemas.openxmlformats.org/drawingml/2006/main">
              <a:ext uri="{FF2B5EF4-FFF2-40B4-BE49-F238E27FC236}">
                <a16:creationId xmlns:a16="http://schemas.microsoft.com/office/drawing/2014/main" id="{3E01B934-F713-41ED-855B-D869B4AF2A21}"/>
              </a:ext>
            </a:extLst>
          </p:cNvPr>
          <p:cNvSpPr>
            <a:spLocks xmlns:a="http://schemas.openxmlformats.org/drawingml/2006/main" noGrp="1"/>
          </p:cNvSpPr>
          <p:nvPr/>
        </p:nvSpPr>
        <p:spPr>
          <a:xfrm xmlns:a="http://schemas.openxmlformats.org/drawingml/2006/main">
            <a:off x="812800" y="2919512"/>
            <a:ext cx="63500" cy="355600"/>
          </a:xfrm>
          <a:custGeom xmlns:a="http://schemas.openxmlformats.org/drawingml/2006/main">
            <a:rect l="l" t="t" r="r" b="b"/>
            <a:pathLst>
              <a:path w="63500" h="355600">
                <a:moveTo>
                  <a:pt x="0" y="50800"/>
                </a:moveTo>
                <a:arcTo wR="50800" hR="50800" stAng="10800000" swAng="5400000"/>
                <a:lnTo>
                  <a:pt x="63500" y="0"/>
                </a:lnTo>
                <a:lnTo>
                  <a:pt x="63500" y="355600"/>
                </a:lnTo>
                <a:lnTo>
                  <a:pt x="0" y="355600"/>
                </a:lnTo>
                <a:close/>
              </a:path>
            </a:pathLst>
          </a:custGeom>
          <a:solidFill xmlns:a="http://schemas.openxmlformats.org/drawingml/2006/main">
            <a:srgbClr val="9CCBAE"/>
          </a:solidFill>
        </p:spPr>
      </p:sp>
      <p:sp>
        <p:nvSpPr>
          <p:cNvPr id="29" name="Shape 27">
            <a:extLst xmlns:a="http://schemas.openxmlformats.org/drawingml/2006/main">
              <a:ext uri="{FF2B5EF4-FFF2-40B4-BE49-F238E27FC236}">
                <a16:creationId xmlns:a16="http://schemas.microsoft.com/office/drawing/2014/main" id="{48F26920-AFA0-40D4-8429-5CCC6C706C95}"/>
              </a:ext>
            </a:extLst>
          </p:cNvPr>
          <p:cNvSpPr>
            <a:spLocks xmlns:a="http://schemas.openxmlformats.org/drawingml/2006/main" noGrp="1"/>
          </p:cNvSpPr>
          <p:nvPr/>
        </p:nvSpPr>
        <p:spPr>
          <a:xfrm xmlns:a="http://schemas.openxmlformats.org/drawingml/2006/main">
            <a:off x="876300" y="2919512"/>
            <a:ext cx="3917950" cy="355600"/>
          </a:xfrm>
          <a:prstGeom xmlns:a="http://schemas.openxmlformats.org/drawingml/2006/main" prst="rect">
            <a:avLst/>
          </a:pr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5E7201DB-5498-44C2-A125-BCB6F99EB25C}"/>
              </a:ext>
            </a:extLst>
          </p:cNvPr>
          <p:cNvSpPr>
            <a:spLocks xmlns:a="http://schemas.openxmlformats.org/drawingml/2006/main" noGrp="1"/>
          </p:cNvSpPr>
          <p:nvPr/>
        </p:nvSpPr>
        <p:spPr>
          <a:xfrm xmlns:a="http://schemas.openxmlformats.org/drawingml/2006/main">
            <a:off x="8858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1" name="Shape 29">
            <a:extLst xmlns:a="http://schemas.openxmlformats.org/drawingml/2006/main">
              <a:ext uri="{FF2B5EF4-FFF2-40B4-BE49-F238E27FC236}">
                <a16:creationId xmlns:a16="http://schemas.microsoft.com/office/drawing/2014/main" id="{3CFB115E-E982-4DB0-882F-75229907D48B}"/>
              </a:ext>
            </a:extLst>
          </p:cNvPr>
          <p:cNvSpPr>
            <a:spLocks xmlns:a="http://schemas.openxmlformats.org/drawingml/2006/main" noGrp="1"/>
          </p:cNvSpPr>
          <p:nvPr/>
        </p:nvSpPr>
        <p:spPr>
          <a:xfrm xmlns:a="http://schemas.openxmlformats.org/drawingml/2006/main">
            <a:off x="4794250" y="2919512"/>
            <a:ext cx="285750" cy="355600"/>
          </a:xfrm>
          <a:prstGeom xmlns:a="http://schemas.openxmlformats.org/drawingml/2006/main" prst="rect">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8C4FA7CE-ABE0-4885-A184-CA72C2D258B1}"/>
              </a:ext>
            </a:extLst>
          </p:cNvPr>
          <p:cNvSpPr>
            <a:spLocks xmlns:a="http://schemas.openxmlformats.org/drawingml/2006/main" noGrp="1"/>
          </p:cNvSpPr>
          <p:nvPr/>
        </p:nvSpPr>
        <p:spPr>
          <a:xfrm xmlns:a="http://schemas.openxmlformats.org/drawingml/2006/main">
            <a:off x="480377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3" name="Shape 31">
            <a:extLst xmlns:a="http://schemas.openxmlformats.org/drawingml/2006/main">
              <a:ext uri="{FF2B5EF4-FFF2-40B4-BE49-F238E27FC236}">
                <a16:creationId xmlns:a16="http://schemas.microsoft.com/office/drawing/2014/main" id="{6716345A-3702-4CC0-B339-BCC836DAF542}"/>
              </a:ext>
            </a:extLst>
          </p:cNvPr>
          <p:cNvSpPr>
            <a:spLocks xmlns:a="http://schemas.openxmlformats.org/drawingml/2006/main" noGrp="1"/>
          </p:cNvSpPr>
          <p:nvPr/>
        </p:nvSpPr>
        <p:spPr>
          <a:xfrm xmlns:a="http://schemas.openxmlformats.org/drawingml/2006/main">
            <a:off x="5080000" y="2919512"/>
            <a:ext cx="266700" cy="355600"/>
          </a:xfrm>
          <a:prstGeom xmlns:a="http://schemas.openxmlformats.org/drawingml/2006/main" prst="rect">
            <a:avLst/>
          </a:prstGeom>
          <a:solidFill xmlns:a="http://schemas.openxmlformats.org/drawingml/2006/main">
            <a:srgbClr val="9CCBAE"/>
          </a:solidFill>
        </p:spPr>
      </p:sp>
      <p:sp>
        <p:nvSpPr>
          <p:cNvPr id="34" name="Shape 32">
            <a:extLst xmlns:a="http://schemas.openxmlformats.org/drawingml/2006/main">
              <a:ext uri="{FF2B5EF4-FFF2-40B4-BE49-F238E27FC236}">
                <a16:creationId xmlns:a16="http://schemas.microsoft.com/office/drawing/2014/main" id="{77A00084-EC9E-40F8-9B42-04322C88B3FA}"/>
              </a:ext>
            </a:extLst>
          </p:cNvPr>
          <p:cNvSpPr>
            <a:spLocks xmlns:a="http://schemas.openxmlformats.org/drawingml/2006/main" noGrp="1"/>
          </p:cNvSpPr>
          <p:nvPr/>
        </p:nvSpPr>
        <p:spPr>
          <a:xfrm xmlns:a="http://schemas.openxmlformats.org/drawingml/2006/main">
            <a:off x="50895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3E9EB48A-042C-4B94-B5FB-155858F96556}"/>
              </a:ext>
            </a:extLst>
          </p:cNvPr>
          <p:cNvSpPr>
            <a:spLocks xmlns:a="http://schemas.openxmlformats.org/drawingml/2006/main" noGrp="1"/>
          </p:cNvSpPr>
          <p:nvPr/>
        </p:nvSpPr>
        <p:spPr>
          <a:xfrm xmlns:a="http://schemas.openxmlformats.org/drawingml/2006/main">
            <a:off x="5346700" y="2919512"/>
            <a:ext cx="5524500" cy="355600"/>
          </a:xfrm>
          <a:prstGeom xmlns:a="http://schemas.openxmlformats.org/drawingml/2006/main" prst="rect">
            <a:avLst/>
          </a:prstGeom>
          <a:solidFill xmlns:a="http://schemas.openxmlformats.org/drawingml/2006/main">
            <a:srgbClr val="2E1B4E"/>
          </a:solidFill>
        </p:spPr>
      </p:sp>
      <p:sp>
        <p:nvSpPr>
          <p:cNvPr id="36" name="Shape 34">
            <a:extLst xmlns:a="http://schemas.openxmlformats.org/drawingml/2006/main">
              <a:ext uri="{FF2B5EF4-FFF2-40B4-BE49-F238E27FC236}">
                <a16:creationId xmlns:a16="http://schemas.microsoft.com/office/drawing/2014/main" id="{00AAB3C2-2260-46F9-A74A-84B120061B4E}"/>
              </a:ext>
            </a:extLst>
          </p:cNvPr>
          <p:cNvSpPr>
            <a:spLocks xmlns:a="http://schemas.openxmlformats.org/drawingml/2006/main" noGrp="1"/>
          </p:cNvSpPr>
          <p:nvPr/>
        </p:nvSpPr>
        <p:spPr>
          <a:xfrm xmlns:a="http://schemas.openxmlformats.org/drawingml/2006/main">
            <a:off x="53562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8B6DF8B1-64D1-4FBD-8427-06D9CE6CFAED}"/>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457200" y="0"/>
                </a:moveTo>
                <a:arcTo wR="50800" hR="50800" stAng="16200000" swAng="5400000"/>
                <a:lnTo>
                  <a:pt x="508000" y="355600"/>
                </a:lnTo>
                <a:lnTo>
                  <a:pt x="0" y="355600"/>
                </a:lnTo>
                <a:lnTo>
                  <a:pt x="0" y="0"/>
                </a:lnTo>
                <a:close/>
              </a:path>
            </a:pathLst>
          </a:custGeom>
          <a:solidFill xmlns:a="http://schemas.openxmlformats.org/drawingml/2006/main">
            <a:srgbClr val="6B55A3"/>
          </a:solidFill>
        </p:spPr>
      </p:sp>
      <p:sp>
        <p:nvSpPr>
          <p:cNvPr id="38" name="Shape 36">
            <a:extLst xmlns:a="http://schemas.openxmlformats.org/drawingml/2006/main">
              <a:ext uri="{FF2B5EF4-FFF2-40B4-BE49-F238E27FC236}">
                <a16:creationId xmlns:a16="http://schemas.microsoft.com/office/drawing/2014/main" id="{D8D5687D-7441-48F7-B75B-05AF2FB0B781}"/>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39" name="Shape 37">
            <a:extLst xmlns:a="http://schemas.openxmlformats.org/drawingml/2006/main">
              <a:ext uri="{FF2B5EF4-FFF2-40B4-BE49-F238E27FC236}">
                <a16:creationId xmlns:a16="http://schemas.microsoft.com/office/drawing/2014/main" id="{F5ACA730-4116-4877-88D6-0D6D64B8CE16}"/>
              </a:ext>
            </a:extLst>
          </p:cNvPr>
          <p:cNvSpPr>
            <a:spLocks xmlns:a="http://schemas.openxmlformats.org/drawingml/2006/main" noGrp="1"/>
          </p:cNvSpPr>
          <p:nvPr/>
        </p:nvSpPr>
        <p:spPr>
          <a:xfrm xmlns:a="http://schemas.openxmlformats.org/drawingml/2006/main">
            <a:off x="812800" y="3293566"/>
            <a:ext cx="10566400" cy="0"/>
          </a:xfrm>
          <a:prstGeom xmlns:a="http://schemas.openxmlformats.org/drawingml/2006/main" prst="line">
            <a:avLst/>
          </a:prstGeom>
          <a:noFill xmlns:a="http://schemas.openxmlformats.org/drawingml/2006/main"/>
          <a:ln xmlns:a="http://schemas.openxmlformats.org/drawingml/2006/main" w="25400">
            <a:solidFill>
              <a:srgbClr val="2E1B4E"/>
            </a:solidFill>
            <a:prstDash val="solid"/>
          </a:ln>
        </p:spPr>
      </p:sp>
      <p:sp>
        <p:nvSpPr>
          <p:cNvPr id="40" name="Text 38">
            <a:extLst xmlns:a="http://schemas.openxmlformats.org/drawingml/2006/main">
              <a:ext uri="{FF2B5EF4-FFF2-40B4-BE49-F238E27FC236}">
                <a16:creationId xmlns:a16="http://schemas.microsoft.com/office/drawing/2014/main" id="{7A516D2E-7762-480A-BB31-7181A49AF2AD}"/>
              </a:ext>
            </a:extLst>
          </p:cNvPr>
          <p:cNvSpPr>
            <a:spLocks xmlns:a="http://schemas.openxmlformats.org/drawingml/2006/main" noGrp="1"/>
          </p:cNvSpPr>
          <p:nvPr/>
        </p:nvSpPr>
        <p:spPr>
          <a:xfrm xmlns:a="http://schemas.openxmlformats.org/drawingml/2006/main">
            <a:off x="654304" y="3369766"/>
            <a:ext cx="10883392" cy="2314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23"/>
              </a:lnSpc>
              <a:buNone/>
            </a:pPr>
            <a:r>
              <a:rPr sz="1159" b="1">
                <a:solidFill>
                  <a:srgbClr val="2E1B4E"/>
                </a:solidFill>
                <a:latin typeface="IBM Plex Sans"/>
                <a:ea typeface="IBM Plex Sans"/>
                <a:cs typeface="IBM Plex Sans"/>
              </a:rPr>
              <a:t>Ricardone · 477 min (7 h 57 m)</a:t>
            </a:r>
            <a:endParaRPr sz="1159"/>
          </a:p>
        </p:txBody>
      </p:sp>
      <p:sp>
        <p:nvSpPr>
          <p:cNvPr id="41" name="Shape 39">
            <a:extLst xmlns:a="http://schemas.openxmlformats.org/drawingml/2006/main">
              <a:ext uri="{FF2B5EF4-FFF2-40B4-BE49-F238E27FC236}">
                <a16:creationId xmlns:a16="http://schemas.microsoft.com/office/drawing/2014/main" id="{D74D1038-5932-4F32-B76B-72DAD8702476}"/>
              </a:ext>
            </a:extLst>
          </p:cNvPr>
          <p:cNvSpPr>
            <a:spLocks xmlns:a="http://schemas.openxmlformats.org/drawingml/2006/main" noGrp="1"/>
          </p:cNvSpPr>
          <p:nvPr/>
        </p:nvSpPr>
        <p:spPr>
          <a:xfrm xmlns:a="http://schemas.openxmlformats.org/drawingml/2006/main">
            <a:off x="815975" y="3782219"/>
            <a:ext cx="3414117"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240FC0C9-D85A-4B9D-845F-64E30A1A9FC3}"/>
              </a:ext>
            </a:extLst>
          </p:cNvPr>
          <p:cNvSpPr>
            <a:spLocks xmlns:a="http://schemas.openxmlformats.org/drawingml/2006/main" noGrp="1"/>
          </p:cNvSpPr>
          <p:nvPr/>
        </p:nvSpPr>
        <p:spPr>
          <a:xfrm xmlns:a="http://schemas.openxmlformats.org/drawingml/2006/main">
            <a:off x="1022350" y="3937794"/>
            <a:ext cx="3091408" cy="20538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b="1">
                <a:solidFill>
                  <a:srgbClr val="4A5D52"/>
                </a:solidFill>
                <a:latin typeface="IBM Plex Sans"/>
                <a:ea typeface="IBM Plex Sans"/>
                <a:cs typeface="IBM Plex Sans"/>
              </a:rPr>
              <a:t>Tiempo total (suma de tramos)</a:t>
            </a:r>
            <a:endParaRPr sz="1016"/>
          </a:p>
        </p:txBody>
      </p:sp>
      <p:sp>
        <p:nvSpPr>
          <p:cNvPr id="43" name="Text 41">
            <a:extLst xmlns:a="http://schemas.openxmlformats.org/drawingml/2006/main">
              <a:ext uri="{FF2B5EF4-FFF2-40B4-BE49-F238E27FC236}">
                <a16:creationId xmlns:a16="http://schemas.microsoft.com/office/drawing/2014/main" id="{789B2E85-B1B1-439B-B835-ED8431DBBFAD}"/>
              </a:ext>
            </a:extLst>
          </p:cNvPr>
          <p:cNvSpPr>
            <a:spLocks xmlns:a="http://schemas.openxmlformats.org/drawingml/2006/main" noGrp="1"/>
          </p:cNvSpPr>
          <p:nvPr/>
        </p:nvSpPr>
        <p:spPr>
          <a:xfrm xmlns:a="http://schemas.openxmlformats.org/drawingml/2006/main">
            <a:off x="1022350" y="4155877"/>
            <a:ext cx="3204567" cy="68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2E1B4E"/>
                </a:solidFill>
                <a:latin typeface="IBM Plex Sans"/>
                <a:ea typeface="IBM Plex Sans"/>
                <a:cs typeface="IBM Plex Sans"/>
              </a:rPr>
              <a:t>477 min · 7 h 57 m</a:t>
            </a:r>
            <a:endParaRPr sz="2748"/>
          </a:p>
        </p:txBody>
      </p:sp>
      <p:sp>
        <p:nvSpPr>
          <p:cNvPr id="44" name="Shape 42">
            <a:extLst xmlns:a="http://schemas.openxmlformats.org/drawingml/2006/main">
              <a:ext uri="{FF2B5EF4-FFF2-40B4-BE49-F238E27FC236}">
                <a16:creationId xmlns:a16="http://schemas.microsoft.com/office/drawing/2014/main" id="{94CCC098-089D-4A74-B419-25384862D585}"/>
              </a:ext>
            </a:extLst>
          </p:cNvPr>
          <p:cNvSpPr>
            <a:spLocks xmlns:a="http://schemas.openxmlformats.org/drawingml/2006/main" noGrp="1"/>
          </p:cNvSpPr>
          <p:nvPr/>
        </p:nvSpPr>
        <p:spPr>
          <a:xfrm xmlns:a="http://schemas.openxmlformats.org/drawingml/2006/main">
            <a:off x="4388842"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6C58A73C-1B4D-4F26-BFFF-284DAB29F6CA}"/>
              </a:ext>
            </a:extLst>
          </p:cNvPr>
          <p:cNvSpPr>
            <a:spLocks xmlns:a="http://schemas.openxmlformats.org/drawingml/2006/main" noGrp="1"/>
          </p:cNvSpPr>
          <p:nvPr/>
        </p:nvSpPr>
        <p:spPr>
          <a:xfrm xmlns:a="http://schemas.openxmlformats.org/drawingml/2006/main">
            <a:off x="4595217"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46" name="Text 44">
            <a:extLst xmlns:a="http://schemas.openxmlformats.org/drawingml/2006/main">
              <a:ext uri="{FF2B5EF4-FFF2-40B4-BE49-F238E27FC236}">
                <a16:creationId xmlns:a16="http://schemas.microsoft.com/office/drawing/2014/main" id="{CB2C9B25-34F6-4A72-A671-4DD55236EDCA}"/>
              </a:ext>
            </a:extLst>
          </p:cNvPr>
          <p:cNvSpPr>
            <a:spLocks xmlns:a="http://schemas.openxmlformats.org/drawingml/2006/main" noGrp="1"/>
          </p:cNvSpPr>
          <p:nvPr/>
        </p:nvSpPr>
        <p:spPr>
          <a:xfrm xmlns:a="http://schemas.openxmlformats.org/drawingml/2006/main">
            <a:off x="4595217"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+249 min</a:t>
            </a:r>
            <a:endParaRPr sz="2800"/>
          </a:p>
        </p:txBody>
      </p:sp>
      <p:sp>
        <p:nvSpPr>
          <p:cNvPr id="47" name="Shape 45">
            <a:extLst xmlns:a="http://schemas.openxmlformats.org/drawingml/2006/main">
              <a:ext uri="{FF2B5EF4-FFF2-40B4-BE49-F238E27FC236}">
                <a16:creationId xmlns:a16="http://schemas.microsoft.com/office/drawing/2014/main" id="{EB37E1AA-FDC0-45F7-9042-AFF3D58BBF11}"/>
              </a:ext>
            </a:extLst>
          </p:cNvPr>
          <p:cNvSpPr>
            <a:spLocks xmlns:a="http://schemas.openxmlformats.org/drawingml/2006/main" noGrp="1"/>
          </p:cNvSpPr>
          <p:nvPr/>
        </p:nvSpPr>
        <p:spPr>
          <a:xfrm xmlns:a="http://schemas.openxmlformats.org/drawingml/2006/main">
            <a:off x="7961809"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8" name="Text 46">
            <a:extLst xmlns:a="http://schemas.openxmlformats.org/drawingml/2006/main">
              <a:ext uri="{FF2B5EF4-FFF2-40B4-BE49-F238E27FC236}">
                <a16:creationId xmlns:a16="http://schemas.microsoft.com/office/drawing/2014/main" id="{6EC1A732-0665-4539-A570-A5FE3840B3AA}"/>
              </a:ext>
            </a:extLst>
          </p:cNvPr>
          <p:cNvSpPr>
            <a:spLocks xmlns:a="http://schemas.openxmlformats.org/drawingml/2006/main" noGrp="1"/>
          </p:cNvSpPr>
          <p:nvPr/>
        </p:nvSpPr>
        <p:spPr>
          <a:xfrm xmlns:a="http://schemas.openxmlformats.org/drawingml/2006/main">
            <a:off x="8168184"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49" name="Text 47">
            <a:extLst xmlns:a="http://schemas.openxmlformats.org/drawingml/2006/main">
              <a:ext uri="{FF2B5EF4-FFF2-40B4-BE49-F238E27FC236}">
                <a16:creationId xmlns:a16="http://schemas.microsoft.com/office/drawing/2014/main" id="{5BF3F9DF-1515-423E-AC93-3360C0CE5794}"/>
              </a:ext>
            </a:extLst>
          </p:cNvPr>
          <p:cNvSpPr>
            <a:spLocks xmlns:a="http://schemas.openxmlformats.org/drawingml/2006/main" noGrp="1"/>
          </p:cNvSpPr>
          <p:nvPr/>
        </p:nvSpPr>
        <p:spPr>
          <a:xfrm xmlns:a="http://schemas.openxmlformats.org/drawingml/2006/main">
            <a:off x="8168184"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208</a:t>
            </a:r>
            <a:endParaRPr sz="2800"/>
          </a:p>
        </p:txBody>
      </p:sp>
      <p:sp>
        <p:nvSpPr>
          <p:cNvPr id="50" name="Shape 48">
            <a:extLst xmlns:a="http://schemas.openxmlformats.org/drawingml/2006/main">
              <a:ext uri="{FF2B5EF4-FFF2-40B4-BE49-F238E27FC236}">
                <a16:creationId xmlns:a16="http://schemas.microsoft.com/office/drawing/2014/main" id="{9EB1A862-B7A9-4A37-8F4F-656DC118D3F1}"/>
              </a:ext>
            </a:extLst>
          </p:cNvPr>
          <p:cNvSpPr>
            <a:spLocks xmlns:a="http://schemas.openxmlformats.org/drawingml/2006/main" noGrp="1"/>
          </p:cNvSpPr>
          <p:nvPr/>
        </p:nvSpPr>
        <p:spPr>
          <a:xfrm xmlns:a="http://schemas.openxmlformats.org/drawingml/2006/main">
            <a:off x="831850" y="5177830"/>
            <a:ext cx="0" cy="66417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1" name="Text 49">
            <a:extLst xmlns:a="http://schemas.openxmlformats.org/drawingml/2006/main">
              <a:ext uri="{FF2B5EF4-FFF2-40B4-BE49-F238E27FC236}">
                <a16:creationId xmlns:a16="http://schemas.microsoft.com/office/drawing/2014/main" id="{233B291D-4DAC-4B10-89E2-CBD5DF890CC6}"/>
              </a:ext>
            </a:extLst>
          </p:cNvPr>
          <p:cNvSpPr>
            <a:spLocks xmlns:a="http://schemas.openxmlformats.org/drawingml/2006/main" noGrp="1"/>
          </p:cNvSpPr>
          <p:nvPr/>
        </p:nvSpPr>
        <p:spPr>
          <a:xfrm xmlns:a="http://schemas.openxmlformats.org/drawingml/2006/main">
            <a:off x="977900" y="5203230"/>
            <a:ext cx="10713339" cy="638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0B5638"/>
                </a:solidFill>
                <a:latin typeface="IBM Plex Sans"/>
                <a:ea typeface="IBM Plex Sans"/>
                <a:cs typeface="IBM Plex Sans"/>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sz="1158"/>
          </a:p>
        </p:txBody>
      </p:sp>
      <p:pic>
        <p:nvPicPr>
          <p:cNvPr id="106" name="Image 0"/>
          <p:cNvPicPr>
            <a:picLocks xmlns:a="http://schemas.openxmlformats.org/drawingml/2006/main" noChangeAspect="1"/>
          </p:cNvPicPr>
          <p:nvPr/>
        </p:nvPicPr>
        <p:blipFill>
          <a:blip xmlns:r="http://schemas.openxmlformats.org/officeDocument/2006/relationships" xmlns:a="http://schemas.openxmlformats.org/drawingml/2006/main" r:embed="R59d8b03b110f4d5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3" name="Text 50">
            <a:extLst xmlns:a="http://schemas.openxmlformats.org/drawingml/2006/main">
              <a:ext uri="{FF2B5EF4-FFF2-40B4-BE49-F238E27FC236}">
                <a16:creationId xmlns:a16="http://schemas.microsoft.com/office/drawing/2014/main" id="{46C6387B-6436-41F8-8A46-EF8535338B4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21</a:t>
            </a:r>
            <a:endParaRPr sz="1200"/>
          </a:p>
        </p:txBody>
      </p:sp>
      <p:pic>
        <p:nvPicPr>
          <p:cNvPr id="108" name="Image 1"/>
          <p:cNvPicPr>
            <a:picLocks xmlns:a="http://schemas.openxmlformats.org/drawingml/2006/main" noChangeAspect="1"/>
          </p:cNvPicPr>
          <p:nvPr/>
        </p:nvPicPr>
        <p:blipFill>
          <a:blip xmlns:r="http://schemas.openxmlformats.org/officeDocument/2006/relationships" xmlns:a="http://schemas.openxmlformats.org/drawingml/2006/main" r:embed="R9d886285ce654a5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167990537"/>
      </p:ext>
    </p:extLst>
  </p:cSld>
</p:sld>
</file>

<file path=ppt/slides/slide2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98CF32-D8CF-4C92-B157-E0F8B2B565FD}"/>
              </a:ext>
            </a:extLst>
          </p:cNvPr>
          <p:cNvSpPr>
            <a:spLocks xmlns:a="http://schemas.openxmlformats.org/drawingml/2006/main" noGrp="1"/>
          </p:cNvSpPr>
          <p:nvPr/>
        </p:nvSpPr>
        <p:spPr>
          <a:xfrm xmlns:a="http://schemas.openxmlformats.org/drawingml/2006/main">
            <a:off x="812800" y="711200"/>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0DDAC48C-FC13-4B69-8352-6CB97D56227E}"/>
              </a:ext>
            </a:extLst>
          </p:cNvPr>
          <p:cNvSpPr>
            <a:spLocks xmlns:a="http://schemas.openxmlformats.org/drawingml/2006/main" noGrp="1"/>
          </p:cNvSpPr>
          <p:nvPr>
            <p:ph type="title" idx="0"/>
          </p:nvPr>
        </p:nvSpPr>
        <p:spPr>
          <a:xfrm xmlns:a="http://schemas.openxmlformats.org/drawingml/2006/main">
            <a:off x="812800" y="1102320"/>
            <a:ext cx="1137920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alto desde junio</a:t>
            </a:r>
            <a:endParaRPr sz="3200"/>
          </a:p>
        </p:txBody>
      </p:sp>
      <p:sp>
        <p:nvSpPr>
          <p:cNvPr id="4" name="Shape 2">
            <a:extLst xmlns:a="http://schemas.openxmlformats.org/drawingml/2006/main">
              <a:ext uri="{FF2B5EF4-FFF2-40B4-BE49-F238E27FC236}">
                <a16:creationId xmlns:a16="http://schemas.microsoft.com/office/drawing/2014/main" id="{60BDAE3A-4A39-4095-A9D5-56D43680FCF1}"/>
              </a:ext>
            </a:extLst>
          </p:cNvPr>
          <p:cNvSpPr>
            <a:spLocks xmlns:a="http://schemas.openxmlformats.org/drawingml/2006/main" noGrp="1"/>
          </p:cNvSpPr>
          <p:nvPr/>
        </p:nvSpPr>
        <p:spPr>
          <a:xfrm xmlns:a="http://schemas.openxmlformats.org/drawingml/2006/main">
            <a:off x="812800" y="1719461"/>
            <a:ext cx="177800" cy="177800"/>
          </a:xfrm>
          <a:prstGeom xmlns:a="http://schemas.openxmlformats.org/drawingml/2006/main" prst="roundRect">
            <a:avLst>
              <a:gd name="adj" fmla="val 21429"/>
            </a:avLst>
          </a:prstGeom>
          <a:solidFill xmlns:a="http://schemas.openxmlformats.org/drawingml/2006/main">
            <a:srgbClr val="2E1B4E"/>
          </a:solidFill>
        </p:spPr>
      </p:sp>
      <p:sp>
        <p:nvSpPr>
          <p:cNvPr id="5" name="Text 3">
            <a:extLst xmlns:a="http://schemas.openxmlformats.org/drawingml/2006/main">
              <a:ext uri="{FF2B5EF4-FFF2-40B4-BE49-F238E27FC236}">
                <a16:creationId xmlns:a16="http://schemas.microsoft.com/office/drawing/2014/main" id="{7957E177-9750-4C4E-A8BE-10420CE1986F}"/>
              </a:ext>
            </a:extLst>
          </p:cNvPr>
          <p:cNvSpPr>
            <a:spLocks xmlns:a="http://schemas.openxmlformats.org/drawingml/2006/main" noGrp="1"/>
          </p:cNvSpPr>
          <p:nvPr/>
        </p:nvSpPr>
        <p:spPr>
          <a:xfrm xmlns:a="http://schemas.openxmlformats.org/drawingml/2006/main">
            <a:off x="1066800" y="1701701"/>
            <a:ext cx="4394603"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total, suma de tramos (min) · rótulo = fecha del comité</a:t>
            </a:r>
            <a:endParaRPr sz="1200"/>
          </a:p>
        </p:txBody>
      </p:sp>
      <p:sp>
        <p:nvSpPr>
          <p:cNvPr id="6" name="Shape 4">
            <a:extLst xmlns:a="http://schemas.openxmlformats.org/drawingml/2006/main">
              <a:ext uri="{FF2B5EF4-FFF2-40B4-BE49-F238E27FC236}">
                <a16:creationId xmlns:a16="http://schemas.microsoft.com/office/drawing/2014/main" id="{B0AEE276-30C2-49A6-B79E-B230B9CCB7F2}"/>
              </a:ext>
            </a:extLst>
          </p:cNvPr>
          <p:cNvSpPr>
            <a:spLocks xmlns:a="http://schemas.openxmlformats.org/drawingml/2006/main" noGrp="1"/>
          </p:cNvSpPr>
          <p:nvPr/>
        </p:nvSpPr>
        <p:spPr>
          <a:xfrm xmlns:a="http://schemas.openxmlformats.org/drawingml/2006/main">
            <a:off x="5409605" y="171946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E70F6D42-58AC-47CC-BC20-D5C38AD257CE}"/>
              </a:ext>
            </a:extLst>
          </p:cNvPr>
          <p:cNvSpPr>
            <a:spLocks xmlns:a="http://schemas.openxmlformats.org/drawingml/2006/main" noGrp="1"/>
          </p:cNvSpPr>
          <p:nvPr/>
        </p:nvSpPr>
        <p:spPr>
          <a:xfrm xmlns:a="http://schemas.openxmlformats.org/drawingml/2006/main">
            <a:off x="5663605" y="170170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334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ac031742a34f4b7c"/>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C28030F4-34A3-42D8-BCF4-CEFE84D8D65B}"/>
              </a:ext>
            </a:extLst>
          </p:cNvPr>
          <p:cNvSpPr>
            <a:spLocks xmlns:a="http://schemas.openxmlformats.org/drawingml/2006/main" noGrp="1"/>
          </p:cNvSpPr>
          <p:nvPr/>
        </p:nvSpPr>
        <p:spPr>
          <a:xfrm xmlns:a="http://schemas.openxmlformats.org/drawingml/2006/main">
            <a:off x="787400" y="3676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315</a:t>
            </a:r>
            <a:endParaRPr sz="1200"/>
          </a:p>
        </p:txBody>
      </p:sp>
      <p:sp>
        <p:nvSpPr>
          <p:cNvPr id="10" name="Text 7">
            <a:extLst xmlns:a="http://schemas.openxmlformats.org/drawingml/2006/main">
              <a:ext uri="{FF2B5EF4-FFF2-40B4-BE49-F238E27FC236}">
                <a16:creationId xmlns:a16="http://schemas.microsoft.com/office/drawing/2014/main" id="{AB496009-9814-4DEE-AD27-0903367C180C}"/>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CB6885B3-F71C-4466-9201-24AC9A56291D}"/>
              </a:ext>
            </a:extLst>
          </p:cNvPr>
          <p:cNvSpPr>
            <a:spLocks xmlns:a="http://schemas.openxmlformats.org/drawingml/2006/main" noGrp="1"/>
          </p:cNvSpPr>
          <p:nvPr/>
        </p:nvSpPr>
        <p:spPr>
          <a:xfrm xmlns:a="http://schemas.openxmlformats.org/drawingml/2006/main">
            <a:off x="1238250" y="3911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287</a:t>
            </a:r>
            <a:endParaRPr sz="1200"/>
          </a:p>
        </p:txBody>
      </p:sp>
      <p:sp>
        <p:nvSpPr>
          <p:cNvPr id="12" name="Text 9">
            <a:extLst xmlns:a="http://schemas.openxmlformats.org/drawingml/2006/main">
              <a:ext uri="{FF2B5EF4-FFF2-40B4-BE49-F238E27FC236}">
                <a16:creationId xmlns:a16="http://schemas.microsoft.com/office/drawing/2014/main" id="{3F2924C6-BB92-4B71-A7FA-BB7F02633AF2}"/>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E8BAEDB3-2CB0-4630-8935-423CD47DCE20}"/>
              </a:ext>
            </a:extLst>
          </p:cNvPr>
          <p:cNvSpPr>
            <a:spLocks xmlns:a="http://schemas.openxmlformats.org/drawingml/2006/main" noGrp="1"/>
          </p:cNvSpPr>
          <p:nvPr/>
        </p:nvSpPr>
        <p:spPr>
          <a:xfrm xmlns:a="http://schemas.openxmlformats.org/drawingml/2006/main">
            <a:off x="1695450" y="3657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317</a:t>
            </a:r>
            <a:endParaRPr sz="1200"/>
          </a:p>
        </p:txBody>
      </p:sp>
      <p:sp>
        <p:nvSpPr>
          <p:cNvPr id="14" name="Text 11">
            <a:extLst xmlns:a="http://schemas.openxmlformats.org/drawingml/2006/main">
              <a:ext uri="{FF2B5EF4-FFF2-40B4-BE49-F238E27FC236}">
                <a16:creationId xmlns:a16="http://schemas.microsoft.com/office/drawing/2014/main" id="{DB937792-002B-4CCA-BCF7-A1D1AD2D7190}"/>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14D671EA-A02C-4475-98ED-A1AB20F15183}"/>
              </a:ext>
            </a:extLst>
          </p:cNvPr>
          <p:cNvSpPr>
            <a:spLocks xmlns:a="http://schemas.openxmlformats.org/drawingml/2006/main" noGrp="1"/>
          </p:cNvSpPr>
          <p:nvPr/>
        </p:nvSpPr>
        <p:spPr>
          <a:xfrm xmlns:a="http://schemas.openxmlformats.org/drawingml/2006/main">
            <a:off x="2146300" y="3752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306</a:t>
            </a:r>
            <a:endParaRPr sz="1200"/>
          </a:p>
        </p:txBody>
      </p:sp>
      <p:sp>
        <p:nvSpPr>
          <p:cNvPr id="16" name="Text 13">
            <a:extLst xmlns:a="http://schemas.openxmlformats.org/drawingml/2006/main">
              <a:ext uri="{FF2B5EF4-FFF2-40B4-BE49-F238E27FC236}">
                <a16:creationId xmlns:a16="http://schemas.microsoft.com/office/drawing/2014/main" id="{AA153C2B-41A0-4D45-8EBE-C5DB3B87A499}"/>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D8A8A1A9-45DD-498D-A6D2-D02CCC192132}"/>
              </a:ext>
            </a:extLst>
          </p:cNvPr>
          <p:cNvSpPr>
            <a:spLocks xmlns:a="http://schemas.openxmlformats.org/drawingml/2006/main" noGrp="1"/>
          </p:cNvSpPr>
          <p:nvPr/>
        </p:nvSpPr>
        <p:spPr>
          <a:xfrm xmlns:a="http://schemas.openxmlformats.org/drawingml/2006/main">
            <a:off x="2603500" y="3371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351</a:t>
            </a:r>
            <a:endParaRPr sz="1200"/>
          </a:p>
        </p:txBody>
      </p:sp>
      <p:sp>
        <p:nvSpPr>
          <p:cNvPr id="18" name="Text 15">
            <a:extLst xmlns:a="http://schemas.openxmlformats.org/drawingml/2006/main">
              <a:ext uri="{FF2B5EF4-FFF2-40B4-BE49-F238E27FC236}">
                <a16:creationId xmlns:a16="http://schemas.microsoft.com/office/drawing/2014/main" id="{9C848B2D-2251-4D04-80EB-C36B3EE6E6FE}"/>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7F65862F-0275-4556-858C-69B942EAFEFE}"/>
              </a:ext>
            </a:extLst>
          </p:cNvPr>
          <p:cNvSpPr>
            <a:spLocks xmlns:a="http://schemas.openxmlformats.org/drawingml/2006/main" noGrp="1"/>
          </p:cNvSpPr>
          <p:nvPr/>
        </p:nvSpPr>
        <p:spPr>
          <a:xfrm xmlns:a="http://schemas.openxmlformats.org/drawingml/2006/main">
            <a:off x="3054350" y="3282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361</a:t>
            </a:r>
            <a:endParaRPr sz="1200"/>
          </a:p>
        </p:txBody>
      </p:sp>
      <p:sp>
        <p:nvSpPr>
          <p:cNvPr id="20" name="Text 17">
            <a:extLst xmlns:a="http://schemas.openxmlformats.org/drawingml/2006/main">
              <a:ext uri="{FF2B5EF4-FFF2-40B4-BE49-F238E27FC236}">
                <a16:creationId xmlns:a16="http://schemas.microsoft.com/office/drawing/2014/main" id="{37BE09BB-D704-4763-81FF-6BFDE18E86C3}"/>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8C20A983-17D7-4EBF-A49E-3F85046EB879}"/>
              </a:ext>
            </a:extLst>
          </p:cNvPr>
          <p:cNvSpPr>
            <a:spLocks xmlns:a="http://schemas.openxmlformats.org/drawingml/2006/main" noGrp="1"/>
          </p:cNvSpPr>
          <p:nvPr/>
        </p:nvSpPr>
        <p:spPr>
          <a:xfrm xmlns:a="http://schemas.openxmlformats.org/drawingml/2006/main">
            <a:off x="3511550" y="3403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347</a:t>
            </a:r>
            <a:endParaRPr sz="1200"/>
          </a:p>
        </p:txBody>
      </p:sp>
      <p:sp>
        <p:nvSpPr>
          <p:cNvPr id="22" name="Text 19">
            <a:extLst xmlns:a="http://schemas.openxmlformats.org/drawingml/2006/main">
              <a:ext uri="{FF2B5EF4-FFF2-40B4-BE49-F238E27FC236}">
                <a16:creationId xmlns:a16="http://schemas.microsoft.com/office/drawing/2014/main" id="{DB19EE09-F2F1-4924-B76E-3C5FB6B19CDB}"/>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5CD34601-B4D2-4C12-91CE-D0F5E34EB6D7}"/>
              </a:ext>
            </a:extLst>
          </p:cNvPr>
          <p:cNvSpPr>
            <a:spLocks xmlns:a="http://schemas.openxmlformats.org/drawingml/2006/main" noGrp="1"/>
          </p:cNvSpPr>
          <p:nvPr/>
        </p:nvSpPr>
        <p:spPr>
          <a:xfrm xmlns:a="http://schemas.openxmlformats.org/drawingml/2006/main">
            <a:off x="3962400" y="429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241</a:t>
            </a:r>
            <a:endParaRPr sz="1200"/>
          </a:p>
        </p:txBody>
      </p:sp>
      <p:sp>
        <p:nvSpPr>
          <p:cNvPr id="24" name="Text 21">
            <a:extLst xmlns:a="http://schemas.openxmlformats.org/drawingml/2006/main">
              <a:ext uri="{FF2B5EF4-FFF2-40B4-BE49-F238E27FC236}">
                <a16:creationId xmlns:a16="http://schemas.microsoft.com/office/drawing/2014/main" id="{75710631-CF96-430C-A18E-89C91E1130C7}"/>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1AF52382-1405-4E78-B27B-F65A7F2EB555}"/>
              </a:ext>
            </a:extLst>
          </p:cNvPr>
          <p:cNvSpPr>
            <a:spLocks xmlns:a="http://schemas.openxmlformats.org/drawingml/2006/main" noGrp="1"/>
          </p:cNvSpPr>
          <p:nvPr/>
        </p:nvSpPr>
        <p:spPr>
          <a:xfrm xmlns:a="http://schemas.openxmlformats.org/drawingml/2006/main">
            <a:off x="4413250" y="3892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289</a:t>
            </a:r>
            <a:endParaRPr sz="1200"/>
          </a:p>
        </p:txBody>
      </p:sp>
      <p:sp>
        <p:nvSpPr>
          <p:cNvPr id="26" name="Text 23">
            <a:extLst xmlns:a="http://schemas.openxmlformats.org/drawingml/2006/main">
              <a:ext uri="{FF2B5EF4-FFF2-40B4-BE49-F238E27FC236}">
                <a16:creationId xmlns:a16="http://schemas.microsoft.com/office/drawing/2014/main" id="{20934FD2-E896-4F17-A478-0D82C2D0B6C6}"/>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448E4178-7038-49C0-BA3A-3BE258AB25F2}"/>
              </a:ext>
            </a:extLst>
          </p:cNvPr>
          <p:cNvSpPr>
            <a:spLocks xmlns:a="http://schemas.openxmlformats.org/drawingml/2006/main" noGrp="1"/>
          </p:cNvSpPr>
          <p:nvPr/>
        </p:nvSpPr>
        <p:spPr>
          <a:xfrm xmlns:a="http://schemas.openxmlformats.org/drawingml/2006/main">
            <a:off x="4870450" y="33528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353</a:t>
            </a:r>
            <a:endParaRPr sz="1200"/>
          </a:p>
        </p:txBody>
      </p:sp>
      <p:sp>
        <p:nvSpPr>
          <p:cNvPr id="28" name="Text 25">
            <a:extLst xmlns:a="http://schemas.openxmlformats.org/drawingml/2006/main">
              <a:ext uri="{FF2B5EF4-FFF2-40B4-BE49-F238E27FC236}">
                <a16:creationId xmlns:a16="http://schemas.microsoft.com/office/drawing/2014/main" id="{0B264CB6-9CD0-42EB-A38B-F47617D83F2B}"/>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CA33DC7D-2FD9-4B79-A8F0-EF97C7D130A4}"/>
              </a:ext>
            </a:extLst>
          </p:cNvPr>
          <p:cNvSpPr>
            <a:spLocks xmlns:a="http://schemas.openxmlformats.org/drawingml/2006/main" noGrp="1"/>
          </p:cNvSpPr>
          <p:nvPr/>
        </p:nvSpPr>
        <p:spPr>
          <a:xfrm xmlns:a="http://schemas.openxmlformats.org/drawingml/2006/main">
            <a:off x="5321300" y="26987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430</a:t>
            </a:r>
            <a:endParaRPr sz="1200"/>
          </a:p>
        </p:txBody>
      </p:sp>
      <p:sp>
        <p:nvSpPr>
          <p:cNvPr id="30" name="Text 27">
            <a:extLst xmlns:a="http://schemas.openxmlformats.org/drawingml/2006/main">
              <a:ext uri="{FF2B5EF4-FFF2-40B4-BE49-F238E27FC236}">
                <a16:creationId xmlns:a16="http://schemas.microsoft.com/office/drawing/2014/main" id="{5E3E1365-F80B-4DF3-A004-50A997EE3E0C}"/>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EA55C01B-7D13-41AE-A78C-F0075E9B8AE7}"/>
              </a:ext>
            </a:extLst>
          </p:cNvPr>
          <p:cNvSpPr>
            <a:spLocks xmlns:a="http://schemas.openxmlformats.org/drawingml/2006/main" noGrp="1"/>
          </p:cNvSpPr>
          <p:nvPr/>
        </p:nvSpPr>
        <p:spPr>
          <a:xfrm xmlns:a="http://schemas.openxmlformats.org/drawingml/2006/main">
            <a:off x="5778500" y="3638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319</a:t>
            </a:r>
            <a:endParaRPr sz="1200"/>
          </a:p>
        </p:txBody>
      </p:sp>
      <p:sp>
        <p:nvSpPr>
          <p:cNvPr id="32" name="Text 29">
            <a:extLst xmlns:a="http://schemas.openxmlformats.org/drawingml/2006/main">
              <a:ext uri="{FF2B5EF4-FFF2-40B4-BE49-F238E27FC236}">
                <a16:creationId xmlns:a16="http://schemas.microsoft.com/office/drawing/2014/main" id="{317FB9B7-B919-49B2-93C6-3BC40769E74A}"/>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E789251C-36E6-42A6-A0DE-5A81A6870C4A}"/>
              </a:ext>
            </a:extLst>
          </p:cNvPr>
          <p:cNvSpPr>
            <a:spLocks xmlns:a="http://schemas.openxmlformats.org/drawingml/2006/main" noGrp="1"/>
          </p:cNvSpPr>
          <p:nvPr/>
        </p:nvSpPr>
        <p:spPr>
          <a:xfrm xmlns:a="http://schemas.openxmlformats.org/drawingml/2006/main">
            <a:off x="6229350" y="3105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382</a:t>
            </a:r>
            <a:endParaRPr sz="1200"/>
          </a:p>
        </p:txBody>
      </p:sp>
      <p:sp>
        <p:nvSpPr>
          <p:cNvPr id="34" name="Text 31">
            <a:extLst xmlns:a="http://schemas.openxmlformats.org/drawingml/2006/main">
              <a:ext uri="{FF2B5EF4-FFF2-40B4-BE49-F238E27FC236}">
                <a16:creationId xmlns:a16="http://schemas.microsoft.com/office/drawing/2014/main" id="{D9F7C43D-AFBD-4CE5-AD06-FC89922A3213}"/>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A861EA0B-0943-4263-A667-9986F571F89E}"/>
              </a:ext>
            </a:extLst>
          </p:cNvPr>
          <p:cNvSpPr>
            <a:spLocks xmlns:a="http://schemas.openxmlformats.org/drawingml/2006/main" noGrp="1"/>
          </p:cNvSpPr>
          <p:nvPr/>
        </p:nvSpPr>
        <p:spPr>
          <a:xfrm xmlns:a="http://schemas.openxmlformats.org/drawingml/2006/main">
            <a:off x="6686550" y="4413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228</a:t>
            </a:r>
            <a:endParaRPr sz="1200"/>
          </a:p>
        </p:txBody>
      </p:sp>
      <p:sp>
        <p:nvSpPr>
          <p:cNvPr id="36" name="Text 33">
            <a:extLst xmlns:a="http://schemas.openxmlformats.org/drawingml/2006/main">
              <a:ext uri="{FF2B5EF4-FFF2-40B4-BE49-F238E27FC236}">
                <a16:creationId xmlns:a16="http://schemas.microsoft.com/office/drawing/2014/main" id="{C94F5BA3-7B75-4C09-982D-89F31CDB8C4C}"/>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F542CE87-AFA2-4BD9-8775-5561B09D3D78}"/>
              </a:ext>
            </a:extLst>
          </p:cNvPr>
          <p:cNvSpPr>
            <a:spLocks xmlns:a="http://schemas.openxmlformats.org/drawingml/2006/main" noGrp="1"/>
          </p:cNvSpPr>
          <p:nvPr/>
        </p:nvSpPr>
        <p:spPr>
          <a:xfrm xmlns:a="http://schemas.openxmlformats.org/drawingml/2006/main">
            <a:off x="7137400" y="23050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477</a:t>
            </a:r>
            <a:endParaRPr sz="1200"/>
          </a:p>
        </p:txBody>
      </p:sp>
      <p:sp>
        <p:nvSpPr>
          <p:cNvPr id="38" name="Text 35">
            <a:extLst xmlns:a="http://schemas.openxmlformats.org/drawingml/2006/main">
              <a:ext uri="{FF2B5EF4-FFF2-40B4-BE49-F238E27FC236}">
                <a16:creationId xmlns:a16="http://schemas.microsoft.com/office/drawing/2014/main" id="{EE4A0BCF-F006-40C8-9554-6B251FCD4405}"/>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BEE743AE-CD79-44E0-8A95-01A55975C4A8}"/>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004126DB-EFF4-42B5-876B-9BF8CF3C61D8}"/>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Playa 1</a:t>
            </a:r>
            <a:endParaRPr sz="1200"/>
          </a:p>
        </p:txBody>
      </p:sp>
      <p:sp>
        <p:nvSpPr>
          <p:cNvPr id="41" name="Text 38">
            <a:extLst xmlns:a="http://schemas.openxmlformats.org/drawingml/2006/main">
              <a:ext uri="{FF2B5EF4-FFF2-40B4-BE49-F238E27FC236}">
                <a16:creationId xmlns:a16="http://schemas.microsoft.com/office/drawing/2014/main" id="{E53335B0-7DE2-4669-9664-1EE1265DE873}"/>
              </a:ext>
            </a:extLst>
          </p:cNvPr>
          <p:cNvSpPr>
            <a:spLocks xmlns:a="http://schemas.openxmlformats.org/drawingml/2006/main" noGrp="1"/>
          </p:cNvSpPr>
          <p:nvPr/>
        </p:nvSpPr>
        <p:spPr>
          <a:xfrm xmlns:a="http://schemas.openxmlformats.org/drawingml/2006/main">
            <a:off x="8286750" y="2551410"/>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177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7f9866de50d64b57"/>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9EA16FB8-0983-4888-9A21-758453AD4776}"/>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127 · 2.ª más alta</a:t>
            </a:r>
            <a:endParaRPr sz="1200"/>
          </a:p>
        </p:txBody>
      </p:sp>
      <p:sp>
        <p:nvSpPr>
          <p:cNvPr id="44" name="Shape 40">
            <a:extLst xmlns:a="http://schemas.openxmlformats.org/drawingml/2006/main">
              <a:ext uri="{FF2B5EF4-FFF2-40B4-BE49-F238E27FC236}">
                <a16:creationId xmlns:a16="http://schemas.microsoft.com/office/drawing/2014/main" id="{2D09BA2C-2928-4DE5-9AC4-08615A20253B}"/>
              </a:ext>
            </a:extLst>
          </p:cNvPr>
          <p:cNvSpPr>
            <a:spLocks xmlns:a="http://schemas.openxmlformats.org/drawingml/2006/main" noGrp="1"/>
          </p:cNvSpPr>
          <p:nvPr/>
        </p:nvSpPr>
        <p:spPr>
          <a:xfrm xmlns:a="http://schemas.openxmlformats.org/drawingml/2006/main">
            <a:off x="8131175" y="3439716"/>
            <a:ext cx="3244850" cy="1421011"/>
          </a:xfrm>
          <a:prstGeom xmlns:a="http://schemas.openxmlformats.org/drawingml/2006/main" prst="roundRect">
            <a:avLst>
              <a:gd name="adj" fmla="val 6033"/>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04C09BAA-3376-4332-A669-2B5FE235EAFE}"/>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Descarga (Playa 3 → volcable y tara)</a:t>
            </a:r>
            <a:endParaRPr sz="1200"/>
          </a:p>
        </p:txBody>
      </p:sp>
      <p:sp>
        <p:nvSpPr>
          <p:cNvPr id="46" name="Text 42">
            <a:extLst xmlns:a="http://schemas.openxmlformats.org/drawingml/2006/main">
              <a:ext uri="{FF2B5EF4-FFF2-40B4-BE49-F238E27FC236}">
                <a16:creationId xmlns:a16="http://schemas.microsoft.com/office/drawing/2014/main" id="{CA184F9E-6DDC-4443-BDD9-4F7D1EFAFD78}"/>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272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c9519c0b06bf485d"/>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89FF0656-D5D1-4A8E-9DA5-1F8757FCA3E9}"/>
              </a:ext>
            </a:extLst>
          </p:cNvPr>
          <p:cNvSpPr>
            <a:spLocks xmlns:a="http://schemas.openxmlformats.org/drawingml/2006/main" noGrp="1"/>
          </p:cNvSpPr>
          <p:nvPr/>
        </p:nvSpPr>
        <p:spPr>
          <a:xfrm xmlns:a="http://schemas.openxmlformats.org/drawingml/2006/main">
            <a:off x="8286750" y="4303911"/>
            <a:ext cx="3021711"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 · máximo de la serie</a:t>
            </a:r>
            <a:endParaRPr sz="1200"/>
          </a:p>
        </p:txBody>
      </p:sp>
      <p:sp>
        <p:nvSpPr>
          <p:cNvPr id="49" name="Shape 44">
            <a:extLst xmlns:a="http://schemas.openxmlformats.org/drawingml/2006/main">
              <a:ext uri="{FF2B5EF4-FFF2-40B4-BE49-F238E27FC236}">
                <a16:creationId xmlns:a16="http://schemas.microsoft.com/office/drawing/2014/main" id="{765CA186-9762-44B2-B47D-6EBE5C1F430A}"/>
              </a:ext>
            </a:extLst>
          </p:cNvPr>
          <p:cNvSpPr>
            <a:spLocks xmlns:a="http://schemas.openxmlformats.org/drawingml/2006/main" noGrp="1"/>
          </p:cNvSpPr>
          <p:nvPr/>
        </p:nvSpPr>
        <p:spPr>
          <a:xfrm xmlns:a="http://schemas.openxmlformats.org/drawingml/2006/main">
            <a:off x="8147050" y="4990902"/>
            <a:ext cx="0" cy="1899444"/>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322829FA-A814-405B-A17F-4C90D722834C}"/>
              </a:ext>
            </a:extLst>
          </p:cNvPr>
          <p:cNvSpPr>
            <a:spLocks xmlns:a="http://schemas.openxmlformats.org/drawingml/2006/main" noGrp="1"/>
          </p:cNvSpPr>
          <p:nvPr/>
        </p:nvSpPr>
        <p:spPr>
          <a:xfrm xmlns:a="http://schemas.openxmlformats.org/drawingml/2006/main">
            <a:off x="8293100" y="5016302"/>
            <a:ext cx="3178683" cy="18740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59d7e385efa546b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914B41CE-DAC6-47AA-9D14-75FA54F9BDD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22</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8c43dc0e8b68485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06917708"/>
      </p:ext>
    </p:extLst>
  </p:cSld>
</p:sld>
</file>

<file path=ppt/slides/slide23.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B34541-C9CD-46B1-B876-B28781C367C2}"/>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04</a:t>
            </a:r>
            <a:endParaRPr sz="8000"/>
          </a:p>
        </p:txBody>
      </p:sp>
      <p:sp>
        <p:nvSpPr>
          <p:cNvPr id="3" name="Text 1">
            <a:extLst xmlns:a="http://schemas.openxmlformats.org/drawingml/2006/main">
              <a:ext uri="{FF2B5EF4-FFF2-40B4-BE49-F238E27FC236}">
                <a16:creationId xmlns:a16="http://schemas.microsoft.com/office/drawing/2014/main" id="{128FCAE7-35A9-432C-9438-5B88F4966565}"/>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Líquidos</a:t>
            </a:r>
            <a:endParaRPr sz="6000"/>
          </a:p>
        </p:txBody>
      </p:sp>
      <p:sp>
        <p:nvSpPr>
          <p:cNvPr id="4" name="Text 2">
            <a:extLst xmlns:a="http://schemas.openxmlformats.org/drawingml/2006/main">
              <a:ext uri="{FF2B5EF4-FFF2-40B4-BE49-F238E27FC236}">
                <a16:creationId xmlns:a16="http://schemas.microsoft.com/office/drawing/2014/main" id="{D19AEA49-1CED-40FB-BAA7-B9E1FAF23101}"/>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Aceites, borras y glicerina: movimientos, tiempos y circuitos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17674445bcca4eac"/>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E72CD24-EB98-4E9B-94D3-EC3FD8C8744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229c4341483c4f3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94324469"/>
      </p:ext>
    </p:extLst>
  </p:cSld>
</p:sld>
</file>

<file path=ppt/slides/slide2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9d2e4c45f3f34581"/>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pic>
        <p:nvPicPr>
          <p:cNvPr id="60" name="Image 1"/>
          <p:cNvPicPr>
            <a:picLocks xmlns:a="http://schemas.openxmlformats.org/drawingml/2006/main" noChangeAspect="1"/>
          </p:cNvPicPr>
          <p:nvPr/>
        </p:nvPicPr>
        <p:blipFill>
          <a:blip xmlns:r="http://schemas.openxmlformats.org/officeDocument/2006/relationships" xmlns:a="http://schemas.openxmlformats.org/drawingml/2006/main" r:embed="R0c12ad842deb4c37"/>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6519c44ccd8f432a"/>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b985904728fa428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3" name="Image 4"/>
          <p:cNvPicPr>
            <a:picLocks xmlns:a="http://schemas.openxmlformats.org/drawingml/2006/main" noChangeAspect="1"/>
          </p:cNvPicPr>
          <p:nvPr/>
        </p:nvPicPr>
        <p:blipFill>
          <a:blip xmlns:r="http://schemas.openxmlformats.org/officeDocument/2006/relationships" xmlns:a="http://schemas.openxmlformats.org/drawingml/2006/main" r:embed="Re195437f0eb1404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B0A70EF2-2A87-401D-AFFF-02A48E218375}"/>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F28990FC-4144-417F-9C59-267EB4D78AAC}"/>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E6E43171-120B-48BF-A100-50357F4DCB45}"/>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Resumen de la semana: líquidos</a:t>
            </a:r>
          </a:p>
        </p:txBody>
      </p:sp>
      <p:sp>
        <p:nvSpPr>
          <p:cNvPr id="35" name="kpi-1">
            <a:extLst xmlns:a="http://schemas.openxmlformats.org/drawingml/2006/main">
              <a:ext uri="{FF2B5EF4-FFF2-40B4-BE49-F238E27FC236}">
                <a16:creationId xmlns:a16="http://schemas.microsoft.com/office/drawing/2014/main" id="{2BE8E1B8-FA0F-4AB6-B126-E2245BCA5A27}"/>
              </a:ext>
            </a:extLst>
          </p:cNvPr>
          <p:cNvSpPr>
            <a:spLocks xmlns:a="http://schemas.openxmlformats.org/drawingml/2006/main" noGrp="1"/>
          </p:cNvSpPr>
          <p:nvPr/>
        </p:nvSpPr>
        <p:spPr>
          <a:xfrm xmlns:a="http://schemas.openxmlformats.org/drawingml/2006/main">
            <a:off x="809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36" name="kpi-accent-1">
            <a:extLst xmlns:a="http://schemas.openxmlformats.org/drawingml/2006/main">
              <a:ext uri="{FF2B5EF4-FFF2-40B4-BE49-F238E27FC236}">
                <a16:creationId xmlns:a16="http://schemas.microsoft.com/office/drawing/2014/main" id="{04FFD725-F97A-4A00-81D6-4ADC83E58F77}"/>
              </a:ext>
            </a:extLst>
          </p:cNvPr>
          <p:cNvSpPr>
            <a:spLocks xmlns:a="http://schemas.openxmlformats.org/drawingml/2006/main" noGrp="1"/>
          </p:cNvSpPr>
          <p:nvPr/>
        </p:nvSpPr>
        <p:spPr>
          <a:xfrm xmlns:a="http://schemas.openxmlformats.org/drawingml/2006/main">
            <a:off x="809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31DB845-1034-4029-9550-9A55A22B518C}"/>
              </a:ext>
            </a:extLst>
          </p:cNvPr>
          <p:cNvSpPr>
            <a:spLocks xmlns:a="http://schemas.openxmlformats.org/drawingml/2006/main" noGrp="1"/>
          </p:cNvSpPr>
          <p:nvPr/>
        </p:nvSpPr>
        <p:spPr>
          <a:xfrm xmlns:a="http://schemas.openxmlformats.org/drawingml/2006/main">
            <a:off x="981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Movimientos según Excel</a:t>
            </a:r>
          </a:p>
        </p:txBody>
      </p:sp>
      <p:sp>
        <p:nvSpPr>
          <p:cNvPr id="38" name="">
            <a:extLst xmlns:a="http://schemas.openxmlformats.org/drawingml/2006/main">
              <a:ext uri="{FF2B5EF4-FFF2-40B4-BE49-F238E27FC236}">
                <a16:creationId xmlns:a16="http://schemas.microsoft.com/office/drawing/2014/main" id="{8FDA7BBB-8CFC-4986-9723-39D59111635E}"/>
              </a:ext>
            </a:extLst>
          </p:cNvPr>
          <p:cNvSpPr>
            <a:spLocks xmlns:a="http://schemas.openxmlformats.org/drawingml/2006/main" noGrp="1"/>
          </p:cNvSpPr>
          <p:nvPr/>
        </p:nvSpPr>
        <p:spPr>
          <a:xfrm xmlns:a="http://schemas.openxmlformats.org/drawingml/2006/main">
            <a:off x="981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383</a:t>
            </a:r>
          </a:p>
        </p:txBody>
      </p:sp>
      <p:sp>
        <p:nvSpPr>
          <p:cNvPr id="39" name="">
            <a:extLst xmlns:a="http://schemas.openxmlformats.org/drawingml/2006/main">
              <a:ext uri="{FF2B5EF4-FFF2-40B4-BE49-F238E27FC236}">
                <a16:creationId xmlns:a16="http://schemas.microsoft.com/office/drawing/2014/main" id="{4FF28B1B-6773-4467-9ECB-941B6C71DC33}"/>
              </a:ext>
            </a:extLst>
          </p:cNvPr>
          <p:cNvSpPr>
            <a:spLocks xmlns:a="http://schemas.openxmlformats.org/drawingml/2006/main" noGrp="1"/>
          </p:cNvSpPr>
          <p:nvPr/>
        </p:nvSpPr>
        <p:spPr>
          <a:xfrm xmlns:a="http://schemas.openxmlformats.org/drawingml/2006/main">
            <a:off x="981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150 ingresos · 233 egresos</a:t>
            </a:r>
          </a:p>
        </p:txBody>
      </p:sp>
      <p:sp>
        <p:nvSpPr>
          <p:cNvPr id="40" name="kpi-2">
            <a:extLst xmlns:a="http://schemas.openxmlformats.org/drawingml/2006/main">
              <a:ext uri="{FF2B5EF4-FFF2-40B4-BE49-F238E27FC236}">
                <a16:creationId xmlns:a16="http://schemas.microsoft.com/office/drawing/2014/main" id="{DE3ACF69-53CF-43B5-87E1-55F61BE84A21}"/>
              </a:ext>
            </a:extLst>
          </p:cNvPr>
          <p:cNvSpPr>
            <a:spLocks xmlns:a="http://schemas.openxmlformats.org/drawingml/2006/main" noGrp="1"/>
          </p:cNvSpPr>
          <p:nvPr/>
        </p:nvSpPr>
        <p:spPr>
          <a:xfrm xmlns:a="http://schemas.openxmlformats.org/drawingml/2006/main">
            <a:off x="3476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1" name="kpi-accent-2">
            <a:extLst xmlns:a="http://schemas.openxmlformats.org/drawingml/2006/main">
              <a:ext uri="{FF2B5EF4-FFF2-40B4-BE49-F238E27FC236}">
                <a16:creationId xmlns:a16="http://schemas.microsoft.com/office/drawing/2014/main" id="{A0FDF1B7-2666-405C-B644-3266063C3BDA}"/>
              </a:ext>
            </a:extLst>
          </p:cNvPr>
          <p:cNvSpPr>
            <a:spLocks xmlns:a="http://schemas.openxmlformats.org/drawingml/2006/main" noGrp="1"/>
          </p:cNvSpPr>
          <p:nvPr/>
        </p:nvSpPr>
        <p:spPr>
          <a:xfrm xmlns:a="http://schemas.openxmlformats.org/drawingml/2006/main">
            <a:off x="3476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007C60E-B89C-4B07-BDB1-A7E68F658E53}"/>
              </a:ext>
            </a:extLst>
          </p:cNvPr>
          <p:cNvSpPr>
            <a:spLocks xmlns:a="http://schemas.openxmlformats.org/drawingml/2006/main" noGrp="1"/>
          </p:cNvSpPr>
          <p:nvPr/>
        </p:nvSpPr>
        <p:spPr>
          <a:xfrm xmlns:a="http://schemas.openxmlformats.org/drawingml/2006/main">
            <a:off x="3648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Tiempo medio</a:t>
            </a:r>
          </a:p>
        </p:txBody>
      </p:sp>
      <p:sp>
        <p:nvSpPr>
          <p:cNvPr id="43" name="">
            <a:extLst xmlns:a="http://schemas.openxmlformats.org/drawingml/2006/main">
              <a:ext uri="{FF2B5EF4-FFF2-40B4-BE49-F238E27FC236}">
                <a16:creationId xmlns:a16="http://schemas.microsoft.com/office/drawing/2014/main" id="{7E447B55-0023-46F6-97FC-4BA071DEDC1F}"/>
              </a:ext>
            </a:extLst>
          </p:cNvPr>
          <p:cNvSpPr>
            <a:spLocks xmlns:a="http://schemas.openxmlformats.org/drawingml/2006/main" noGrp="1"/>
          </p:cNvSpPr>
          <p:nvPr/>
        </p:nvSpPr>
        <p:spPr>
          <a:xfrm xmlns:a="http://schemas.openxmlformats.org/drawingml/2006/main">
            <a:off x="3648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328 min</a:t>
            </a:r>
          </a:p>
        </p:txBody>
      </p:sp>
      <p:sp>
        <p:nvSpPr>
          <p:cNvPr id="44" name="">
            <a:extLst xmlns:a="http://schemas.openxmlformats.org/drawingml/2006/main">
              <a:ext uri="{FF2B5EF4-FFF2-40B4-BE49-F238E27FC236}">
                <a16:creationId xmlns:a16="http://schemas.microsoft.com/office/drawing/2014/main" id="{D58C387A-FBE9-4E91-8578-972F8C469275}"/>
              </a:ext>
            </a:extLst>
          </p:cNvPr>
          <p:cNvSpPr>
            <a:spLocks xmlns:a="http://schemas.openxmlformats.org/drawingml/2006/main" noGrp="1"/>
          </p:cNvSpPr>
          <p:nvPr/>
        </p:nvSpPr>
        <p:spPr>
          <a:xfrm xmlns:a="http://schemas.openxmlformats.org/drawingml/2006/main">
            <a:off x="3648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Puerta a puerta</a:t>
            </a:r>
          </a:p>
        </p:txBody>
      </p:sp>
      <p:sp>
        <p:nvSpPr>
          <p:cNvPr id="45" name="kpi-3">
            <a:extLst xmlns:a="http://schemas.openxmlformats.org/drawingml/2006/main">
              <a:ext uri="{FF2B5EF4-FFF2-40B4-BE49-F238E27FC236}">
                <a16:creationId xmlns:a16="http://schemas.microsoft.com/office/drawing/2014/main" id="{597B2838-8A8D-42FA-AA84-F04DED98D57E}"/>
              </a:ext>
            </a:extLst>
          </p:cNvPr>
          <p:cNvSpPr>
            <a:spLocks xmlns:a="http://schemas.openxmlformats.org/drawingml/2006/main" noGrp="1"/>
          </p:cNvSpPr>
          <p:nvPr/>
        </p:nvSpPr>
        <p:spPr>
          <a:xfrm xmlns:a="http://schemas.openxmlformats.org/drawingml/2006/main">
            <a:off x="6143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6" name="kpi-accent-3">
            <a:extLst xmlns:a="http://schemas.openxmlformats.org/drawingml/2006/main">
              <a:ext uri="{FF2B5EF4-FFF2-40B4-BE49-F238E27FC236}">
                <a16:creationId xmlns:a16="http://schemas.microsoft.com/office/drawing/2014/main" id="{91CEE957-D048-4319-9F60-0B649394F52B}"/>
              </a:ext>
            </a:extLst>
          </p:cNvPr>
          <p:cNvSpPr>
            <a:spLocks xmlns:a="http://schemas.openxmlformats.org/drawingml/2006/main" noGrp="1"/>
          </p:cNvSpPr>
          <p:nvPr/>
        </p:nvSpPr>
        <p:spPr>
          <a:xfrm xmlns:a="http://schemas.openxmlformats.org/drawingml/2006/main">
            <a:off x="6143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782F883-BD2D-4F10-84E9-4C9C8DAFF532}"/>
              </a:ext>
            </a:extLst>
          </p:cNvPr>
          <p:cNvSpPr>
            <a:spLocks xmlns:a="http://schemas.openxmlformats.org/drawingml/2006/main" noGrp="1"/>
          </p:cNvSpPr>
          <p:nvPr/>
        </p:nvSpPr>
        <p:spPr>
          <a:xfrm xmlns:a="http://schemas.openxmlformats.org/drawingml/2006/main">
            <a:off x="6315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Mediana</a:t>
            </a:r>
          </a:p>
        </p:txBody>
      </p:sp>
      <p:sp>
        <p:nvSpPr>
          <p:cNvPr id="48" name="">
            <a:extLst xmlns:a="http://schemas.openxmlformats.org/drawingml/2006/main">
              <a:ext uri="{FF2B5EF4-FFF2-40B4-BE49-F238E27FC236}">
                <a16:creationId xmlns:a16="http://schemas.microsoft.com/office/drawing/2014/main" id="{8E3A34FC-0940-4FE1-8107-4A039691FE23}"/>
              </a:ext>
            </a:extLst>
          </p:cNvPr>
          <p:cNvSpPr>
            <a:spLocks xmlns:a="http://schemas.openxmlformats.org/drawingml/2006/main" noGrp="1"/>
          </p:cNvSpPr>
          <p:nvPr/>
        </p:nvSpPr>
        <p:spPr>
          <a:xfrm xmlns:a="http://schemas.openxmlformats.org/drawingml/2006/main">
            <a:off x="6315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249 min</a:t>
            </a:r>
          </a:p>
        </p:txBody>
      </p:sp>
      <p:sp>
        <p:nvSpPr>
          <p:cNvPr id="49" name="">
            <a:extLst xmlns:a="http://schemas.openxmlformats.org/drawingml/2006/main">
              <a:ext uri="{FF2B5EF4-FFF2-40B4-BE49-F238E27FC236}">
                <a16:creationId xmlns:a16="http://schemas.microsoft.com/office/drawing/2014/main" id="{479959DA-E6AA-41ED-A1C5-93D4AD8DBA26}"/>
              </a:ext>
            </a:extLst>
          </p:cNvPr>
          <p:cNvSpPr>
            <a:spLocks xmlns:a="http://schemas.openxmlformats.org/drawingml/2006/main" noGrp="1"/>
          </p:cNvSpPr>
          <p:nvPr/>
        </p:nvSpPr>
        <p:spPr>
          <a:xfrm xmlns:a="http://schemas.openxmlformats.org/drawingml/2006/main">
            <a:off x="6315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79 min debajo de la media</a:t>
            </a:r>
          </a:p>
        </p:txBody>
      </p:sp>
      <p:sp>
        <p:nvSpPr>
          <p:cNvPr id="50" name="kpi-4">
            <a:extLst xmlns:a="http://schemas.openxmlformats.org/drawingml/2006/main">
              <a:ext uri="{FF2B5EF4-FFF2-40B4-BE49-F238E27FC236}">
                <a16:creationId xmlns:a16="http://schemas.microsoft.com/office/drawing/2014/main" id="{413311DA-C9EB-4079-8961-3CD4C8DD8AB9}"/>
              </a:ext>
            </a:extLst>
          </p:cNvPr>
          <p:cNvSpPr>
            <a:spLocks xmlns:a="http://schemas.openxmlformats.org/drawingml/2006/main" noGrp="1"/>
          </p:cNvSpPr>
          <p:nvPr/>
        </p:nvSpPr>
        <p:spPr>
          <a:xfrm xmlns:a="http://schemas.openxmlformats.org/drawingml/2006/main">
            <a:off x="8810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51" name="kpi-accent-4">
            <a:extLst xmlns:a="http://schemas.openxmlformats.org/drawingml/2006/main">
              <a:ext uri="{FF2B5EF4-FFF2-40B4-BE49-F238E27FC236}">
                <a16:creationId xmlns:a16="http://schemas.microsoft.com/office/drawing/2014/main" id="{AD77D2CC-B4C0-4720-90A6-EB8BDD693E16}"/>
              </a:ext>
            </a:extLst>
          </p:cNvPr>
          <p:cNvSpPr>
            <a:spLocks xmlns:a="http://schemas.openxmlformats.org/drawingml/2006/main" noGrp="1"/>
          </p:cNvSpPr>
          <p:nvPr/>
        </p:nvSpPr>
        <p:spPr>
          <a:xfrm xmlns:a="http://schemas.openxmlformats.org/drawingml/2006/main">
            <a:off x="8810625" y="1809750"/>
            <a:ext cx="2428875" cy="666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C79CC718-A55E-446E-BC4E-2A12E71F4027}"/>
              </a:ext>
            </a:extLst>
          </p:cNvPr>
          <p:cNvSpPr>
            <a:spLocks xmlns:a="http://schemas.openxmlformats.org/drawingml/2006/main" noGrp="1"/>
          </p:cNvSpPr>
          <p:nvPr/>
        </p:nvSpPr>
        <p:spPr>
          <a:xfrm xmlns:a="http://schemas.openxmlformats.org/drawingml/2006/main">
            <a:off x="8982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Semana anterior</a:t>
            </a:r>
          </a:p>
        </p:txBody>
      </p:sp>
      <p:sp>
        <p:nvSpPr>
          <p:cNvPr id="53" name="">
            <a:extLst xmlns:a="http://schemas.openxmlformats.org/drawingml/2006/main">
              <a:ext uri="{FF2B5EF4-FFF2-40B4-BE49-F238E27FC236}">
                <a16:creationId xmlns:a16="http://schemas.microsoft.com/office/drawing/2014/main" id="{326A7D84-0120-4E18-89E7-8723AE1FB8BF}"/>
              </a:ext>
            </a:extLst>
          </p:cNvPr>
          <p:cNvSpPr>
            <a:spLocks xmlns:a="http://schemas.openxmlformats.org/drawingml/2006/main" noGrp="1"/>
          </p:cNvSpPr>
          <p:nvPr/>
        </p:nvSpPr>
        <p:spPr>
          <a:xfrm xmlns:a="http://schemas.openxmlformats.org/drawingml/2006/main">
            <a:off x="8982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282</a:t>
            </a:r>
          </a:p>
        </p:txBody>
      </p:sp>
      <p:sp>
        <p:nvSpPr>
          <p:cNvPr id="54" name="">
            <a:extLst xmlns:a="http://schemas.openxmlformats.org/drawingml/2006/main">
              <a:ext uri="{FF2B5EF4-FFF2-40B4-BE49-F238E27FC236}">
                <a16:creationId xmlns:a16="http://schemas.microsoft.com/office/drawing/2014/main" id="{5547110E-EB61-443E-ABAC-54608D2F2426}"/>
              </a:ext>
            </a:extLst>
          </p:cNvPr>
          <p:cNvSpPr>
            <a:spLocks xmlns:a="http://schemas.openxmlformats.org/drawingml/2006/main" noGrp="1"/>
          </p:cNvSpPr>
          <p:nvPr/>
        </p:nvSpPr>
        <p:spPr>
          <a:xfrm xmlns:a="http://schemas.openxmlformats.org/drawingml/2006/main">
            <a:off x="8982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+101 movimientos · +36 %</a:t>
            </a:r>
          </a:p>
        </p:txBody>
      </p:sp>
      <p:sp>
        <p:nvSpPr>
          <p:cNvPr id="55" name="takeaway">
            <a:extLst xmlns:a="http://schemas.openxmlformats.org/drawingml/2006/main">
              <a:ext uri="{FF2B5EF4-FFF2-40B4-BE49-F238E27FC236}">
                <a16:creationId xmlns:a16="http://schemas.microsoft.com/office/drawing/2014/main" id="{7862FA40-01F0-48A9-9CD4-DEF6F4009765}"/>
              </a:ext>
            </a:extLst>
          </p:cNvPr>
          <p:cNvSpPr>
            <a:spLocks xmlns:a="http://schemas.openxmlformats.org/drawingml/2006/main" noGrp="1"/>
          </p:cNvSpPr>
          <p:nvPr/>
        </p:nvSpPr>
        <p:spPr>
          <a:xfrm xmlns:a="http://schemas.openxmlformats.org/drawingml/2006/main">
            <a:off x="809625" y="43338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281E"/>
                </a:solidFill>
                <a:latin typeface="IBM Plex Sans"/>
                <a:ea typeface="IBM Plex Sans"/>
                <a:cs typeface="IBM Plex Sans"/>
              </a:defRPr>
            </a:pPr>
            <a:r>
              <a:rPr sz="1650" b="0">
                <a:solidFill>
                  <a:srgbClr val="14281E"/>
                </a:solidFill>
                <a:latin typeface="IBM Plex Sans"/>
                <a:ea typeface="IBM Plex Sans"/>
                <a:cs typeface="IBM Plex Sans"/>
              </a:rPr>
              <a:t>El volumen subió frente a la semana anterior con el mismo criterio de conteo. La diferencia entre media y mediana muestra una cola de permanencias largas que conviene revisar por circuito.</a:t>
            </a:r>
          </a:p>
        </p:txBody>
      </p:sp>
      <p:sp>
        <p:nvSpPr>
          <p:cNvPr id="56" name="note-accent">
            <a:extLst xmlns:a="http://schemas.openxmlformats.org/drawingml/2006/main">
              <a:ext uri="{FF2B5EF4-FFF2-40B4-BE49-F238E27FC236}">
                <a16:creationId xmlns:a16="http://schemas.microsoft.com/office/drawing/2014/main" id="{38C832B6-BFED-4508-A735-DBD594518F84}"/>
              </a:ext>
            </a:extLst>
          </p:cNvPr>
          <p:cNvSpPr>
            <a:spLocks xmlns:a="http://schemas.openxmlformats.org/drawingml/2006/main" noGrp="1"/>
          </p:cNvSpPr>
          <p:nvPr/>
        </p:nvSpPr>
        <p:spPr>
          <a:xfrm xmlns:a="http://schemas.openxmlformats.org/drawingml/2006/main">
            <a:off x="809625" y="5286375"/>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7" name="denominator">
            <a:extLst xmlns:a="http://schemas.openxmlformats.org/drawingml/2006/main">
              <a:ext uri="{FF2B5EF4-FFF2-40B4-BE49-F238E27FC236}">
                <a16:creationId xmlns:a16="http://schemas.microsoft.com/office/drawing/2014/main" id="{B85E66CB-7C92-4E3F-915C-059C09B88124}"/>
              </a:ext>
            </a:extLst>
          </p:cNvPr>
          <p:cNvSpPr>
            <a:spLocks xmlns:a="http://schemas.openxmlformats.org/drawingml/2006/main" noGrp="1"/>
          </p:cNvSpPr>
          <p:nvPr/>
        </p:nvSpPr>
        <p:spPr>
          <a:xfrm xmlns:a="http://schemas.openxmlformats.org/drawingml/2006/main">
            <a:off x="1047750" y="52863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Denominador: 383 movimientos de líquidos según Excel. Comparación anterior: 282 movimientos con el mismo criterio.</a:t>
            </a:r>
          </a:p>
        </p:txBody>
      </p:sp>
      <p:sp>
        <p:nvSpPr>
          <p:cNvPr id="58" name="footer">
            <a:extLst xmlns:a="http://schemas.openxmlformats.org/drawingml/2006/main">
              <a:ext uri="{FF2B5EF4-FFF2-40B4-BE49-F238E27FC236}">
                <a16:creationId xmlns:a16="http://schemas.microsoft.com/office/drawing/2014/main" id="{D5E91816-36F0-4A8A-B0F1-A8BB4D5B8936}"/>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24</a:t>
            </a:r>
          </a:p>
        </p:txBody>
      </p:sp>
    </p:spTree>
    <p:extLst>
      <p:ext uri="{BB962C8B-B14F-4D97-AF65-F5344CB8AC3E}">
        <p14:creationId xmlns:p14="http://schemas.microsoft.com/office/powerpoint/2010/main" val="2131632908"/>
      </p:ext>
    </p:extLst>
  </p:cSld>
</p:sld>
</file>

<file path=ppt/slides/slide2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a87fd08d57ab460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cede488649294ac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45" name="section-tag-bg">
            <a:extLst xmlns:a="http://schemas.openxmlformats.org/drawingml/2006/main">
              <a:ext uri="{FF2B5EF4-FFF2-40B4-BE49-F238E27FC236}">
                <a16:creationId xmlns:a16="http://schemas.microsoft.com/office/drawing/2014/main" id="{4576B105-36AC-471F-B01C-82D4C08288F6}"/>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46" name="section-tag">
            <a:extLst xmlns:a="http://schemas.openxmlformats.org/drawingml/2006/main">
              <a:ext uri="{FF2B5EF4-FFF2-40B4-BE49-F238E27FC236}">
                <a16:creationId xmlns:a16="http://schemas.microsoft.com/office/drawing/2014/main" id="{84F4C8F8-2AF4-46EF-B83C-CED2A9E9B87A}"/>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47" name="title">
            <a:extLst xmlns:a="http://schemas.openxmlformats.org/drawingml/2006/main">
              <a:ext uri="{FF2B5EF4-FFF2-40B4-BE49-F238E27FC236}">
                <a16:creationId xmlns:a16="http://schemas.microsoft.com/office/drawing/2014/main" id="{D58ED842-1774-42E2-B269-9850F6395B94}"/>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La actividad se concentró entre lunes y miércoles</a:t>
            </a:r>
          </a:p>
        </p:txBody>
      </p:sp>
      <p:sp>
        <p:nvSpPr>
          <p:cNvPr id="48" name="">
            <a:extLst xmlns:a="http://schemas.openxmlformats.org/drawingml/2006/main">
              <a:ext uri="{FF2B5EF4-FFF2-40B4-BE49-F238E27FC236}">
                <a16:creationId xmlns:a16="http://schemas.microsoft.com/office/drawing/2014/main" id="{7EA4FDC5-C3BB-4F1C-9E6B-8D227D59E979}"/>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Movimientos por día operativo según Excel</a:t>
            </a:r>
          </a:p>
        </p:txBody>
      </p:sp>
      <p:graphicFrame>
        <p:nvGraphicFramePr>
          <p:cNvPr id="64" name="Chart"/>
          <p:cNvGraphicFramePr/>
          <p:nvPr/>
        </p:nvGraphicFramePr>
        <p:xfrm>
          <a:off xmlns:a="http://schemas.openxmlformats.org/drawingml/2006/main" x="857250" y="2047875"/>
          <a:ext xmlns:a="http://schemas.openxmlformats.org/drawingml/2006/main" cx="7429500" cy="3000375"/>
        </p:xfrm>
        <a:graphic xmlns:a="http://schemas.openxmlformats.org/drawingml/2006/main">
          <a:graphicData uri="http://schemas.openxmlformats.org/drawingml/2006/chart">
            <c:chart xmlns:r="http://schemas.openxmlformats.org/officeDocument/2006/relationships" xmlns:c="http://schemas.openxmlformats.org/drawingml/2006/chart" r:id="R15b93c8be2014ab8"/>
          </a:graphicData>
        </a:graphic>
      </p:graphicFrame>
      <p:sp>
        <p:nvSpPr>
          <p:cNvPr id="50" name="">
            <a:extLst xmlns:a="http://schemas.openxmlformats.org/drawingml/2006/main">
              <a:ext uri="{FF2B5EF4-FFF2-40B4-BE49-F238E27FC236}">
                <a16:creationId xmlns:a16="http://schemas.microsoft.com/office/drawing/2014/main" id="{0C79C5B4-3611-45BC-9BAA-D9C4527B57F4}"/>
              </a:ext>
            </a:extLst>
          </p:cNvPr>
          <p:cNvSpPr>
            <a:spLocks xmlns:a="http://schemas.openxmlformats.org/drawingml/2006/main" noGrp="1"/>
          </p:cNvSpPr>
          <p:nvPr/>
        </p:nvSpPr>
        <p:spPr>
          <a:xfrm xmlns:a="http://schemas.openxmlformats.org/drawingml/2006/main">
            <a:off x="8715375" y="1905000"/>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1" name="">
            <a:extLst xmlns:a="http://schemas.openxmlformats.org/drawingml/2006/main">
              <a:ext uri="{FF2B5EF4-FFF2-40B4-BE49-F238E27FC236}">
                <a16:creationId xmlns:a16="http://schemas.microsoft.com/office/drawing/2014/main" id="{7B77F6C6-DE7E-4238-BC86-F2D85680E493}"/>
              </a:ext>
            </a:extLst>
          </p:cNvPr>
          <p:cNvSpPr>
            <a:spLocks xmlns:a="http://schemas.openxmlformats.org/drawingml/2006/main" noGrp="1"/>
          </p:cNvSpPr>
          <p:nvPr/>
        </p:nvSpPr>
        <p:spPr>
          <a:xfrm xmlns:a="http://schemas.openxmlformats.org/drawingml/2006/main">
            <a:off x="8934450" y="2095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234</a:t>
            </a:r>
          </a:p>
        </p:txBody>
      </p:sp>
      <p:sp>
        <p:nvSpPr>
          <p:cNvPr id="52" name="">
            <a:extLst xmlns:a="http://schemas.openxmlformats.org/drawingml/2006/main">
              <a:ext uri="{FF2B5EF4-FFF2-40B4-BE49-F238E27FC236}">
                <a16:creationId xmlns:a16="http://schemas.microsoft.com/office/drawing/2014/main" id="{7C5F3F5F-65C3-43FE-A47D-CDCE6024D16A}"/>
              </a:ext>
            </a:extLst>
          </p:cNvPr>
          <p:cNvSpPr>
            <a:spLocks xmlns:a="http://schemas.openxmlformats.org/drawingml/2006/main" noGrp="1"/>
          </p:cNvSpPr>
          <p:nvPr/>
        </p:nvSpPr>
        <p:spPr>
          <a:xfrm xmlns:a="http://schemas.openxmlformats.org/drawingml/2006/main">
            <a:off x="8934450" y="2571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16"/>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movimientos de lunes a miércoles</a:t>
            </a:r>
          </a:p>
        </p:txBody>
      </p:sp>
      <p:sp>
        <p:nvSpPr>
          <p:cNvPr id="53" name="">
            <a:extLst xmlns:a="http://schemas.openxmlformats.org/drawingml/2006/main">
              <a:ext uri="{FF2B5EF4-FFF2-40B4-BE49-F238E27FC236}">
                <a16:creationId xmlns:a16="http://schemas.microsoft.com/office/drawing/2014/main" id="{BAAC98B0-53B5-44C9-9699-3B0102D2A6CA}"/>
              </a:ext>
            </a:extLst>
          </p:cNvPr>
          <p:cNvSpPr>
            <a:spLocks xmlns:a="http://schemas.openxmlformats.org/drawingml/2006/main" noGrp="1"/>
          </p:cNvSpPr>
          <p:nvPr/>
        </p:nvSpPr>
        <p:spPr>
          <a:xfrm xmlns:a="http://schemas.openxmlformats.org/drawingml/2006/main">
            <a:off x="8715375" y="3190875"/>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4" name="">
            <a:extLst xmlns:a="http://schemas.openxmlformats.org/drawingml/2006/main">
              <a:ext uri="{FF2B5EF4-FFF2-40B4-BE49-F238E27FC236}">
                <a16:creationId xmlns:a16="http://schemas.microsoft.com/office/drawing/2014/main" id="{CE437EB3-C5E9-40F4-8878-82570FD0AF5A}"/>
              </a:ext>
            </a:extLst>
          </p:cNvPr>
          <p:cNvSpPr>
            <a:spLocks xmlns:a="http://schemas.openxmlformats.org/drawingml/2006/main" noGrp="1"/>
          </p:cNvSpPr>
          <p:nvPr/>
        </p:nvSpPr>
        <p:spPr>
          <a:xfrm xmlns:a="http://schemas.openxmlformats.org/drawingml/2006/main">
            <a:off x="8934450" y="3381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61 %</a:t>
            </a:r>
          </a:p>
        </p:txBody>
      </p:sp>
      <p:sp>
        <p:nvSpPr>
          <p:cNvPr id="55" name="">
            <a:extLst xmlns:a="http://schemas.openxmlformats.org/drawingml/2006/main">
              <a:ext uri="{FF2B5EF4-FFF2-40B4-BE49-F238E27FC236}">
                <a16:creationId xmlns:a16="http://schemas.microsoft.com/office/drawing/2014/main" id="{EB0D8B75-E355-44EB-861F-5B5CF888BF60}"/>
              </a:ext>
            </a:extLst>
          </p:cNvPr>
          <p:cNvSpPr>
            <a:spLocks xmlns:a="http://schemas.openxmlformats.org/drawingml/2006/main" noGrp="1"/>
          </p:cNvSpPr>
          <p:nvPr/>
        </p:nvSpPr>
        <p:spPr>
          <a:xfrm xmlns:a="http://schemas.openxmlformats.org/drawingml/2006/main">
            <a:off x="8934450" y="3857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del volumen semanal</a:t>
            </a:r>
          </a:p>
        </p:txBody>
      </p:sp>
      <p:sp>
        <p:nvSpPr>
          <p:cNvPr id="56" name="takeaway">
            <a:extLst xmlns:a="http://schemas.openxmlformats.org/drawingml/2006/main">
              <a:ext uri="{FF2B5EF4-FFF2-40B4-BE49-F238E27FC236}">
                <a16:creationId xmlns:a16="http://schemas.microsoft.com/office/drawing/2014/main" id="{2D11D18B-11D7-4D43-B955-29BF25C91701}"/>
              </a:ext>
            </a:extLst>
          </p:cNvPr>
          <p:cNvSpPr>
            <a:spLocks xmlns:a="http://schemas.openxmlformats.org/drawingml/2006/main" noGrp="1"/>
          </p:cNvSpPr>
          <p:nvPr/>
        </p:nvSpPr>
        <p:spPr>
          <a:xfrm xmlns:a="http://schemas.openxmlformats.org/drawingml/2006/main">
            <a:off x="8715375" y="45243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El martes fue el día de mayor movimiento, con 81. Entre lunes y miércoles se concentraron 234 de los 383 movimientos de la semana.</a:t>
            </a:r>
          </a:p>
        </p:txBody>
      </p:sp>
      <p:sp>
        <p:nvSpPr>
          <p:cNvPr id="57" name="footer">
            <a:extLst xmlns:a="http://schemas.openxmlformats.org/drawingml/2006/main">
              <a:ext uri="{FF2B5EF4-FFF2-40B4-BE49-F238E27FC236}">
                <a16:creationId xmlns:a16="http://schemas.microsoft.com/office/drawing/2014/main" id="{AEEB8B1C-1CCA-47BA-9CD8-B2758FCB8A10}"/>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25</a:t>
            </a:r>
          </a:p>
        </p:txBody>
      </p:sp>
    </p:spTree>
    <p:extLst>
      <p:ext uri="{BB962C8B-B14F-4D97-AF65-F5344CB8AC3E}">
        <p14:creationId xmlns:p14="http://schemas.microsoft.com/office/powerpoint/2010/main" val="1488822971"/>
      </p:ext>
    </p:extLst>
  </p:cSld>
</p:sld>
</file>

<file path=ppt/slides/slide2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c4329b9f4dcb41e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7b62c52d88fa4c1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52" name="section-tag-bg">
            <a:extLst xmlns:a="http://schemas.openxmlformats.org/drawingml/2006/main">
              <a:ext uri="{FF2B5EF4-FFF2-40B4-BE49-F238E27FC236}">
                <a16:creationId xmlns:a16="http://schemas.microsoft.com/office/drawing/2014/main" id="{9BA354B3-738B-4BC6-95EE-CFBAA05F003E}"/>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53" name="section-tag">
            <a:extLst xmlns:a="http://schemas.openxmlformats.org/drawingml/2006/main">
              <a:ext uri="{FF2B5EF4-FFF2-40B4-BE49-F238E27FC236}">
                <a16:creationId xmlns:a16="http://schemas.microsoft.com/office/drawing/2014/main" id="{AB8C2E1B-2FE6-413B-8FA3-0479A05937DE}"/>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54" name="title">
            <a:extLst xmlns:a="http://schemas.openxmlformats.org/drawingml/2006/main">
              <a:ext uri="{FF2B5EF4-FFF2-40B4-BE49-F238E27FC236}">
                <a16:creationId xmlns:a16="http://schemas.microsoft.com/office/drawing/2014/main" id="{507E083B-A538-42B1-B5B0-2AD0CC757030}"/>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Los recorridos clasificados se concentraron en SL1</a:t>
            </a:r>
          </a:p>
        </p:txBody>
      </p:sp>
      <p:sp>
        <p:nvSpPr>
          <p:cNvPr id="55" name="">
            <a:extLst xmlns:a="http://schemas.openxmlformats.org/drawingml/2006/main">
              <a:ext uri="{FF2B5EF4-FFF2-40B4-BE49-F238E27FC236}">
                <a16:creationId xmlns:a16="http://schemas.microsoft.com/office/drawing/2014/main" id="{55C65796-6E63-457C-8465-F8E3FC9B2497}"/>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de cámara clasificados como ACEITE</a:t>
            </a:r>
          </a:p>
        </p:txBody>
      </p:sp>
      <p:graphicFrame>
        <p:nvGraphicFramePr>
          <p:cNvPr id="70" name="Chart"/>
          <p:cNvGraphicFramePr/>
          <p:nvPr/>
        </p:nvGraphicFramePr>
        <p:xfrm>
          <a:off xmlns:a="http://schemas.openxmlformats.org/drawingml/2006/main" x="904875" y="2143125"/>
          <a:ext xmlns:a="http://schemas.openxmlformats.org/drawingml/2006/main" cx="6572250" cy="2714625"/>
        </p:xfrm>
        <a:graphic xmlns:a="http://schemas.openxmlformats.org/drawingml/2006/main">
          <a:graphicData uri="http://schemas.openxmlformats.org/drawingml/2006/chart">
            <c:chart xmlns:r="http://schemas.openxmlformats.org/officeDocument/2006/relationships" xmlns:c="http://schemas.openxmlformats.org/drawingml/2006/chart" r:id="Ra569bf7ee7c54dad"/>
          </a:graphicData>
        </a:graphic>
      </p:graphicFrame>
      <p:sp>
        <p:nvSpPr>
          <p:cNvPr id="57" name="">
            <a:extLst xmlns:a="http://schemas.openxmlformats.org/drawingml/2006/main">
              <a:ext uri="{FF2B5EF4-FFF2-40B4-BE49-F238E27FC236}">
                <a16:creationId xmlns:a16="http://schemas.microsoft.com/office/drawing/2014/main" id="{DEB3BFB8-355B-426D-846C-2900C0323852}"/>
              </a:ext>
            </a:extLst>
          </p:cNvPr>
          <p:cNvSpPr>
            <a:spLocks xmlns:a="http://schemas.openxmlformats.org/drawingml/2006/main" noGrp="1"/>
          </p:cNvSpPr>
          <p:nvPr/>
        </p:nvSpPr>
        <p:spPr>
          <a:xfrm xmlns:a="http://schemas.openxmlformats.org/drawingml/2006/main">
            <a:off x="8096250" y="2095500"/>
            <a:ext cx="3286125" cy="2381250"/>
          </a:xfrm>
          <a:prstGeom xmlns:a="http://schemas.openxmlformats.org/drawingml/2006/main" prst="roundRect">
            <a:avLst>
              <a:gd name="adj" fmla="val 3200"/>
            </a:avLst>
          </a:prstGeom>
          <a:solidFill xmlns:a="http://schemas.openxmlformats.org/drawingml/2006/main">
            <a:srgbClr val="FCFDFB"/>
          </a:solidFill>
          <a:ln xmlns:a="http://schemas.openxmlformats.org/drawingml/2006/main" w="9525">
            <a:solidFill>
              <a:srgbClr val="D3E2D7"/>
            </a:solidFill>
          </a:ln>
        </p:spPr>
      </p:sp>
      <p:sp>
        <p:nvSpPr>
          <p:cNvPr id="58" name="">
            <a:extLst xmlns:a="http://schemas.openxmlformats.org/drawingml/2006/main">
              <a:ext uri="{FF2B5EF4-FFF2-40B4-BE49-F238E27FC236}">
                <a16:creationId xmlns:a16="http://schemas.microsoft.com/office/drawing/2014/main" id="{19024988-CE6D-4F01-A090-CD83B6DA7757}"/>
              </a:ext>
            </a:extLst>
          </p:cNvPr>
          <p:cNvSpPr>
            <a:spLocks xmlns:a="http://schemas.openxmlformats.org/drawingml/2006/main" noGrp="1"/>
          </p:cNvSpPr>
          <p:nvPr/>
        </p:nvSpPr>
        <p:spPr>
          <a:xfrm xmlns:a="http://schemas.openxmlformats.org/drawingml/2006/main">
            <a:off x="8382000" y="2381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l">
              <a:defRPr sz="3000" b="1">
                <a:solidFill>
                  <a:srgbClr val="1F4E7A"/>
                </a:solidFill>
                <a:latin typeface="IBM Plex Sans"/>
                <a:ea typeface="IBM Plex Sans"/>
                <a:cs typeface="IBM Plex Sans"/>
              </a:defRPr>
            </a:pPr>
            <a:r>
              <a:rPr sz="3000" b="1">
                <a:solidFill>
                  <a:srgbClr val="1F4E7A"/>
                </a:solidFill>
                <a:latin typeface="IBM Plex Sans"/>
                <a:ea typeface="IBM Plex Sans"/>
                <a:cs typeface="IBM Plex Sans"/>
              </a:rPr>
              <a:t>232</a:t>
            </a:r>
          </a:p>
        </p:txBody>
      </p:sp>
      <p:sp>
        <p:nvSpPr>
          <p:cNvPr id="59" name="">
            <a:extLst xmlns:a="http://schemas.openxmlformats.org/drawingml/2006/main">
              <a:ext uri="{FF2B5EF4-FFF2-40B4-BE49-F238E27FC236}">
                <a16:creationId xmlns:a16="http://schemas.microsoft.com/office/drawing/2014/main" id="{8CBC7EC2-6E6C-42FC-A686-80D5EC53B84D}"/>
              </a:ext>
            </a:extLst>
          </p:cNvPr>
          <p:cNvSpPr>
            <a:spLocks xmlns:a="http://schemas.openxmlformats.org/drawingml/2006/main" noGrp="1"/>
          </p:cNvSpPr>
          <p:nvPr/>
        </p:nvSpPr>
        <p:spPr>
          <a:xfrm xmlns:a="http://schemas.openxmlformats.org/drawingml/2006/main">
            <a:off x="8382000" y="29527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clasificados</a:t>
            </a:r>
          </a:p>
        </p:txBody>
      </p:sp>
      <p:sp>
        <p:nvSpPr>
          <p:cNvPr id="60" name="">
            <a:extLst xmlns:a="http://schemas.openxmlformats.org/drawingml/2006/main">
              <a:ext uri="{FF2B5EF4-FFF2-40B4-BE49-F238E27FC236}">
                <a16:creationId xmlns:a16="http://schemas.microsoft.com/office/drawing/2014/main" id="{1EE6622A-40DC-47A0-BA09-5AB394404315}"/>
              </a:ext>
            </a:extLst>
          </p:cNvPr>
          <p:cNvSpPr>
            <a:spLocks xmlns:a="http://schemas.openxmlformats.org/drawingml/2006/main" noGrp="1"/>
          </p:cNvSpPr>
          <p:nvPr/>
        </p:nvSpPr>
        <p:spPr>
          <a:xfrm xmlns:a="http://schemas.openxmlformats.org/drawingml/2006/main">
            <a:off x="8382000" y="3476625"/>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SL1 reunió 156 recorridos, el 67 % del total clasificado como ACEITE.</a:t>
            </a:r>
          </a:p>
        </p:txBody>
      </p:sp>
      <p:sp>
        <p:nvSpPr>
          <p:cNvPr id="61" name="">
            <a:extLst xmlns:a="http://schemas.openxmlformats.org/drawingml/2006/main">
              <a:ext uri="{FF2B5EF4-FFF2-40B4-BE49-F238E27FC236}">
                <a16:creationId xmlns:a16="http://schemas.microsoft.com/office/drawing/2014/main" id="{337940CC-B62D-497C-A867-5DE814BBDC28}"/>
              </a:ext>
            </a:extLst>
          </p:cNvPr>
          <p:cNvSpPr>
            <a:spLocks xmlns:a="http://schemas.openxmlformats.org/drawingml/2006/main" noGrp="1"/>
          </p:cNvSpPr>
          <p:nvPr/>
        </p:nvSpPr>
        <p:spPr>
          <a:xfrm xmlns:a="http://schemas.openxmlformats.org/drawingml/2006/main">
            <a:off x="904875" y="5238750"/>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62" name="denominator">
            <a:extLst xmlns:a="http://schemas.openxmlformats.org/drawingml/2006/main">
              <a:ext uri="{FF2B5EF4-FFF2-40B4-BE49-F238E27FC236}">
                <a16:creationId xmlns:a16="http://schemas.microsoft.com/office/drawing/2014/main" id="{D60EC642-CFF8-4934-952B-455DE027F740}"/>
              </a:ext>
            </a:extLst>
          </p:cNvPr>
          <p:cNvSpPr>
            <a:spLocks xmlns:a="http://schemas.openxmlformats.org/drawingml/2006/main" noGrp="1"/>
          </p:cNvSpPr>
          <p:nvPr/>
        </p:nvSpPr>
        <p:spPr>
          <a:xfrm xmlns:a="http://schemas.openxmlformats.org/drawingml/2006/main">
            <a:off x="1143000" y="5238750"/>
            <a:ext cx="1023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A5D52"/>
                </a:solidFill>
                <a:latin typeface="IBM Plex Sans"/>
                <a:ea typeface="IBM Plex Sans"/>
                <a:cs typeface="IBM Plex Sans"/>
              </a:defRPr>
            </a:pPr>
            <a:r>
              <a:rPr sz="1275" b="0">
                <a:solidFill>
                  <a:srgbClr val="4A5D52"/>
                </a:solidFill>
                <a:latin typeface="IBM Plex Sans"/>
                <a:ea typeface="IBM Plex Sans"/>
                <a:cs typeface="IBM Plex Sans"/>
              </a:rPr>
              <a:t>No comparar directamente con los 383 movimientos de Excel: 232 son recorridos de cámara clasificados y responden a otro denominador.</a:t>
            </a:r>
          </a:p>
        </p:txBody>
      </p:sp>
      <p:sp>
        <p:nvSpPr>
          <p:cNvPr id="63" name="footer">
            <a:extLst xmlns:a="http://schemas.openxmlformats.org/drawingml/2006/main">
              <a:ext uri="{FF2B5EF4-FFF2-40B4-BE49-F238E27FC236}">
                <a16:creationId xmlns:a16="http://schemas.microsoft.com/office/drawing/2014/main" id="{B6353E4C-2E51-4BA0-9381-B33E87E663BE}"/>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26</a:t>
            </a:r>
          </a:p>
        </p:txBody>
      </p:sp>
    </p:spTree>
    <p:extLst>
      <p:ext uri="{BB962C8B-B14F-4D97-AF65-F5344CB8AC3E}">
        <p14:creationId xmlns:p14="http://schemas.microsoft.com/office/powerpoint/2010/main" val="1572664819"/>
      </p:ext>
    </p:extLst>
  </p:cSld>
</p:sld>
</file>

<file path=ppt/slides/slide27.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591D33-B443-4155-9085-B77722F59FB4}"/>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05</a:t>
            </a:r>
            <a:endParaRPr sz="8000"/>
          </a:p>
        </p:txBody>
      </p:sp>
      <p:sp>
        <p:nvSpPr>
          <p:cNvPr id="3" name="Text 1">
            <a:extLst xmlns:a="http://schemas.openxmlformats.org/drawingml/2006/main">
              <a:ext uri="{FF2B5EF4-FFF2-40B4-BE49-F238E27FC236}">
                <a16:creationId xmlns:a16="http://schemas.microsoft.com/office/drawing/2014/main" id="{8EB470F3-AEE6-464E-B8D1-12BBB3068883}"/>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Sectores</a:t>
            </a:r>
            <a:endParaRPr sz="6000"/>
          </a:p>
        </p:txBody>
      </p:sp>
      <p:sp>
        <p:nvSpPr>
          <p:cNvPr id="4" name="Text 2">
            <a:extLst xmlns:a="http://schemas.openxmlformats.org/drawingml/2006/main">
              <a:ext uri="{FF2B5EF4-FFF2-40B4-BE49-F238E27FC236}">
                <a16:creationId xmlns:a16="http://schemas.microsoft.com/office/drawing/2014/main" id="{4F8CC538-52DD-4EB0-A740-86DB47594F6C}"/>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Calada, volcables y silos: dónde se concentró la actividad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ee67503f504a421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AFC6D98-042F-418A-8956-552F0B41EEA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23</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e5bfb68a317f4fb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20205938"/>
      </p:ext>
    </p:extLst>
  </p:cSld>
</p:sld>
</file>

<file path=ppt/slides/slide2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7AC14EB-0AFA-43DB-9964-2048DCC78440}"/>
              </a:ext>
            </a:extLst>
          </p:cNvPr>
          <p:cNvSpPr>
            <a:spLocks xmlns:a="http://schemas.openxmlformats.org/drawingml/2006/main" noGrp="1"/>
          </p:cNvSpPr>
          <p:nvPr/>
        </p:nvSpPr>
        <p:spPr>
          <a:xfrm xmlns:a="http://schemas.openxmlformats.org/drawingml/2006/main">
            <a:off x="812800" y="711200"/>
            <a:ext cx="1917898" cy="289520"/>
          </a:xfrm>
          <a:custGeom xmlns:a="http://schemas.openxmlformats.org/drawingml/2006/main">
            <a:rect l="l" t="t" r="r" b="b"/>
            <a:pathLst>
              <a:path w="1917898" h="289520">
                <a:moveTo>
                  <a:pt x="144760" y="0"/>
                </a:moveTo>
                <a:lnTo>
                  <a:pt x="1773138" y="0"/>
                </a:lnTo>
                <a:arcTo wR="144760" hR="144760" stAng="16200000" swAng="5400000"/>
                <a:lnTo>
                  <a:pt x="191789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CALADA</a:t>
            </a:r>
            <a:endParaRPr sz="1200"/>
          </a:p>
        </p:txBody>
      </p:sp>
      <p:sp>
        <p:nvSpPr>
          <p:cNvPr id="3" name="Text 1">
            <a:extLst xmlns:a="http://schemas.openxmlformats.org/drawingml/2006/main">
              <a:ext uri="{FF2B5EF4-FFF2-40B4-BE49-F238E27FC236}">
                <a16:creationId xmlns:a16="http://schemas.microsoft.com/office/drawing/2014/main" id="{CC6AA079-82D4-4D06-BBBF-9A65787ECDF7}"/>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Calada con menos recorridos: las calles 3 y 4 hicieron el 87 %</a:t>
            </a:r>
            <a:endParaRPr sz="3200"/>
          </a:p>
        </p:txBody>
      </p:sp>
      <p:sp>
        <p:nvSpPr>
          <p:cNvPr id="4" name="Text 2">
            <a:extLst xmlns:a="http://schemas.openxmlformats.org/drawingml/2006/main">
              <a:ext uri="{FF2B5EF4-FFF2-40B4-BE49-F238E27FC236}">
                <a16:creationId xmlns:a16="http://schemas.microsoft.com/office/drawing/2014/main" id="{6983EF90-5631-48DD-BCFA-0DDD80C8E995}"/>
              </a:ext>
            </a:extLst>
          </p:cNvPr>
          <p:cNvSpPr>
            <a:spLocks xmlns:a="http://schemas.openxmlformats.org/drawingml/2006/main" noGrp="1"/>
          </p:cNvSpPr>
          <p:nvPr/>
        </p:nvSpPr>
        <p:spPr>
          <a:xfrm xmlns:a="http://schemas.openxmlformats.org/drawingml/2006/main">
            <a:off x="812800" y="2174081"/>
            <a:ext cx="575564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Calada sólida Ricardone · recorridos de cámara por calle (17 pasaron por dos)</a:t>
            </a:r>
            <a:endParaRPr sz="1200"/>
          </a:p>
        </p:txBody>
      </p:sp>
      <p:sp>
        <p:nvSpPr>
          <p:cNvPr id="5" name="Text 3">
            <a:extLst xmlns:a="http://schemas.openxmlformats.org/drawingml/2006/main">
              <a:ext uri="{FF2B5EF4-FFF2-40B4-BE49-F238E27FC236}">
                <a16:creationId xmlns:a16="http://schemas.microsoft.com/office/drawing/2014/main" id="{CC302ADC-B9FC-49BF-9BEB-9CE734CC394F}"/>
              </a:ext>
            </a:extLst>
          </p:cNvPr>
          <p:cNvSpPr>
            <a:spLocks xmlns:a="http://schemas.openxmlformats.org/drawingml/2006/main" noGrp="1"/>
          </p:cNvSpPr>
          <p:nvPr/>
        </p:nvSpPr>
        <p:spPr>
          <a:xfrm xmlns:a="http://schemas.openxmlformats.org/drawingml/2006/main">
            <a:off x="812800" y="2542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4</a:t>
            </a:r>
            <a:endParaRPr sz="1400"/>
          </a:p>
        </p:txBody>
      </p:sp>
      <p:sp>
        <p:nvSpPr>
          <p:cNvPr id="6" name="Shape 4">
            <a:extLst xmlns:a="http://schemas.openxmlformats.org/drawingml/2006/main">
              <a:ext uri="{FF2B5EF4-FFF2-40B4-BE49-F238E27FC236}">
                <a16:creationId xmlns:a16="http://schemas.microsoft.com/office/drawing/2014/main" id="{10CBEA03-8C84-40AA-9EC0-9F1C0F8C616D}"/>
              </a:ext>
            </a:extLst>
          </p:cNvPr>
          <p:cNvSpPr>
            <a:spLocks xmlns:a="http://schemas.openxmlformats.org/drawingml/2006/main" noGrp="1"/>
          </p:cNvSpPr>
          <p:nvPr/>
        </p:nvSpPr>
        <p:spPr>
          <a:xfrm xmlns:a="http://schemas.openxmlformats.org/drawingml/2006/main">
            <a:off x="1828800" y="2514402"/>
            <a:ext cx="3556000" cy="304800"/>
          </a:xfrm>
          <a:custGeom xmlns:a="http://schemas.openxmlformats.org/drawingml/2006/main">
            <a:rect l="l" t="t" r="r" b="b"/>
            <a:pathLst>
              <a:path w="3556000" h="304800">
                <a:moveTo>
                  <a:pt x="0" y="0"/>
                </a:moveTo>
                <a:lnTo>
                  <a:pt x="3505200" y="0"/>
                </a:lnTo>
                <a:arcTo wR="50800" hR="50800" stAng="16200000" swAng="5400000"/>
                <a:lnTo>
                  <a:pt x="3556000" y="254000"/>
                </a:lnTo>
                <a:arcTo wR="50800" hR="50800" stAng="0" swAng="5400000"/>
                <a:lnTo>
                  <a:pt x="0" y="304800"/>
                </a:lnTo>
                <a:lnTo>
                  <a:pt x="0" y="0"/>
                </a:lnTo>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0A17CDE2-DC69-414E-B7FD-BADFCAD256A7}"/>
              </a:ext>
            </a:extLst>
          </p:cNvPr>
          <p:cNvSpPr>
            <a:spLocks xmlns:a="http://schemas.openxmlformats.org/drawingml/2006/main" noGrp="1"/>
          </p:cNvSpPr>
          <p:nvPr/>
        </p:nvSpPr>
        <p:spPr>
          <a:xfrm xmlns:a="http://schemas.openxmlformats.org/drawingml/2006/main">
            <a:off x="5511800" y="25423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716</a:t>
            </a:r>
            <a:endParaRPr sz="1400"/>
          </a:p>
        </p:txBody>
      </p:sp>
      <p:sp>
        <p:nvSpPr>
          <p:cNvPr id="8" name="Text 6">
            <a:extLst xmlns:a="http://schemas.openxmlformats.org/drawingml/2006/main">
              <a:ext uri="{FF2B5EF4-FFF2-40B4-BE49-F238E27FC236}">
                <a16:creationId xmlns:a16="http://schemas.microsoft.com/office/drawing/2014/main" id="{556423A2-A56B-40A7-99DD-8BFAF6C7E15D}"/>
              </a:ext>
            </a:extLst>
          </p:cNvPr>
          <p:cNvSpPr>
            <a:spLocks xmlns:a="http://schemas.openxmlformats.org/drawingml/2006/main" noGrp="1"/>
          </p:cNvSpPr>
          <p:nvPr/>
        </p:nvSpPr>
        <p:spPr>
          <a:xfrm xmlns:a="http://schemas.openxmlformats.org/drawingml/2006/main">
            <a:off x="812800" y="29741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3</a:t>
            </a:r>
            <a:endParaRPr sz="1400"/>
          </a:p>
        </p:txBody>
      </p:sp>
      <p:sp>
        <p:nvSpPr>
          <p:cNvPr id="9" name="Shape 7">
            <a:extLst xmlns:a="http://schemas.openxmlformats.org/drawingml/2006/main">
              <a:ext uri="{FF2B5EF4-FFF2-40B4-BE49-F238E27FC236}">
                <a16:creationId xmlns:a16="http://schemas.microsoft.com/office/drawing/2014/main" id="{A534CFE2-7418-49DF-AB09-15D3B11549D1}"/>
              </a:ext>
            </a:extLst>
          </p:cNvPr>
          <p:cNvSpPr>
            <a:spLocks xmlns:a="http://schemas.openxmlformats.org/drawingml/2006/main" noGrp="1"/>
          </p:cNvSpPr>
          <p:nvPr/>
        </p:nvSpPr>
        <p:spPr>
          <a:xfrm xmlns:a="http://schemas.openxmlformats.org/drawingml/2006/main">
            <a:off x="1828800" y="2946202"/>
            <a:ext cx="2813050" cy="304800"/>
          </a:xfrm>
          <a:custGeom xmlns:a="http://schemas.openxmlformats.org/drawingml/2006/main">
            <a:rect l="l" t="t" r="r" b="b"/>
            <a:pathLst>
              <a:path w="2813050" h="304800">
                <a:moveTo>
                  <a:pt x="0" y="0"/>
                </a:moveTo>
                <a:lnTo>
                  <a:pt x="2762250" y="0"/>
                </a:lnTo>
                <a:arcTo wR="50800" hR="50800" stAng="16200000" swAng="5400000"/>
                <a:lnTo>
                  <a:pt x="2813050" y="254000"/>
                </a:lnTo>
                <a:arcTo wR="50800" hR="50800" stAng="0" swAng="5400000"/>
                <a:lnTo>
                  <a:pt x="0" y="304800"/>
                </a:lnTo>
                <a:lnTo>
                  <a:pt x="0" y="0"/>
                </a:lnTo>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DF53F69F-A61C-41D5-861F-43DE074EA76A}"/>
              </a:ext>
            </a:extLst>
          </p:cNvPr>
          <p:cNvSpPr>
            <a:spLocks xmlns:a="http://schemas.openxmlformats.org/drawingml/2006/main" noGrp="1"/>
          </p:cNvSpPr>
          <p:nvPr/>
        </p:nvSpPr>
        <p:spPr>
          <a:xfrm xmlns:a="http://schemas.openxmlformats.org/drawingml/2006/main">
            <a:off x="4768850" y="29741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566</a:t>
            </a:r>
            <a:endParaRPr sz="1400"/>
          </a:p>
        </p:txBody>
      </p:sp>
      <p:sp>
        <p:nvSpPr>
          <p:cNvPr id="11" name="Text 9">
            <a:extLst xmlns:a="http://schemas.openxmlformats.org/drawingml/2006/main">
              <a:ext uri="{FF2B5EF4-FFF2-40B4-BE49-F238E27FC236}">
                <a16:creationId xmlns:a16="http://schemas.microsoft.com/office/drawing/2014/main" id="{2D8E1CD3-61EA-4A8E-A1A5-216AFA1403F8}"/>
              </a:ext>
            </a:extLst>
          </p:cNvPr>
          <p:cNvSpPr>
            <a:spLocks xmlns:a="http://schemas.openxmlformats.org/drawingml/2006/main" noGrp="1"/>
          </p:cNvSpPr>
          <p:nvPr/>
        </p:nvSpPr>
        <p:spPr>
          <a:xfrm xmlns:a="http://schemas.openxmlformats.org/drawingml/2006/main">
            <a:off x="812800" y="34059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2</a:t>
            </a:r>
            <a:endParaRPr sz="1400"/>
          </a:p>
        </p:txBody>
      </p:sp>
      <p:sp>
        <p:nvSpPr>
          <p:cNvPr id="12" name="Shape 10">
            <a:extLst xmlns:a="http://schemas.openxmlformats.org/drawingml/2006/main">
              <a:ext uri="{FF2B5EF4-FFF2-40B4-BE49-F238E27FC236}">
                <a16:creationId xmlns:a16="http://schemas.microsoft.com/office/drawing/2014/main" id="{0FF3143C-CC3B-4BB2-836E-D3E3DF553ECD}"/>
              </a:ext>
            </a:extLst>
          </p:cNvPr>
          <p:cNvSpPr>
            <a:spLocks xmlns:a="http://schemas.openxmlformats.org/drawingml/2006/main" noGrp="1"/>
          </p:cNvSpPr>
          <p:nvPr/>
        </p:nvSpPr>
        <p:spPr>
          <a:xfrm xmlns:a="http://schemas.openxmlformats.org/drawingml/2006/main">
            <a:off x="1828800" y="3378002"/>
            <a:ext cx="552450" cy="304800"/>
          </a:xfrm>
          <a:custGeom xmlns:a="http://schemas.openxmlformats.org/drawingml/2006/main">
            <a:rect l="l" t="t" r="r" b="b"/>
            <a:pathLst>
              <a:path w="552450" h="304800">
                <a:moveTo>
                  <a:pt x="0" y="0"/>
                </a:moveTo>
                <a:lnTo>
                  <a:pt x="501650" y="0"/>
                </a:lnTo>
                <a:arcTo wR="50800" hR="50800" stAng="16200000" swAng="5400000"/>
                <a:lnTo>
                  <a:pt x="552450" y="254000"/>
                </a:lnTo>
                <a:arcTo wR="50800" hR="50800" stAng="0" swAng="5400000"/>
                <a:lnTo>
                  <a:pt x="0" y="304800"/>
                </a:lnTo>
                <a:lnTo>
                  <a:pt x="0" y="0"/>
                </a:lnTo>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51DC7026-BF8A-4559-95AE-2FC94748A3F7}"/>
              </a:ext>
            </a:extLst>
          </p:cNvPr>
          <p:cNvSpPr>
            <a:spLocks xmlns:a="http://schemas.openxmlformats.org/drawingml/2006/main" noGrp="1"/>
          </p:cNvSpPr>
          <p:nvPr/>
        </p:nvSpPr>
        <p:spPr>
          <a:xfrm xmlns:a="http://schemas.openxmlformats.org/drawingml/2006/main">
            <a:off x="2508250" y="34059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111</a:t>
            </a:r>
            <a:endParaRPr sz="1400"/>
          </a:p>
        </p:txBody>
      </p:sp>
      <p:sp>
        <p:nvSpPr>
          <p:cNvPr id="14" name="Text 12">
            <a:extLst xmlns:a="http://schemas.openxmlformats.org/drawingml/2006/main">
              <a:ext uri="{FF2B5EF4-FFF2-40B4-BE49-F238E27FC236}">
                <a16:creationId xmlns:a16="http://schemas.microsoft.com/office/drawing/2014/main" id="{E52AAD72-6D04-493C-AE78-80A10207AB28}"/>
              </a:ext>
            </a:extLst>
          </p:cNvPr>
          <p:cNvSpPr>
            <a:spLocks xmlns:a="http://schemas.openxmlformats.org/drawingml/2006/main" noGrp="1"/>
          </p:cNvSpPr>
          <p:nvPr/>
        </p:nvSpPr>
        <p:spPr>
          <a:xfrm xmlns:a="http://schemas.openxmlformats.org/drawingml/2006/main">
            <a:off x="812800" y="38377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1</a:t>
            </a:r>
            <a:endParaRPr sz="1400"/>
          </a:p>
        </p:txBody>
      </p:sp>
      <p:sp>
        <p:nvSpPr>
          <p:cNvPr id="15" name="Shape 13">
            <a:extLst xmlns:a="http://schemas.openxmlformats.org/drawingml/2006/main">
              <a:ext uri="{FF2B5EF4-FFF2-40B4-BE49-F238E27FC236}">
                <a16:creationId xmlns:a16="http://schemas.microsoft.com/office/drawing/2014/main" id="{107721EB-9879-43B8-A058-D11B8F4DCE0D}"/>
              </a:ext>
            </a:extLst>
          </p:cNvPr>
          <p:cNvSpPr>
            <a:spLocks xmlns:a="http://schemas.openxmlformats.org/drawingml/2006/main" noGrp="1"/>
          </p:cNvSpPr>
          <p:nvPr/>
        </p:nvSpPr>
        <p:spPr>
          <a:xfrm xmlns:a="http://schemas.openxmlformats.org/drawingml/2006/main">
            <a:off x="1828800" y="3809802"/>
            <a:ext cx="368300" cy="304800"/>
          </a:xfrm>
          <a:custGeom xmlns:a="http://schemas.openxmlformats.org/drawingml/2006/main">
            <a:rect l="l" t="t" r="r" b="b"/>
            <a:pathLst>
              <a:path w="368300" h="304800">
                <a:moveTo>
                  <a:pt x="0" y="0"/>
                </a:moveTo>
                <a:lnTo>
                  <a:pt x="317500" y="0"/>
                </a:lnTo>
                <a:arcTo wR="50800" hR="50800" stAng="16200000" swAng="5400000"/>
                <a:lnTo>
                  <a:pt x="368300" y="254000"/>
                </a:lnTo>
                <a:arcTo wR="50800" hR="50800" stAng="0" swAng="5400000"/>
                <a:lnTo>
                  <a:pt x="0" y="304800"/>
                </a:lnTo>
                <a:lnTo>
                  <a:pt x="0" y="0"/>
                </a:lnTo>
                <a:close/>
              </a:path>
            </a:pathLst>
          </a:custGeom>
          <a:solidFill xmlns:a="http://schemas.openxmlformats.org/drawingml/2006/main">
            <a:srgbClr val="9CCBAE"/>
          </a:solidFill>
        </p:spPr>
      </p:sp>
      <p:sp>
        <p:nvSpPr>
          <p:cNvPr id="16" name="Text 14">
            <a:extLst xmlns:a="http://schemas.openxmlformats.org/drawingml/2006/main">
              <a:ext uri="{FF2B5EF4-FFF2-40B4-BE49-F238E27FC236}">
                <a16:creationId xmlns:a16="http://schemas.microsoft.com/office/drawing/2014/main" id="{4DCDB32C-001B-4671-806D-C6BB7D16851A}"/>
              </a:ext>
            </a:extLst>
          </p:cNvPr>
          <p:cNvSpPr>
            <a:spLocks xmlns:a="http://schemas.openxmlformats.org/drawingml/2006/main" noGrp="1"/>
          </p:cNvSpPr>
          <p:nvPr/>
        </p:nvSpPr>
        <p:spPr>
          <a:xfrm xmlns:a="http://schemas.openxmlformats.org/drawingml/2006/main">
            <a:off x="2324100" y="3837781"/>
            <a:ext cx="26422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74</a:t>
            </a:r>
            <a:endParaRPr sz="1400"/>
          </a:p>
        </p:txBody>
      </p:sp>
      <p:sp>
        <p:nvSpPr>
          <p:cNvPr id="17" name="Text 15">
            <a:extLst xmlns:a="http://schemas.openxmlformats.org/drawingml/2006/main">
              <a:ext uri="{FF2B5EF4-FFF2-40B4-BE49-F238E27FC236}">
                <a16:creationId xmlns:a16="http://schemas.microsoft.com/office/drawing/2014/main" id="{7D9557D2-8E9A-49FC-8B57-D830347B3BF4}"/>
              </a:ext>
            </a:extLst>
          </p:cNvPr>
          <p:cNvSpPr>
            <a:spLocks xmlns:a="http://schemas.openxmlformats.org/drawingml/2006/main" noGrp="1"/>
          </p:cNvSpPr>
          <p:nvPr/>
        </p:nvSpPr>
        <p:spPr>
          <a:xfrm xmlns:a="http://schemas.openxmlformats.org/drawingml/2006/main">
            <a:off x="812800" y="42695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6</a:t>
            </a:r>
            <a:endParaRPr sz="1400"/>
          </a:p>
        </p:txBody>
      </p:sp>
      <p:sp>
        <p:nvSpPr>
          <p:cNvPr id="18" name="Shape 16">
            <a:extLst xmlns:a="http://schemas.openxmlformats.org/drawingml/2006/main">
              <a:ext uri="{FF2B5EF4-FFF2-40B4-BE49-F238E27FC236}">
                <a16:creationId xmlns:a16="http://schemas.microsoft.com/office/drawing/2014/main" id="{2908E930-B255-402F-A629-EE95521181F7}"/>
              </a:ext>
            </a:extLst>
          </p:cNvPr>
          <p:cNvSpPr>
            <a:spLocks xmlns:a="http://schemas.openxmlformats.org/drawingml/2006/main" noGrp="1"/>
          </p:cNvSpPr>
          <p:nvPr/>
        </p:nvSpPr>
        <p:spPr>
          <a:xfrm xmlns:a="http://schemas.openxmlformats.org/drawingml/2006/main">
            <a:off x="1828800" y="42416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19" name="Text 17">
            <a:extLst xmlns:a="http://schemas.openxmlformats.org/drawingml/2006/main">
              <a:ext uri="{FF2B5EF4-FFF2-40B4-BE49-F238E27FC236}">
                <a16:creationId xmlns:a16="http://schemas.microsoft.com/office/drawing/2014/main" id="{556C5D0F-504C-4126-884B-54B308CC96EC}"/>
              </a:ext>
            </a:extLst>
          </p:cNvPr>
          <p:cNvSpPr>
            <a:spLocks xmlns:a="http://schemas.openxmlformats.org/drawingml/2006/main" noGrp="1"/>
          </p:cNvSpPr>
          <p:nvPr/>
        </p:nvSpPr>
        <p:spPr>
          <a:xfrm xmlns:a="http://schemas.openxmlformats.org/drawingml/2006/main">
            <a:off x="1993900" y="42695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a:t>
            </a:r>
            <a:endParaRPr sz="1400"/>
          </a:p>
        </p:txBody>
      </p:sp>
      <p:sp>
        <p:nvSpPr>
          <p:cNvPr id="20" name="Text 18">
            <a:extLst xmlns:a="http://schemas.openxmlformats.org/drawingml/2006/main">
              <a:ext uri="{FF2B5EF4-FFF2-40B4-BE49-F238E27FC236}">
                <a16:creationId xmlns:a16="http://schemas.microsoft.com/office/drawing/2014/main" id="{18DF05CE-66F7-4791-BFFE-A3F31D72838E}"/>
              </a:ext>
            </a:extLst>
          </p:cNvPr>
          <p:cNvSpPr>
            <a:spLocks xmlns:a="http://schemas.openxmlformats.org/drawingml/2006/main" noGrp="1"/>
          </p:cNvSpPr>
          <p:nvPr/>
        </p:nvSpPr>
        <p:spPr>
          <a:xfrm xmlns:a="http://schemas.openxmlformats.org/drawingml/2006/main">
            <a:off x="812800" y="4701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5</a:t>
            </a:r>
            <a:endParaRPr sz="1400"/>
          </a:p>
        </p:txBody>
      </p:sp>
      <p:sp>
        <p:nvSpPr>
          <p:cNvPr id="21" name="Shape 19">
            <a:extLst xmlns:a="http://schemas.openxmlformats.org/drawingml/2006/main">
              <a:ext uri="{FF2B5EF4-FFF2-40B4-BE49-F238E27FC236}">
                <a16:creationId xmlns:a16="http://schemas.microsoft.com/office/drawing/2014/main" id="{541C7636-4A6D-485B-9B13-C32F4A23EDD1}"/>
              </a:ext>
            </a:extLst>
          </p:cNvPr>
          <p:cNvSpPr>
            <a:spLocks xmlns:a="http://schemas.openxmlformats.org/drawingml/2006/main" noGrp="1"/>
          </p:cNvSpPr>
          <p:nvPr/>
        </p:nvSpPr>
        <p:spPr>
          <a:xfrm xmlns:a="http://schemas.openxmlformats.org/drawingml/2006/main">
            <a:off x="1828800" y="46734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22" name="Text 20">
            <a:extLst xmlns:a="http://schemas.openxmlformats.org/drawingml/2006/main">
              <a:ext uri="{FF2B5EF4-FFF2-40B4-BE49-F238E27FC236}">
                <a16:creationId xmlns:a16="http://schemas.microsoft.com/office/drawing/2014/main" id="{E34804CC-8CAD-4FFC-B5E3-75C61358D491}"/>
              </a:ext>
            </a:extLst>
          </p:cNvPr>
          <p:cNvSpPr>
            <a:spLocks xmlns:a="http://schemas.openxmlformats.org/drawingml/2006/main" noGrp="1"/>
          </p:cNvSpPr>
          <p:nvPr/>
        </p:nvSpPr>
        <p:spPr>
          <a:xfrm xmlns:a="http://schemas.openxmlformats.org/drawingml/2006/main">
            <a:off x="1993900" y="47013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0</a:t>
            </a:r>
            <a:endParaRPr sz="1400"/>
          </a:p>
        </p:txBody>
      </p:sp>
      <p:sp>
        <p:nvSpPr>
          <p:cNvPr id="23" name="Text 21">
            <a:extLst xmlns:a="http://schemas.openxmlformats.org/drawingml/2006/main">
              <a:ext uri="{FF2B5EF4-FFF2-40B4-BE49-F238E27FC236}">
                <a16:creationId xmlns:a16="http://schemas.microsoft.com/office/drawing/2014/main" id="{D40E9BD2-91E5-4D26-95E6-4537C32B6B2A}"/>
              </a:ext>
            </a:extLst>
          </p:cNvPr>
          <p:cNvSpPr>
            <a:spLocks xmlns:a="http://schemas.openxmlformats.org/drawingml/2006/main" noGrp="1"/>
          </p:cNvSpPr>
          <p:nvPr/>
        </p:nvSpPr>
        <p:spPr>
          <a:xfrm xmlns:a="http://schemas.openxmlformats.org/drawingml/2006/main">
            <a:off x="6756400" y="2174081"/>
            <a:ext cx="47614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Horas con actividad, sobre 168</a:t>
            </a:r>
            <a:endParaRPr sz="1200"/>
          </a:p>
        </p:txBody>
      </p:sp>
      <p:sp>
        <p:nvSpPr>
          <p:cNvPr id="24" name="Shape 22">
            <a:extLst xmlns:a="http://schemas.openxmlformats.org/drawingml/2006/main">
              <a:ext uri="{FF2B5EF4-FFF2-40B4-BE49-F238E27FC236}">
                <a16:creationId xmlns:a16="http://schemas.microsoft.com/office/drawing/2014/main" id="{4661A74B-C1AA-4336-87C8-EA3066FCEC53}"/>
              </a:ext>
            </a:extLst>
          </p:cNvPr>
          <p:cNvSpPr>
            <a:spLocks xmlns:a="http://schemas.openxmlformats.org/drawingml/2006/main" noGrp="1"/>
          </p:cNvSpPr>
          <p:nvPr/>
        </p:nvSpPr>
        <p:spPr>
          <a:xfrm xmlns:a="http://schemas.openxmlformats.org/drawingml/2006/main">
            <a:off x="6759575" y="25175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61E6E910-741E-4C6C-9D89-41FF1246BAD0}"/>
              </a:ext>
            </a:extLst>
          </p:cNvPr>
          <p:cNvSpPr>
            <a:spLocks xmlns:a="http://schemas.openxmlformats.org/drawingml/2006/main" noGrp="1"/>
          </p:cNvSpPr>
          <p:nvPr/>
        </p:nvSpPr>
        <p:spPr>
          <a:xfrm xmlns:a="http://schemas.openxmlformats.org/drawingml/2006/main">
            <a:off x="6915150" y="2622352"/>
            <a:ext cx="183348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sólida</a:t>
            </a:r>
            <a:endParaRPr sz="1300"/>
          </a:p>
        </p:txBody>
      </p:sp>
      <p:sp>
        <p:nvSpPr>
          <p:cNvPr id="26" name="Text 24">
            <a:extLst xmlns:a="http://schemas.openxmlformats.org/drawingml/2006/main">
              <a:ext uri="{FF2B5EF4-FFF2-40B4-BE49-F238E27FC236}">
                <a16:creationId xmlns:a16="http://schemas.microsoft.com/office/drawing/2014/main" id="{7C91CA88-054F-4194-9ACD-2D354BCD4C0B}"/>
              </a:ext>
            </a:extLst>
          </p:cNvPr>
          <p:cNvSpPr>
            <a:spLocks xmlns:a="http://schemas.openxmlformats.org/drawingml/2006/main" noGrp="1"/>
          </p:cNvSpPr>
          <p:nvPr/>
        </p:nvSpPr>
        <p:spPr>
          <a:xfrm xmlns:a="http://schemas.openxmlformats.org/drawingml/2006/main">
            <a:off x="6915150" y="2866132"/>
            <a:ext cx="21361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en 146 h</a:t>
            </a:r>
            <a:endParaRPr sz="1200"/>
          </a:p>
        </p:txBody>
      </p:sp>
      <p:sp>
        <p:nvSpPr>
          <p:cNvPr id="27" name="Text 25">
            <a:extLst xmlns:a="http://schemas.openxmlformats.org/drawingml/2006/main">
              <a:ext uri="{FF2B5EF4-FFF2-40B4-BE49-F238E27FC236}">
                <a16:creationId xmlns:a16="http://schemas.microsoft.com/office/drawing/2014/main" id="{C70D6C8A-660F-42D0-8D54-7EFC502EECFA}"/>
              </a:ext>
            </a:extLst>
          </p:cNvPr>
          <p:cNvSpPr>
            <a:spLocks xmlns:a="http://schemas.openxmlformats.org/drawingml/2006/main" noGrp="1"/>
          </p:cNvSpPr>
          <p:nvPr/>
        </p:nvSpPr>
        <p:spPr>
          <a:xfrm xmlns:a="http://schemas.openxmlformats.org/drawingml/2006/main">
            <a:off x="10417016" y="2655292"/>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0B5638"/>
                </a:solidFill>
                <a:latin typeface="IBM Plex Sans"/>
                <a:ea typeface="IBM Plex Sans"/>
                <a:cs typeface="IBM Plex Sans"/>
              </a:rPr>
              <a:t>87 %</a:t>
            </a:r>
            <a:endParaRPr sz="2200"/>
          </a:p>
        </p:txBody>
      </p:sp>
      <p:sp>
        <p:nvSpPr>
          <p:cNvPr id="28" name="Shape 26">
            <a:extLst xmlns:a="http://schemas.openxmlformats.org/drawingml/2006/main">
              <a:ext uri="{FF2B5EF4-FFF2-40B4-BE49-F238E27FC236}">
                <a16:creationId xmlns:a16="http://schemas.microsoft.com/office/drawing/2014/main" id="{14ABD1F2-DA1A-4804-9186-0D885E57B7A0}"/>
              </a:ext>
            </a:extLst>
          </p:cNvPr>
          <p:cNvSpPr>
            <a:spLocks xmlns:a="http://schemas.openxmlformats.org/drawingml/2006/main" noGrp="1"/>
          </p:cNvSpPr>
          <p:nvPr/>
        </p:nvSpPr>
        <p:spPr>
          <a:xfrm xmlns:a="http://schemas.openxmlformats.org/drawingml/2006/main">
            <a:off x="6759575" y="32921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088BB36D-507A-494C-A138-811F64DD3343}"/>
              </a:ext>
            </a:extLst>
          </p:cNvPr>
          <p:cNvSpPr>
            <a:spLocks xmlns:a="http://schemas.openxmlformats.org/drawingml/2006/main" noGrp="1"/>
          </p:cNvSpPr>
          <p:nvPr/>
        </p:nvSpPr>
        <p:spPr>
          <a:xfrm xmlns:a="http://schemas.openxmlformats.org/drawingml/2006/main">
            <a:off x="6915150" y="3396952"/>
            <a:ext cx="169803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líquida</a:t>
            </a:r>
            <a:endParaRPr sz="1300"/>
          </a:p>
        </p:txBody>
      </p:sp>
      <p:sp>
        <p:nvSpPr>
          <p:cNvPr id="30" name="Text 28">
            <a:extLst xmlns:a="http://schemas.openxmlformats.org/drawingml/2006/main">
              <a:ext uri="{FF2B5EF4-FFF2-40B4-BE49-F238E27FC236}">
                <a16:creationId xmlns:a16="http://schemas.microsoft.com/office/drawing/2014/main" id="{DA82C9AA-FEF4-486F-8464-9786FF3B4C17}"/>
              </a:ext>
            </a:extLst>
          </p:cNvPr>
          <p:cNvSpPr>
            <a:spLocks xmlns:a="http://schemas.openxmlformats.org/drawingml/2006/main" noGrp="1"/>
          </p:cNvSpPr>
          <p:nvPr/>
        </p:nvSpPr>
        <p:spPr>
          <a:xfrm xmlns:a="http://schemas.openxmlformats.org/drawingml/2006/main">
            <a:off x="6915150" y="3640733"/>
            <a:ext cx="19766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562 recorridos en 121 h</a:t>
            </a:r>
            <a:endParaRPr sz="1200"/>
          </a:p>
        </p:txBody>
      </p:sp>
      <p:sp>
        <p:nvSpPr>
          <p:cNvPr id="31" name="Text 29">
            <a:extLst xmlns:a="http://schemas.openxmlformats.org/drawingml/2006/main">
              <a:ext uri="{FF2B5EF4-FFF2-40B4-BE49-F238E27FC236}">
                <a16:creationId xmlns:a16="http://schemas.microsoft.com/office/drawing/2014/main" id="{B3450279-9AC5-4E54-BD69-459814AE24D5}"/>
              </a:ext>
            </a:extLst>
          </p:cNvPr>
          <p:cNvSpPr>
            <a:spLocks xmlns:a="http://schemas.openxmlformats.org/drawingml/2006/main" noGrp="1"/>
          </p:cNvSpPr>
          <p:nvPr/>
        </p:nvSpPr>
        <p:spPr>
          <a:xfrm xmlns:a="http://schemas.openxmlformats.org/drawingml/2006/main">
            <a:off x="10417016" y="3429893"/>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72 %</a:t>
            </a:r>
            <a:endParaRPr sz="2200"/>
          </a:p>
        </p:txBody>
      </p:sp>
      <p:sp>
        <p:nvSpPr>
          <p:cNvPr id="32" name="Shape 30">
            <a:extLst xmlns:a="http://schemas.openxmlformats.org/drawingml/2006/main">
              <a:ext uri="{FF2B5EF4-FFF2-40B4-BE49-F238E27FC236}">
                <a16:creationId xmlns:a16="http://schemas.microsoft.com/office/drawing/2014/main" id="{316178F2-5F89-456E-8D36-4A7DE8D23508}"/>
              </a:ext>
            </a:extLst>
          </p:cNvPr>
          <p:cNvSpPr>
            <a:spLocks xmlns:a="http://schemas.openxmlformats.org/drawingml/2006/main" noGrp="1"/>
          </p:cNvSpPr>
          <p:nvPr/>
        </p:nvSpPr>
        <p:spPr>
          <a:xfrm xmlns:a="http://schemas.openxmlformats.org/drawingml/2006/main">
            <a:off x="6759575" y="4066778"/>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33" name="Text 31">
            <a:extLst xmlns:a="http://schemas.openxmlformats.org/drawingml/2006/main">
              <a:ext uri="{FF2B5EF4-FFF2-40B4-BE49-F238E27FC236}">
                <a16:creationId xmlns:a16="http://schemas.microsoft.com/office/drawing/2014/main" id="{10973F95-BECB-4357-82EA-A6AA9FEE38E5}"/>
              </a:ext>
            </a:extLst>
          </p:cNvPr>
          <p:cNvSpPr>
            <a:spLocks xmlns:a="http://schemas.openxmlformats.org/drawingml/2006/main" noGrp="1"/>
          </p:cNvSpPr>
          <p:nvPr/>
        </p:nvSpPr>
        <p:spPr>
          <a:xfrm xmlns:a="http://schemas.openxmlformats.org/drawingml/2006/main">
            <a:off x="6915150" y="4171553"/>
            <a:ext cx="160655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San Lorenzo</a:t>
            </a:r>
            <a:endParaRPr sz="1300"/>
          </a:p>
        </p:txBody>
      </p:sp>
      <p:sp>
        <p:nvSpPr>
          <p:cNvPr id="34" name="Text 32">
            <a:extLst xmlns:a="http://schemas.openxmlformats.org/drawingml/2006/main">
              <a:ext uri="{FF2B5EF4-FFF2-40B4-BE49-F238E27FC236}">
                <a16:creationId xmlns:a16="http://schemas.microsoft.com/office/drawing/2014/main" id="{A219F5D1-F603-4980-95B6-3A1041A3D1DD}"/>
              </a:ext>
            </a:extLst>
          </p:cNvPr>
          <p:cNvSpPr>
            <a:spLocks xmlns:a="http://schemas.openxmlformats.org/drawingml/2006/main" noGrp="1"/>
          </p:cNvSpPr>
          <p:nvPr/>
        </p:nvSpPr>
        <p:spPr>
          <a:xfrm xmlns:a="http://schemas.openxmlformats.org/drawingml/2006/main">
            <a:off x="6915150" y="4415334"/>
            <a:ext cx="18669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215 recorridos en 74 h</a:t>
            </a:r>
            <a:endParaRPr sz="1200"/>
          </a:p>
        </p:txBody>
      </p:sp>
      <p:sp>
        <p:nvSpPr>
          <p:cNvPr id="35" name="Text 33">
            <a:extLst xmlns:a="http://schemas.openxmlformats.org/drawingml/2006/main">
              <a:ext uri="{FF2B5EF4-FFF2-40B4-BE49-F238E27FC236}">
                <a16:creationId xmlns:a16="http://schemas.microsoft.com/office/drawing/2014/main" id="{59229377-6806-4F74-95BA-8AB5540B064D}"/>
              </a:ext>
            </a:extLst>
          </p:cNvPr>
          <p:cNvSpPr>
            <a:spLocks xmlns:a="http://schemas.openxmlformats.org/drawingml/2006/main" noGrp="1"/>
          </p:cNvSpPr>
          <p:nvPr/>
        </p:nvSpPr>
        <p:spPr>
          <a:xfrm xmlns:a="http://schemas.openxmlformats.org/drawingml/2006/main">
            <a:off x="10417016" y="4204494"/>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44 %</a:t>
            </a:r>
            <a:endParaRPr sz="2200"/>
          </a:p>
        </p:txBody>
      </p:sp>
      <p:sp>
        <p:nvSpPr>
          <p:cNvPr id="36" name="Shape 34">
            <a:extLst xmlns:a="http://schemas.openxmlformats.org/drawingml/2006/main">
              <a:ext uri="{FF2B5EF4-FFF2-40B4-BE49-F238E27FC236}">
                <a16:creationId xmlns:a16="http://schemas.microsoft.com/office/drawing/2014/main" id="{1D98C708-8C76-4ABB-B45C-E2E988C5E105}"/>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7" name="Text 35">
            <a:extLst xmlns:a="http://schemas.openxmlformats.org/drawingml/2006/main">
              <a:ext uri="{FF2B5EF4-FFF2-40B4-BE49-F238E27FC236}">
                <a16:creationId xmlns:a16="http://schemas.microsoft.com/office/drawing/2014/main" id="{9FB14A1E-D106-4D4A-8046-66F9620B0525}"/>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Activa más horas que la semana anterior (146 contra 139) con 25 % menos recorridos (1.455 contra 1.935). Las calles 1 y 2 abrieron solo lunes y martes; la calada líquida casi duplicó sus recorridos con el transile de toda la semana.</a:t>
            </a:r>
            <a:endParaRPr sz="1300"/>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9c462d39833b4d5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15FC37C1-D8AF-4CE4-B147-468F82631FD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24</a:t>
            </a:r>
            <a:endParaRPr sz="1200"/>
          </a:p>
        </p:txBody>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cb9cf62f86a0450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87021763"/>
      </p:ext>
    </p:extLst>
  </p:cSld>
</p:sld>
</file>

<file path=ppt/slides/slide2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8E1B55-C53A-4015-8847-9AF68C9CCBC5}"/>
              </a:ext>
            </a:extLst>
          </p:cNvPr>
          <p:cNvSpPr>
            <a:spLocks xmlns:a="http://schemas.openxmlformats.org/drawingml/2006/main" noGrp="1"/>
          </p:cNvSpPr>
          <p:nvPr/>
        </p:nvSpPr>
        <p:spPr>
          <a:xfrm xmlns:a="http://schemas.openxmlformats.org/drawingml/2006/main">
            <a:off x="812800" y="709315"/>
            <a:ext cx="2919115" cy="289520"/>
          </a:xfrm>
          <a:custGeom xmlns:a="http://schemas.openxmlformats.org/drawingml/2006/main">
            <a:rect l="l" t="t" r="r" b="b"/>
            <a:pathLst>
              <a:path w="2919115" h="289520">
                <a:moveTo>
                  <a:pt x="144760" y="0"/>
                </a:moveTo>
                <a:lnTo>
                  <a:pt x="2774355" y="0"/>
                </a:lnTo>
                <a:arcTo wR="144760" hR="144760" stAng="16200000" swAng="5400000"/>
                <a:lnTo>
                  <a:pt x="291911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VOLCABLES PUERTO</a:t>
            </a:r>
            <a:endParaRPr sz="1200"/>
          </a:p>
        </p:txBody>
      </p:sp>
      <p:sp>
        <p:nvSpPr>
          <p:cNvPr id="3" name="Text 1">
            <a:extLst xmlns:a="http://schemas.openxmlformats.org/drawingml/2006/main">
              <a:ext uri="{FF2B5EF4-FFF2-40B4-BE49-F238E27FC236}">
                <a16:creationId xmlns:a16="http://schemas.microsoft.com/office/drawing/2014/main" id="{A65843A8-9393-4B68-AB16-33E5520DC606}"/>
              </a:ext>
            </a:extLst>
          </p:cNvPr>
          <p:cNvSpPr>
            <a:spLocks xmlns:a="http://schemas.openxmlformats.org/drawingml/2006/main" noGrp="1"/>
          </p:cNvSpPr>
          <p:nvPr>
            <p:ph type="title" idx="0"/>
          </p:nvPr>
        </p:nvSpPr>
        <p:spPr>
          <a:xfrm xmlns:a="http://schemas.openxmlformats.org/drawingml/2006/main">
            <a:off x="812800" y="1098451"/>
            <a:ext cx="10883392" cy="4662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65"/>
              </a:lnSpc>
              <a:buNone/>
            </a:pPr>
            <a:r>
              <a:rPr sz="3150" b="1" i="0">
                <a:solidFill>
                  <a:srgbClr val="14281E"/>
                </a:solidFill>
                <a:latin typeface="IBM Plex Sans"/>
                <a:ea typeface="IBM Plex Sans"/>
                <a:cs typeface="IBM Plex Sans"/>
              </a:rPr>
              <a:t>La volcable 5 sostuvo la semana</a:t>
            </a:r>
            <a:endParaRPr sz="3150"/>
          </a:p>
        </p:txBody>
      </p:sp>
      <p:sp>
        <p:nvSpPr>
          <p:cNvPr id="4" name="Text 2">
            <a:extLst xmlns:a="http://schemas.openxmlformats.org/drawingml/2006/main">
              <a:ext uri="{FF2B5EF4-FFF2-40B4-BE49-F238E27FC236}">
                <a16:creationId xmlns:a16="http://schemas.microsoft.com/office/drawing/2014/main" id="{FCCFF899-7ED4-4442-A323-09EFCC1F9E60}"/>
              </a:ext>
            </a:extLst>
          </p:cNvPr>
          <p:cNvSpPr>
            <a:spLocks xmlns:a="http://schemas.openxmlformats.org/drawingml/2006/main" noGrp="1"/>
          </p:cNvSpPr>
          <p:nvPr/>
        </p:nvSpPr>
        <p:spPr>
          <a:xfrm xmlns:a="http://schemas.openxmlformats.org/drawingml/2006/main">
            <a:off x="1473200" y="1715393"/>
            <a:ext cx="4970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Camiones en la semana</a:t>
            </a:r>
            <a:endParaRPr sz="1200"/>
          </a:p>
        </p:txBody>
      </p:sp>
      <p:sp>
        <p:nvSpPr>
          <p:cNvPr id="5" name="Text 3">
            <a:extLst xmlns:a="http://schemas.openxmlformats.org/drawingml/2006/main">
              <a:ext uri="{FF2B5EF4-FFF2-40B4-BE49-F238E27FC236}">
                <a16:creationId xmlns:a16="http://schemas.microsoft.com/office/drawing/2014/main" id="{6803157C-36EF-4F8E-857D-DD3799DDEFE8}"/>
              </a:ext>
            </a:extLst>
          </p:cNvPr>
          <p:cNvSpPr>
            <a:spLocks xmlns:a="http://schemas.openxmlformats.org/drawingml/2006/main" noGrp="1"/>
          </p:cNvSpPr>
          <p:nvPr/>
        </p:nvSpPr>
        <p:spPr>
          <a:xfrm xmlns:a="http://schemas.openxmlformats.org/drawingml/2006/main">
            <a:off x="642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Ju</a:t>
            </a:r>
            <a:endParaRPr sz="1200"/>
          </a:p>
        </p:txBody>
      </p:sp>
      <p:sp>
        <p:nvSpPr>
          <p:cNvPr id="6" name="Text 4">
            <a:extLst xmlns:a="http://schemas.openxmlformats.org/drawingml/2006/main">
              <a:ext uri="{FF2B5EF4-FFF2-40B4-BE49-F238E27FC236}">
                <a16:creationId xmlns:a16="http://schemas.microsoft.com/office/drawing/2014/main" id="{F58C882C-969E-407A-B328-978B4102C334}"/>
              </a:ext>
            </a:extLst>
          </p:cNvPr>
          <p:cNvSpPr>
            <a:spLocks xmlns:a="http://schemas.openxmlformats.org/drawingml/2006/main" noGrp="1"/>
          </p:cNvSpPr>
          <p:nvPr/>
        </p:nvSpPr>
        <p:spPr>
          <a:xfrm xmlns:a="http://schemas.openxmlformats.org/drawingml/2006/main">
            <a:off x="693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Vi</a:t>
            </a:r>
            <a:endParaRPr sz="1200"/>
          </a:p>
        </p:txBody>
      </p:sp>
      <p:sp>
        <p:nvSpPr>
          <p:cNvPr id="7" name="Text 5">
            <a:extLst xmlns:a="http://schemas.openxmlformats.org/drawingml/2006/main">
              <a:ext uri="{FF2B5EF4-FFF2-40B4-BE49-F238E27FC236}">
                <a16:creationId xmlns:a16="http://schemas.microsoft.com/office/drawing/2014/main" id="{AA0AE60A-8D7C-4F95-B0E0-EB7054451E7E}"/>
              </a:ext>
            </a:extLst>
          </p:cNvPr>
          <p:cNvSpPr>
            <a:spLocks xmlns:a="http://schemas.openxmlformats.org/drawingml/2006/main" noGrp="1"/>
          </p:cNvSpPr>
          <p:nvPr/>
        </p:nvSpPr>
        <p:spPr>
          <a:xfrm xmlns:a="http://schemas.openxmlformats.org/drawingml/2006/main">
            <a:off x="7442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Sá</a:t>
            </a:r>
            <a:endParaRPr sz="1200"/>
          </a:p>
        </p:txBody>
      </p:sp>
      <p:sp>
        <p:nvSpPr>
          <p:cNvPr id="8" name="Text 6">
            <a:extLst xmlns:a="http://schemas.openxmlformats.org/drawingml/2006/main">
              <a:ext uri="{FF2B5EF4-FFF2-40B4-BE49-F238E27FC236}">
                <a16:creationId xmlns:a16="http://schemas.microsoft.com/office/drawing/2014/main" id="{55724E1D-D6A2-4ECC-975F-135AF1E9BCE6}"/>
              </a:ext>
            </a:extLst>
          </p:cNvPr>
          <p:cNvSpPr>
            <a:spLocks xmlns:a="http://schemas.openxmlformats.org/drawingml/2006/main" noGrp="1"/>
          </p:cNvSpPr>
          <p:nvPr/>
        </p:nvSpPr>
        <p:spPr>
          <a:xfrm xmlns:a="http://schemas.openxmlformats.org/drawingml/2006/main">
            <a:off x="7950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Do</a:t>
            </a:r>
            <a:endParaRPr sz="1200"/>
          </a:p>
        </p:txBody>
      </p:sp>
      <p:sp>
        <p:nvSpPr>
          <p:cNvPr id="9" name="Text 7">
            <a:extLst xmlns:a="http://schemas.openxmlformats.org/drawingml/2006/main">
              <a:ext uri="{FF2B5EF4-FFF2-40B4-BE49-F238E27FC236}">
                <a16:creationId xmlns:a16="http://schemas.microsoft.com/office/drawing/2014/main" id="{E99528B7-B528-408B-8973-BCE05B34D22F}"/>
              </a:ext>
            </a:extLst>
          </p:cNvPr>
          <p:cNvSpPr>
            <a:spLocks xmlns:a="http://schemas.openxmlformats.org/drawingml/2006/main" noGrp="1"/>
          </p:cNvSpPr>
          <p:nvPr/>
        </p:nvSpPr>
        <p:spPr>
          <a:xfrm xmlns:a="http://schemas.openxmlformats.org/drawingml/2006/main">
            <a:off x="8458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Lu</a:t>
            </a:r>
            <a:endParaRPr sz="1200"/>
          </a:p>
        </p:txBody>
      </p:sp>
      <p:sp>
        <p:nvSpPr>
          <p:cNvPr id="10" name="Text 8">
            <a:extLst xmlns:a="http://schemas.openxmlformats.org/drawingml/2006/main">
              <a:ext uri="{FF2B5EF4-FFF2-40B4-BE49-F238E27FC236}">
                <a16:creationId xmlns:a16="http://schemas.microsoft.com/office/drawing/2014/main" id="{304E57D2-B5D3-4265-A34E-780A716AB3CC}"/>
              </a:ext>
            </a:extLst>
          </p:cNvPr>
          <p:cNvSpPr>
            <a:spLocks xmlns:a="http://schemas.openxmlformats.org/drawingml/2006/main" noGrp="1"/>
          </p:cNvSpPr>
          <p:nvPr/>
        </p:nvSpPr>
        <p:spPr>
          <a:xfrm xmlns:a="http://schemas.openxmlformats.org/drawingml/2006/main">
            <a:off x="896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Ma</a:t>
            </a:r>
            <a:endParaRPr sz="1200"/>
          </a:p>
        </p:txBody>
      </p:sp>
      <p:sp>
        <p:nvSpPr>
          <p:cNvPr id="11" name="Text 9">
            <a:extLst xmlns:a="http://schemas.openxmlformats.org/drawingml/2006/main">
              <a:ext uri="{FF2B5EF4-FFF2-40B4-BE49-F238E27FC236}">
                <a16:creationId xmlns:a16="http://schemas.microsoft.com/office/drawing/2014/main" id="{34437B25-9F7F-4FD7-8558-A951CABF1576}"/>
              </a:ext>
            </a:extLst>
          </p:cNvPr>
          <p:cNvSpPr>
            <a:spLocks xmlns:a="http://schemas.openxmlformats.org/drawingml/2006/main" noGrp="1"/>
          </p:cNvSpPr>
          <p:nvPr/>
        </p:nvSpPr>
        <p:spPr>
          <a:xfrm xmlns:a="http://schemas.openxmlformats.org/drawingml/2006/main">
            <a:off x="947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Mi</a:t>
            </a:r>
            <a:endParaRPr sz="1200"/>
          </a:p>
        </p:txBody>
      </p:sp>
      <p:sp>
        <p:nvSpPr>
          <p:cNvPr id="12" name="Text 10">
            <a:extLst xmlns:a="http://schemas.openxmlformats.org/drawingml/2006/main">
              <a:ext uri="{FF2B5EF4-FFF2-40B4-BE49-F238E27FC236}">
                <a16:creationId xmlns:a16="http://schemas.microsoft.com/office/drawing/2014/main" id="{DDC1CD2A-30B8-4464-A78A-BF107542583F}"/>
              </a:ext>
            </a:extLst>
          </p:cNvPr>
          <p:cNvSpPr>
            <a:spLocks xmlns:a="http://schemas.openxmlformats.org/drawingml/2006/main" noGrp="1"/>
          </p:cNvSpPr>
          <p:nvPr/>
        </p:nvSpPr>
        <p:spPr>
          <a:xfrm xmlns:a="http://schemas.openxmlformats.org/drawingml/2006/main">
            <a:off x="9956800" y="1715393"/>
            <a:ext cx="1422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Días</a:t>
            </a:r>
            <a:endParaRPr sz="1200"/>
          </a:p>
        </p:txBody>
      </p:sp>
      <p:sp>
        <p:nvSpPr>
          <p:cNvPr id="13" name="Text 11">
            <a:extLst xmlns:a="http://schemas.openxmlformats.org/drawingml/2006/main">
              <a:ext uri="{FF2B5EF4-FFF2-40B4-BE49-F238E27FC236}">
                <a16:creationId xmlns:a16="http://schemas.microsoft.com/office/drawing/2014/main" id="{427A5B0B-269A-4FC9-B4EF-8A188E9A715F}"/>
              </a:ext>
            </a:extLst>
          </p:cNvPr>
          <p:cNvSpPr>
            <a:spLocks xmlns:a="http://schemas.openxmlformats.org/drawingml/2006/main" noGrp="1"/>
          </p:cNvSpPr>
          <p:nvPr/>
        </p:nvSpPr>
        <p:spPr>
          <a:xfrm xmlns:a="http://schemas.openxmlformats.org/drawingml/2006/main">
            <a:off x="812800" y="2086769"/>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V5</a:t>
            </a:r>
            <a:endParaRPr sz="1600"/>
          </a:p>
        </p:txBody>
      </p:sp>
      <p:sp>
        <p:nvSpPr>
          <p:cNvPr id="14" name="Shape 12">
            <a:extLst xmlns:a="http://schemas.openxmlformats.org/drawingml/2006/main">
              <a:ext uri="{FF2B5EF4-FFF2-40B4-BE49-F238E27FC236}">
                <a16:creationId xmlns:a16="http://schemas.microsoft.com/office/drawing/2014/main" id="{DF13CE19-F7C7-4536-A32B-0FD4B3859BFA}"/>
              </a:ext>
            </a:extLst>
          </p:cNvPr>
          <p:cNvSpPr>
            <a:spLocks xmlns:a="http://schemas.openxmlformats.org/drawingml/2006/main" noGrp="1"/>
          </p:cNvSpPr>
          <p:nvPr/>
        </p:nvSpPr>
        <p:spPr>
          <a:xfrm xmlns:a="http://schemas.openxmlformats.org/drawingml/2006/main">
            <a:off x="1473200" y="2051248"/>
            <a:ext cx="3556000" cy="355600"/>
          </a:xfrm>
          <a:custGeom xmlns:a="http://schemas.openxmlformats.org/drawingml/2006/main">
            <a:rect l="l" t="t" r="r" b="b"/>
            <a:pathLst>
              <a:path w="3556000" h="355600">
                <a:moveTo>
                  <a:pt x="0" y="0"/>
                </a:moveTo>
                <a:lnTo>
                  <a:pt x="3505200" y="0"/>
                </a:lnTo>
                <a:arcTo wR="50800" hR="50800" stAng="16200000" swAng="5400000"/>
                <a:lnTo>
                  <a:pt x="3556000" y="304800"/>
                </a:lnTo>
                <a:arcTo wR="50800" hR="50800" stAng="0" swAng="5400000"/>
                <a:lnTo>
                  <a:pt x="0" y="355600"/>
                </a:lnTo>
                <a:lnTo>
                  <a:pt x="0" y="0"/>
                </a:lnTo>
                <a:close/>
              </a:path>
            </a:pathLst>
          </a:custGeom>
          <a:solidFill xmlns:a="http://schemas.openxmlformats.org/drawingml/2006/main">
            <a:srgbClr val="2E1B4E"/>
          </a:solidFill>
        </p:spPr>
      </p:sp>
      <p:sp>
        <p:nvSpPr>
          <p:cNvPr id="15" name="Text 13">
            <a:extLst xmlns:a="http://schemas.openxmlformats.org/drawingml/2006/main">
              <a:ext uri="{FF2B5EF4-FFF2-40B4-BE49-F238E27FC236}">
                <a16:creationId xmlns:a16="http://schemas.microsoft.com/office/drawing/2014/main" id="{71BB731A-6E0E-44E6-8C0D-97D1FF78992D}"/>
              </a:ext>
            </a:extLst>
          </p:cNvPr>
          <p:cNvSpPr>
            <a:spLocks xmlns:a="http://schemas.openxmlformats.org/drawingml/2006/main" noGrp="1"/>
          </p:cNvSpPr>
          <p:nvPr/>
        </p:nvSpPr>
        <p:spPr>
          <a:xfrm xmlns:a="http://schemas.openxmlformats.org/drawingml/2006/main">
            <a:off x="5130800" y="2095698"/>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2E1B4E"/>
                </a:solidFill>
                <a:latin typeface="IBM Plex Sans"/>
                <a:ea typeface="IBM Plex Sans"/>
                <a:cs typeface="IBM Plex Sans"/>
              </a:rPr>
              <a:t>481 · 53 %</a:t>
            </a:r>
            <a:endParaRPr sz="1500"/>
          </a:p>
        </p:txBody>
      </p:sp>
      <p:sp>
        <p:nvSpPr>
          <p:cNvPr id="16" name="Shape 14">
            <a:extLst xmlns:a="http://schemas.openxmlformats.org/drawingml/2006/main">
              <a:ext uri="{FF2B5EF4-FFF2-40B4-BE49-F238E27FC236}">
                <a16:creationId xmlns:a16="http://schemas.microsoft.com/office/drawing/2014/main" id="{FA987E15-E94C-467F-9EEE-BA642A061179}"/>
              </a:ext>
            </a:extLst>
          </p:cNvPr>
          <p:cNvSpPr>
            <a:spLocks xmlns:a="http://schemas.openxmlformats.org/drawingml/2006/main" noGrp="1"/>
          </p:cNvSpPr>
          <p:nvPr/>
        </p:nvSpPr>
        <p:spPr>
          <a:xfrm xmlns:a="http://schemas.openxmlformats.org/drawingml/2006/main">
            <a:off x="645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7" name="Shape 15">
            <a:extLst xmlns:a="http://schemas.openxmlformats.org/drawingml/2006/main">
              <a:ext uri="{FF2B5EF4-FFF2-40B4-BE49-F238E27FC236}">
                <a16:creationId xmlns:a16="http://schemas.microsoft.com/office/drawing/2014/main" id="{F4450F20-2528-47C7-906F-8D80D575D346}"/>
              </a:ext>
            </a:extLst>
          </p:cNvPr>
          <p:cNvSpPr>
            <a:spLocks xmlns:a="http://schemas.openxmlformats.org/drawingml/2006/main" noGrp="1"/>
          </p:cNvSpPr>
          <p:nvPr/>
        </p:nvSpPr>
        <p:spPr>
          <a:xfrm xmlns:a="http://schemas.openxmlformats.org/drawingml/2006/main">
            <a:off x="695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8" name="Shape 16">
            <a:extLst xmlns:a="http://schemas.openxmlformats.org/drawingml/2006/main">
              <a:ext uri="{FF2B5EF4-FFF2-40B4-BE49-F238E27FC236}">
                <a16:creationId xmlns:a16="http://schemas.microsoft.com/office/drawing/2014/main" id="{C4382CDB-09A9-433D-985F-3A3D268924E9}"/>
              </a:ext>
            </a:extLst>
          </p:cNvPr>
          <p:cNvSpPr>
            <a:spLocks xmlns:a="http://schemas.openxmlformats.org/drawingml/2006/main" noGrp="1"/>
          </p:cNvSpPr>
          <p:nvPr/>
        </p:nvSpPr>
        <p:spPr>
          <a:xfrm xmlns:a="http://schemas.openxmlformats.org/drawingml/2006/main">
            <a:off x="7467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9" name="Shape 17">
            <a:extLst xmlns:a="http://schemas.openxmlformats.org/drawingml/2006/main">
              <a:ext uri="{FF2B5EF4-FFF2-40B4-BE49-F238E27FC236}">
                <a16:creationId xmlns:a16="http://schemas.microsoft.com/office/drawing/2014/main" id="{62C90B22-ECFC-47CC-81C6-93977B3A5DBA}"/>
              </a:ext>
            </a:extLst>
          </p:cNvPr>
          <p:cNvSpPr>
            <a:spLocks xmlns:a="http://schemas.openxmlformats.org/drawingml/2006/main" noGrp="1"/>
          </p:cNvSpPr>
          <p:nvPr/>
        </p:nvSpPr>
        <p:spPr>
          <a:xfrm xmlns:a="http://schemas.openxmlformats.org/drawingml/2006/main">
            <a:off x="7975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0" name="Shape 18">
            <a:extLst xmlns:a="http://schemas.openxmlformats.org/drawingml/2006/main">
              <a:ext uri="{FF2B5EF4-FFF2-40B4-BE49-F238E27FC236}">
                <a16:creationId xmlns:a16="http://schemas.microsoft.com/office/drawing/2014/main" id="{F0A74261-10B1-4DC9-B91F-D6ED2DCC6B03}"/>
              </a:ext>
            </a:extLst>
          </p:cNvPr>
          <p:cNvSpPr>
            <a:spLocks xmlns:a="http://schemas.openxmlformats.org/drawingml/2006/main" noGrp="1"/>
          </p:cNvSpPr>
          <p:nvPr/>
        </p:nvSpPr>
        <p:spPr>
          <a:xfrm xmlns:a="http://schemas.openxmlformats.org/drawingml/2006/main">
            <a:off x="8483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1" name="Shape 19">
            <a:extLst xmlns:a="http://schemas.openxmlformats.org/drawingml/2006/main">
              <a:ext uri="{FF2B5EF4-FFF2-40B4-BE49-F238E27FC236}">
                <a16:creationId xmlns:a16="http://schemas.microsoft.com/office/drawing/2014/main" id="{5C065582-D693-47DF-B36C-10DE9F66EF48}"/>
              </a:ext>
            </a:extLst>
          </p:cNvPr>
          <p:cNvSpPr>
            <a:spLocks xmlns:a="http://schemas.openxmlformats.org/drawingml/2006/main" noGrp="1"/>
          </p:cNvSpPr>
          <p:nvPr/>
        </p:nvSpPr>
        <p:spPr>
          <a:xfrm xmlns:a="http://schemas.openxmlformats.org/drawingml/2006/main">
            <a:off x="899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2" name="Shape 20">
            <a:extLst xmlns:a="http://schemas.openxmlformats.org/drawingml/2006/main">
              <a:ext uri="{FF2B5EF4-FFF2-40B4-BE49-F238E27FC236}">
                <a16:creationId xmlns:a16="http://schemas.microsoft.com/office/drawing/2014/main" id="{7DE5CC4C-943C-4AEE-9B7C-240BBF0202FD}"/>
              </a:ext>
            </a:extLst>
          </p:cNvPr>
          <p:cNvSpPr>
            <a:spLocks xmlns:a="http://schemas.openxmlformats.org/drawingml/2006/main" noGrp="1"/>
          </p:cNvSpPr>
          <p:nvPr/>
        </p:nvSpPr>
        <p:spPr>
          <a:xfrm xmlns:a="http://schemas.openxmlformats.org/drawingml/2006/main">
            <a:off x="949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3" name="Text 21">
            <a:extLst xmlns:a="http://schemas.openxmlformats.org/drawingml/2006/main">
              <a:ext uri="{FF2B5EF4-FFF2-40B4-BE49-F238E27FC236}">
                <a16:creationId xmlns:a16="http://schemas.microsoft.com/office/drawing/2014/main" id="{90427EDC-F6AF-4044-977F-568D8B23B9C7}"/>
              </a:ext>
            </a:extLst>
          </p:cNvPr>
          <p:cNvSpPr>
            <a:spLocks xmlns:a="http://schemas.openxmlformats.org/drawingml/2006/main" noGrp="1"/>
          </p:cNvSpPr>
          <p:nvPr/>
        </p:nvSpPr>
        <p:spPr>
          <a:xfrm xmlns:a="http://schemas.openxmlformats.org/drawingml/2006/main">
            <a:off x="9956800" y="2086769"/>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2E1B4E"/>
                </a:solidFill>
                <a:latin typeface="IBM Plex Sans"/>
                <a:ea typeface="IBM Plex Sans"/>
                <a:cs typeface="IBM Plex Sans"/>
              </a:rPr>
              <a:t>7</a:t>
            </a:r>
            <a:endParaRPr sz="1600"/>
          </a:p>
        </p:txBody>
      </p:sp>
      <p:sp>
        <p:nvSpPr>
          <p:cNvPr id="24" name="Text 22">
            <a:extLst xmlns:a="http://schemas.openxmlformats.org/drawingml/2006/main">
              <a:ext uri="{FF2B5EF4-FFF2-40B4-BE49-F238E27FC236}">
                <a16:creationId xmlns:a16="http://schemas.microsoft.com/office/drawing/2014/main" id="{AF03349C-B2E6-41AE-A4A1-5E50D5256293}"/>
              </a:ext>
            </a:extLst>
          </p:cNvPr>
          <p:cNvSpPr>
            <a:spLocks xmlns:a="http://schemas.openxmlformats.org/drawingml/2006/main" noGrp="1"/>
          </p:cNvSpPr>
          <p:nvPr/>
        </p:nvSpPr>
        <p:spPr>
          <a:xfrm xmlns:a="http://schemas.openxmlformats.org/drawingml/2006/main">
            <a:off x="812800" y="2563813"/>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V3</a:t>
            </a:r>
            <a:endParaRPr sz="1600"/>
          </a:p>
        </p:txBody>
      </p:sp>
      <p:sp>
        <p:nvSpPr>
          <p:cNvPr id="25" name="Shape 23">
            <a:extLst xmlns:a="http://schemas.openxmlformats.org/drawingml/2006/main">
              <a:ext uri="{FF2B5EF4-FFF2-40B4-BE49-F238E27FC236}">
                <a16:creationId xmlns:a16="http://schemas.microsoft.com/office/drawing/2014/main" id="{C9006057-C54D-4515-BF2C-1BECB76F7715}"/>
              </a:ext>
            </a:extLst>
          </p:cNvPr>
          <p:cNvSpPr>
            <a:spLocks xmlns:a="http://schemas.openxmlformats.org/drawingml/2006/main" noGrp="1"/>
          </p:cNvSpPr>
          <p:nvPr/>
        </p:nvSpPr>
        <p:spPr>
          <a:xfrm xmlns:a="http://schemas.openxmlformats.org/drawingml/2006/main">
            <a:off x="1473200" y="2528292"/>
            <a:ext cx="1428750" cy="355600"/>
          </a:xfrm>
          <a:custGeom xmlns:a="http://schemas.openxmlformats.org/drawingml/2006/main">
            <a:rect l="l" t="t" r="r" b="b"/>
            <a:pathLst>
              <a:path w="1428750" h="355600">
                <a:moveTo>
                  <a:pt x="0" y="0"/>
                </a:moveTo>
                <a:lnTo>
                  <a:pt x="1377950" y="0"/>
                </a:lnTo>
                <a:arcTo wR="50800" hR="50800" stAng="16200000" swAng="5400000"/>
                <a:lnTo>
                  <a:pt x="1428750" y="304800"/>
                </a:lnTo>
                <a:arcTo wR="50800" hR="50800" stAng="0" swAng="5400000"/>
                <a:lnTo>
                  <a:pt x="0" y="355600"/>
                </a:lnTo>
                <a:lnTo>
                  <a:pt x="0" y="0"/>
                </a:lnTo>
                <a:close/>
              </a:path>
            </a:pathLst>
          </a:custGeom>
          <a:solidFill xmlns:a="http://schemas.openxmlformats.org/drawingml/2006/main">
            <a:srgbClr val="3A8F63"/>
          </a:solidFill>
        </p:spPr>
      </p:sp>
      <p:sp>
        <p:nvSpPr>
          <p:cNvPr id="26" name="Text 24">
            <a:extLst xmlns:a="http://schemas.openxmlformats.org/drawingml/2006/main">
              <a:ext uri="{FF2B5EF4-FFF2-40B4-BE49-F238E27FC236}">
                <a16:creationId xmlns:a16="http://schemas.microsoft.com/office/drawing/2014/main" id="{C166A29A-46C4-4936-8D5F-EA701DC980BD}"/>
              </a:ext>
            </a:extLst>
          </p:cNvPr>
          <p:cNvSpPr>
            <a:spLocks xmlns:a="http://schemas.openxmlformats.org/drawingml/2006/main" noGrp="1"/>
          </p:cNvSpPr>
          <p:nvPr/>
        </p:nvSpPr>
        <p:spPr>
          <a:xfrm xmlns:a="http://schemas.openxmlformats.org/drawingml/2006/main">
            <a:off x="3003550" y="2572742"/>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193 · 21 %</a:t>
            </a:r>
            <a:endParaRPr sz="1500"/>
          </a:p>
        </p:txBody>
      </p:sp>
      <p:sp>
        <p:nvSpPr>
          <p:cNvPr id="27" name="Shape 25">
            <a:extLst xmlns:a="http://schemas.openxmlformats.org/drawingml/2006/main">
              <a:ext uri="{FF2B5EF4-FFF2-40B4-BE49-F238E27FC236}">
                <a16:creationId xmlns:a16="http://schemas.microsoft.com/office/drawing/2014/main" id="{BF4416BC-7E03-4BE6-A4AD-C04D9E9D71C6}"/>
              </a:ext>
            </a:extLst>
          </p:cNvPr>
          <p:cNvSpPr>
            <a:spLocks xmlns:a="http://schemas.openxmlformats.org/drawingml/2006/main" noGrp="1"/>
          </p:cNvSpPr>
          <p:nvPr/>
        </p:nvSpPr>
        <p:spPr>
          <a:xfrm xmlns:a="http://schemas.openxmlformats.org/drawingml/2006/main">
            <a:off x="645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8" name="Shape 26">
            <a:extLst xmlns:a="http://schemas.openxmlformats.org/drawingml/2006/main">
              <a:ext uri="{FF2B5EF4-FFF2-40B4-BE49-F238E27FC236}">
                <a16:creationId xmlns:a16="http://schemas.microsoft.com/office/drawing/2014/main" id="{AEA11D90-CE88-4F73-A808-B69C31B5FE29}"/>
              </a:ext>
            </a:extLst>
          </p:cNvPr>
          <p:cNvSpPr>
            <a:spLocks xmlns:a="http://schemas.openxmlformats.org/drawingml/2006/main" noGrp="1"/>
          </p:cNvSpPr>
          <p:nvPr/>
        </p:nvSpPr>
        <p:spPr>
          <a:xfrm xmlns:a="http://schemas.openxmlformats.org/drawingml/2006/main">
            <a:off x="6959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9" name="Shape 27">
            <a:extLst xmlns:a="http://schemas.openxmlformats.org/drawingml/2006/main">
              <a:ext uri="{FF2B5EF4-FFF2-40B4-BE49-F238E27FC236}">
                <a16:creationId xmlns:a16="http://schemas.microsoft.com/office/drawing/2014/main" id="{DE032D08-F632-4D17-B792-EBBA3DC8974C}"/>
              </a:ext>
            </a:extLst>
          </p:cNvPr>
          <p:cNvSpPr>
            <a:spLocks xmlns:a="http://schemas.openxmlformats.org/drawingml/2006/main" noGrp="1"/>
          </p:cNvSpPr>
          <p:nvPr/>
        </p:nvSpPr>
        <p:spPr>
          <a:xfrm xmlns:a="http://schemas.openxmlformats.org/drawingml/2006/main">
            <a:off x="7467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0" name="Shape 28">
            <a:extLst xmlns:a="http://schemas.openxmlformats.org/drawingml/2006/main">
              <a:ext uri="{FF2B5EF4-FFF2-40B4-BE49-F238E27FC236}">
                <a16:creationId xmlns:a16="http://schemas.microsoft.com/office/drawing/2014/main" id="{0D25EFBF-206C-46FD-832A-5A5AD80B2674}"/>
              </a:ext>
            </a:extLst>
          </p:cNvPr>
          <p:cNvSpPr>
            <a:spLocks xmlns:a="http://schemas.openxmlformats.org/drawingml/2006/main" noGrp="1"/>
          </p:cNvSpPr>
          <p:nvPr/>
        </p:nvSpPr>
        <p:spPr>
          <a:xfrm xmlns:a="http://schemas.openxmlformats.org/drawingml/2006/main">
            <a:off x="7985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1" name="Shape 29">
            <a:extLst xmlns:a="http://schemas.openxmlformats.org/drawingml/2006/main">
              <a:ext uri="{FF2B5EF4-FFF2-40B4-BE49-F238E27FC236}">
                <a16:creationId xmlns:a16="http://schemas.microsoft.com/office/drawing/2014/main" id="{F4BA63CC-EB52-45ED-AA4F-5D2247BB5F6A}"/>
              </a:ext>
            </a:extLst>
          </p:cNvPr>
          <p:cNvSpPr>
            <a:spLocks xmlns:a="http://schemas.openxmlformats.org/drawingml/2006/main" noGrp="1"/>
          </p:cNvSpPr>
          <p:nvPr/>
        </p:nvSpPr>
        <p:spPr>
          <a:xfrm xmlns:a="http://schemas.openxmlformats.org/drawingml/2006/main">
            <a:off x="8483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7DBF1487-F365-439E-91A3-3BA1A26A2EF7}"/>
              </a:ext>
            </a:extLst>
          </p:cNvPr>
          <p:cNvSpPr>
            <a:spLocks xmlns:a="http://schemas.openxmlformats.org/drawingml/2006/main" noGrp="1"/>
          </p:cNvSpPr>
          <p:nvPr/>
        </p:nvSpPr>
        <p:spPr>
          <a:xfrm xmlns:a="http://schemas.openxmlformats.org/drawingml/2006/main">
            <a:off x="899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3" name="Shape 31">
            <a:extLst xmlns:a="http://schemas.openxmlformats.org/drawingml/2006/main">
              <a:ext uri="{FF2B5EF4-FFF2-40B4-BE49-F238E27FC236}">
                <a16:creationId xmlns:a16="http://schemas.microsoft.com/office/drawing/2014/main" id="{F29698ED-D2CD-4F54-9549-97DF6175E2E8}"/>
              </a:ext>
            </a:extLst>
          </p:cNvPr>
          <p:cNvSpPr>
            <a:spLocks xmlns:a="http://schemas.openxmlformats.org/drawingml/2006/main" noGrp="1"/>
          </p:cNvSpPr>
          <p:nvPr/>
        </p:nvSpPr>
        <p:spPr>
          <a:xfrm xmlns:a="http://schemas.openxmlformats.org/drawingml/2006/main">
            <a:off x="9509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4" name="Text 32">
            <a:extLst xmlns:a="http://schemas.openxmlformats.org/drawingml/2006/main">
              <a:ext uri="{FF2B5EF4-FFF2-40B4-BE49-F238E27FC236}">
                <a16:creationId xmlns:a16="http://schemas.microsoft.com/office/drawing/2014/main" id="{B6AB3C65-CEEE-4086-BC84-88D63C0D16BB}"/>
              </a:ext>
            </a:extLst>
          </p:cNvPr>
          <p:cNvSpPr>
            <a:spLocks xmlns:a="http://schemas.openxmlformats.org/drawingml/2006/main" noGrp="1"/>
          </p:cNvSpPr>
          <p:nvPr/>
        </p:nvSpPr>
        <p:spPr>
          <a:xfrm xmlns:a="http://schemas.openxmlformats.org/drawingml/2006/main">
            <a:off x="9956800" y="2563813"/>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35" name="Text 33">
            <a:extLst xmlns:a="http://schemas.openxmlformats.org/drawingml/2006/main">
              <a:ext uri="{FF2B5EF4-FFF2-40B4-BE49-F238E27FC236}">
                <a16:creationId xmlns:a16="http://schemas.microsoft.com/office/drawing/2014/main" id="{1B382730-8930-42D9-B495-E0BBFA88E2BF}"/>
              </a:ext>
            </a:extLst>
          </p:cNvPr>
          <p:cNvSpPr>
            <a:spLocks xmlns:a="http://schemas.openxmlformats.org/drawingml/2006/main" noGrp="1"/>
          </p:cNvSpPr>
          <p:nvPr/>
        </p:nvSpPr>
        <p:spPr>
          <a:xfrm xmlns:a="http://schemas.openxmlformats.org/drawingml/2006/main">
            <a:off x="812800" y="3040757"/>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V4</a:t>
            </a:r>
            <a:endParaRPr sz="1600"/>
          </a:p>
        </p:txBody>
      </p:sp>
      <p:sp>
        <p:nvSpPr>
          <p:cNvPr id="36" name="Shape 34">
            <a:extLst xmlns:a="http://schemas.openxmlformats.org/drawingml/2006/main">
              <a:ext uri="{FF2B5EF4-FFF2-40B4-BE49-F238E27FC236}">
                <a16:creationId xmlns:a16="http://schemas.microsoft.com/office/drawing/2014/main" id="{1CC09741-F8CC-4BFC-9010-AA762F75CF3B}"/>
              </a:ext>
            </a:extLst>
          </p:cNvPr>
          <p:cNvSpPr>
            <a:spLocks xmlns:a="http://schemas.openxmlformats.org/drawingml/2006/main" noGrp="1"/>
          </p:cNvSpPr>
          <p:nvPr/>
        </p:nvSpPr>
        <p:spPr>
          <a:xfrm xmlns:a="http://schemas.openxmlformats.org/drawingml/2006/main">
            <a:off x="1473200" y="3005237"/>
            <a:ext cx="1409700" cy="355600"/>
          </a:xfrm>
          <a:custGeom xmlns:a="http://schemas.openxmlformats.org/drawingml/2006/main">
            <a:rect l="l" t="t" r="r" b="b"/>
            <a:pathLst>
              <a:path w="1409700" h="355600">
                <a:moveTo>
                  <a:pt x="0" y="0"/>
                </a:moveTo>
                <a:lnTo>
                  <a:pt x="1358900" y="0"/>
                </a:lnTo>
                <a:arcTo wR="50800" hR="50800" stAng="16200000" swAng="5400000"/>
                <a:lnTo>
                  <a:pt x="1409700" y="304800"/>
                </a:lnTo>
                <a:arcTo wR="50800" hR="50800" stAng="0" swAng="5400000"/>
                <a:lnTo>
                  <a:pt x="0" y="355600"/>
                </a:lnTo>
                <a:lnTo>
                  <a:pt x="0" y="0"/>
                </a:lnTo>
                <a:close/>
              </a:path>
            </a:pathLst>
          </a:custGeom>
          <a:solidFill xmlns:a="http://schemas.openxmlformats.org/drawingml/2006/main">
            <a:srgbClr val="3A8F63"/>
          </a:solidFill>
        </p:spPr>
      </p:sp>
      <p:sp>
        <p:nvSpPr>
          <p:cNvPr id="37" name="Text 35">
            <a:extLst xmlns:a="http://schemas.openxmlformats.org/drawingml/2006/main">
              <a:ext uri="{FF2B5EF4-FFF2-40B4-BE49-F238E27FC236}">
                <a16:creationId xmlns:a16="http://schemas.microsoft.com/office/drawing/2014/main" id="{A49CC9E9-CCCA-4750-9FB6-069CB9B68F34}"/>
              </a:ext>
            </a:extLst>
          </p:cNvPr>
          <p:cNvSpPr>
            <a:spLocks xmlns:a="http://schemas.openxmlformats.org/drawingml/2006/main" noGrp="1"/>
          </p:cNvSpPr>
          <p:nvPr/>
        </p:nvSpPr>
        <p:spPr>
          <a:xfrm xmlns:a="http://schemas.openxmlformats.org/drawingml/2006/main">
            <a:off x="2984500" y="3049687"/>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191 · 21 %</a:t>
            </a:r>
            <a:endParaRPr sz="1500"/>
          </a:p>
        </p:txBody>
      </p:sp>
      <p:sp>
        <p:nvSpPr>
          <p:cNvPr id="38" name="Shape 36">
            <a:extLst xmlns:a="http://schemas.openxmlformats.org/drawingml/2006/main">
              <a:ext uri="{FF2B5EF4-FFF2-40B4-BE49-F238E27FC236}">
                <a16:creationId xmlns:a16="http://schemas.microsoft.com/office/drawing/2014/main" id="{AF3B2CE9-221C-4815-954C-0B076560317C}"/>
              </a:ext>
            </a:extLst>
          </p:cNvPr>
          <p:cNvSpPr>
            <a:spLocks xmlns:a="http://schemas.openxmlformats.org/drawingml/2006/main" noGrp="1"/>
          </p:cNvSpPr>
          <p:nvPr/>
        </p:nvSpPr>
        <p:spPr>
          <a:xfrm xmlns:a="http://schemas.openxmlformats.org/drawingml/2006/main">
            <a:off x="6451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9" name="Shape 37">
            <a:extLst xmlns:a="http://schemas.openxmlformats.org/drawingml/2006/main">
              <a:ext uri="{FF2B5EF4-FFF2-40B4-BE49-F238E27FC236}">
                <a16:creationId xmlns:a16="http://schemas.microsoft.com/office/drawing/2014/main" id="{6F362F9C-2266-4244-BFD3-8F46F132220C}"/>
              </a:ext>
            </a:extLst>
          </p:cNvPr>
          <p:cNvSpPr>
            <a:spLocks xmlns:a="http://schemas.openxmlformats.org/drawingml/2006/main" noGrp="1"/>
          </p:cNvSpPr>
          <p:nvPr/>
        </p:nvSpPr>
        <p:spPr>
          <a:xfrm xmlns:a="http://schemas.openxmlformats.org/drawingml/2006/main">
            <a:off x="695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0" name="Shape 38">
            <a:extLst xmlns:a="http://schemas.openxmlformats.org/drawingml/2006/main">
              <a:ext uri="{FF2B5EF4-FFF2-40B4-BE49-F238E27FC236}">
                <a16:creationId xmlns:a16="http://schemas.microsoft.com/office/drawing/2014/main" id="{3F903DB7-6477-4881-B7CF-91458FA60F7E}"/>
              </a:ext>
            </a:extLst>
          </p:cNvPr>
          <p:cNvSpPr>
            <a:spLocks xmlns:a="http://schemas.openxmlformats.org/drawingml/2006/main" noGrp="1"/>
          </p:cNvSpPr>
          <p:nvPr/>
        </p:nvSpPr>
        <p:spPr>
          <a:xfrm xmlns:a="http://schemas.openxmlformats.org/drawingml/2006/main">
            <a:off x="7467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1" name="Shape 39">
            <a:extLst xmlns:a="http://schemas.openxmlformats.org/drawingml/2006/main">
              <a:ext uri="{FF2B5EF4-FFF2-40B4-BE49-F238E27FC236}">
                <a16:creationId xmlns:a16="http://schemas.microsoft.com/office/drawing/2014/main" id="{2AE47FAC-23D9-4E22-8098-92F36DAA386B}"/>
              </a:ext>
            </a:extLst>
          </p:cNvPr>
          <p:cNvSpPr>
            <a:spLocks xmlns:a="http://schemas.openxmlformats.org/drawingml/2006/main" noGrp="1"/>
          </p:cNvSpPr>
          <p:nvPr/>
        </p:nvSpPr>
        <p:spPr>
          <a:xfrm xmlns:a="http://schemas.openxmlformats.org/drawingml/2006/main">
            <a:off x="7985125" y="3014762"/>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42" name="Shape 40">
            <a:extLst xmlns:a="http://schemas.openxmlformats.org/drawingml/2006/main">
              <a:ext uri="{FF2B5EF4-FFF2-40B4-BE49-F238E27FC236}">
                <a16:creationId xmlns:a16="http://schemas.microsoft.com/office/drawing/2014/main" id="{C3E0874B-00D3-4BAE-AAEC-B93CD244BA2D}"/>
              </a:ext>
            </a:extLst>
          </p:cNvPr>
          <p:cNvSpPr>
            <a:spLocks xmlns:a="http://schemas.openxmlformats.org/drawingml/2006/main" noGrp="1"/>
          </p:cNvSpPr>
          <p:nvPr/>
        </p:nvSpPr>
        <p:spPr>
          <a:xfrm xmlns:a="http://schemas.openxmlformats.org/drawingml/2006/main">
            <a:off x="8483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3" name="Shape 41">
            <a:extLst xmlns:a="http://schemas.openxmlformats.org/drawingml/2006/main">
              <a:ext uri="{FF2B5EF4-FFF2-40B4-BE49-F238E27FC236}">
                <a16:creationId xmlns:a16="http://schemas.microsoft.com/office/drawing/2014/main" id="{75BC74C3-34A9-4D44-8E75-97D368D32A42}"/>
              </a:ext>
            </a:extLst>
          </p:cNvPr>
          <p:cNvSpPr>
            <a:spLocks xmlns:a="http://schemas.openxmlformats.org/drawingml/2006/main" noGrp="1"/>
          </p:cNvSpPr>
          <p:nvPr/>
        </p:nvSpPr>
        <p:spPr>
          <a:xfrm xmlns:a="http://schemas.openxmlformats.org/drawingml/2006/main">
            <a:off x="9001125" y="3014762"/>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44" name="Shape 42">
            <a:extLst xmlns:a="http://schemas.openxmlformats.org/drawingml/2006/main">
              <a:ext uri="{FF2B5EF4-FFF2-40B4-BE49-F238E27FC236}">
                <a16:creationId xmlns:a16="http://schemas.microsoft.com/office/drawing/2014/main" id="{7C2F2BDC-67B5-4AA6-8F64-48D548B8923E}"/>
              </a:ext>
            </a:extLst>
          </p:cNvPr>
          <p:cNvSpPr>
            <a:spLocks xmlns:a="http://schemas.openxmlformats.org/drawingml/2006/main" noGrp="1"/>
          </p:cNvSpPr>
          <p:nvPr/>
        </p:nvSpPr>
        <p:spPr>
          <a:xfrm xmlns:a="http://schemas.openxmlformats.org/drawingml/2006/main">
            <a:off x="949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5" name="Text 43">
            <a:extLst xmlns:a="http://schemas.openxmlformats.org/drawingml/2006/main">
              <a:ext uri="{FF2B5EF4-FFF2-40B4-BE49-F238E27FC236}">
                <a16:creationId xmlns:a16="http://schemas.microsoft.com/office/drawing/2014/main" id="{93B12D0B-155F-4031-B3FF-AC955B7986AD}"/>
              </a:ext>
            </a:extLst>
          </p:cNvPr>
          <p:cNvSpPr>
            <a:spLocks xmlns:a="http://schemas.openxmlformats.org/drawingml/2006/main" noGrp="1"/>
          </p:cNvSpPr>
          <p:nvPr/>
        </p:nvSpPr>
        <p:spPr>
          <a:xfrm xmlns:a="http://schemas.openxmlformats.org/drawingml/2006/main">
            <a:off x="9956800" y="3040757"/>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46" name="Text 44">
            <a:extLst xmlns:a="http://schemas.openxmlformats.org/drawingml/2006/main">
              <a:ext uri="{FF2B5EF4-FFF2-40B4-BE49-F238E27FC236}">
                <a16:creationId xmlns:a16="http://schemas.microsoft.com/office/drawing/2014/main" id="{D6F39633-070D-42CE-B0E5-00FC60004BBF}"/>
              </a:ext>
            </a:extLst>
          </p:cNvPr>
          <p:cNvSpPr>
            <a:spLocks xmlns:a="http://schemas.openxmlformats.org/drawingml/2006/main" noGrp="1"/>
          </p:cNvSpPr>
          <p:nvPr/>
        </p:nvSpPr>
        <p:spPr>
          <a:xfrm xmlns:a="http://schemas.openxmlformats.org/drawingml/2006/main">
            <a:off x="812800" y="3517801"/>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V2</a:t>
            </a:r>
            <a:endParaRPr sz="1600"/>
          </a:p>
        </p:txBody>
      </p:sp>
      <p:sp>
        <p:nvSpPr>
          <p:cNvPr id="47" name="Shape 45">
            <a:extLst xmlns:a="http://schemas.openxmlformats.org/drawingml/2006/main">
              <a:ext uri="{FF2B5EF4-FFF2-40B4-BE49-F238E27FC236}">
                <a16:creationId xmlns:a16="http://schemas.microsoft.com/office/drawing/2014/main" id="{58746D65-973A-496C-BD82-94DDE8A839FE}"/>
              </a:ext>
            </a:extLst>
          </p:cNvPr>
          <p:cNvSpPr>
            <a:spLocks xmlns:a="http://schemas.openxmlformats.org/drawingml/2006/main" noGrp="1"/>
          </p:cNvSpPr>
          <p:nvPr/>
        </p:nvSpPr>
        <p:spPr>
          <a:xfrm xmlns:a="http://schemas.openxmlformats.org/drawingml/2006/main">
            <a:off x="1473200" y="3482280"/>
            <a:ext cx="330200" cy="355600"/>
          </a:xfrm>
          <a:custGeom xmlns:a="http://schemas.openxmlformats.org/drawingml/2006/main">
            <a:rect l="l" t="t" r="r" b="b"/>
            <a:pathLst>
              <a:path w="330200" h="355600">
                <a:moveTo>
                  <a:pt x="0" y="0"/>
                </a:moveTo>
                <a:lnTo>
                  <a:pt x="279400" y="0"/>
                </a:lnTo>
                <a:arcTo wR="50800" hR="50800" stAng="16200000" swAng="5400000"/>
                <a:lnTo>
                  <a:pt x="330200" y="304800"/>
                </a:lnTo>
                <a:arcTo wR="50800" hR="50800" stAng="0" swAng="5400000"/>
                <a:lnTo>
                  <a:pt x="0" y="355600"/>
                </a:lnTo>
                <a:lnTo>
                  <a:pt x="0" y="0"/>
                </a:lnTo>
                <a:close/>
              </a:path>
            </a:pathLst>
          </a:custGeom>
          <a:solidFill xmlns:a="http://schemas.openxmlformats.org/drawingml/2006/main">
            <a:srgbClr val="3A8F63"/>
          </a:solidFill>
        </p:spPr>
      </p:sp>
      <p:sp>
        <p:nvSpPr>
          <p:cNvPr id="48" name="Text 46">
            <a:extLst xmlns:a="http://schemas.openxmlformats.org/drawingml/2006/main">
              <a:ext uri="{FF2B5EF4-FFF2-40B4-BE49-F238E27FC236}">
                <a16:creationId xmlns:a16="http://schemas.microsoft.com/office/drawing/2014/main" id="{8E7B9315-9385-4701-8F1D-64EAA51B82DC}"/>
              </a:ext>
            </a:extLst>
          </p:cNvPr>
          <p:cNvSpPr>
            <a:spLocks xmlns:a="http://schemas.openxmlformats.org/drawingml/2006/main" noGrp="1"/>
          </p:cNvSpPr>
          <p:nvPr/>
        </p:nvSpPr>
        <p:spPr>
          <a:xfrm xmlns:a="http://schemas.openxmlformats.org/drawingml/2006/main">
            <a:off x="1905000" y="3526730"/>
            <a:ext cx="7779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45 · 5 %</a:t>
            </a:r>
            <a:endParaRPr sz="1500"/>
          </a:p>
        </p:txBody>
      </p:sp>
      <p:sp>
        <p:nvSpPr>
          <p:cNvPr id="49" name="Shape 47">
            <a:extLst xmlns:a="http://schemas.openxmlformats.org/drawingml/2006/main">
              <a:ext uri="{FF2B5EF4-FFF2-40B4-BE49-F238E27FC236}">
                <a16:creationId xmlns:a16="http://schemas.microsoft.com/office/drawing/2014/main" id="{C511B608-B940-416D-9235-927282F25DFF}"/>
              </a:ext>
            </a:extLst>
          </p:cNvPr>
          <p:cNvSpPr>
            <a:spLocks xmlns:a="http://schemas.openxmlformats.org/drawingml/2006/main" noGrp="1"/>
          </p:cNvSpPr>
          <p:nvPr/>
        </p:nvSpPr>
        <p:spPr>
          <a:xfrm xmlns:a="http://schemas.openxmlformats.org/drawingml/2006/main">
            <a:off x="646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0" name="Shape 48">
            <a:extLst xmlns:a="http://schemas.openxmlformats.org/drawingml/2006/main">
              <a:ext uri="{FF2B5EF4-FFF2-40B4-BE49-F238E27FC236}">
                <a16:creationId xmlns:a16="http://schemas.microsoft.com/office/drawing/2014/main" id="{7CD67F71-6BB5-4D52-AB19-02E9D79F12EC}"/>
              </a:ext>
            </a:extLst>
          </p:cNvPr>
          <p:cNvSpPr>
            <a:spLocks xmlns:a="http://schemas.openxmlformats.org/drawingml/2006/main" noGrp="1"/>
          </p:cNvSpPr>
          <p:nvPr/>
        </p:nvSpPr>
        <p:spPr>
          <a:xfrm xmlns:a="http://schemas.openxmlformats.org/drawingml/2006/main">
            <a:off x="696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1" name="Shape 49">
            <a:extLst xmlns:a="http://schemas.openxmlformats.org/drawingml/2006/main">
              <a:ext uri="{FF2B5EF4-FFF2-40B4-BE49-F238E27FC236}">
                <a16:creationId xmlns:a16="http://schemas.microsoft.com/office/drawing/2014/main" id="{14C38D21-C50B-4E08-950B-91B473AD58B9}"/>
              </a:ext>
            </a:extLst>
          </p:cNvPr>
          <p:cNvSpPr>
            <a:spLocks xmlns:a="http://schemas.openxmlformats.org/drawingml/2006/main" noGrp="1"/>
          </p:cNvSpPr>
          <p:nvPr/>
        </p:nvSpPr>
        <p:spPr>
          <a:xfrm xmlns:a="http://schemas.openxmlformats.org/drawingml/2006/main">
            <a:off x="7477125" y="3491805"/>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52" name="Shape 50">
            <a:extLst xmlns:a="http://schemas.openxmlformats.org/drawingml/2006/main">
              <a:ext uri="{FF2B5EF4-FFF2-40B4-BE49-F238E27FC236}">
                <a16:creationId xmlns:a16="http://schemas.microsoft.com/office/drawing/2014/main" id="{CDD2973E-854B-477A-A935-B8C7EDCB0472}"/>
              </a:ext>
            </a:extLst>
          </p:cNvPr>
          <p:cNvSpPr>
            <a:spLocks xmlns:a="http://schemas.openxmlformats.org/drawingml/2006/main" noGrp="1"/>
          </p:cNvSpPr>
          <p:nvPr/>
        </p:nvSpPr>
        <p:spPr>
          <a:xfrm xmlns:a="http://schemas.openxmlformats.org/drawingml/2006/main">
            <a:off x="7975600" y="3482280"/>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53" name="Shape 51">
            <a:extLst xmlns:a="http://schemas.openxmlformats.org/drawingml/2006/main">
              <a:ext uri="{FF2B5EF4-FFF2-40B4-BE49-F238E27FC236}">
                <a16:creationId xmlns:a16="http://schemas.microsoft.com/office/drawing/2014/main" id="{64043C4F-6D1B-430C-A02D-1C0DACFF7037}"/>
              </a:ext>
            </a:extLst>
          </p:cNvPr>
          <p:cNvSpPr>
            <a:spLocks xmlns:a="http://schemas.openxmlformats.org/drawingml/2006/main" noGrp="1"/>
          </p:cNvSpPr>
          <p:nvPr/>
        </p:nvSpPr>
        <p:spPr>
          <a:xfrm xmlns:a="http://schemas.openxmlformats.org/drawingml/2006/main">
            <a:off x="8493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4" name="Shape 52">
            <a:extLst xmlns:a="http://schemas.openxmlformats.org/drawingml/2006/main">
              <a:ext uri="{FF2B5EF4-FFF2-40B4-BE49-F238E27FC236}">
                <a16:creationId xmlns:a16="http://schemas.microsoft.com/office/drawing/2014/main" id="{C87C4674-9C27-44BB-89D7-A71074507C74}"/>
              </a:ext>
            </a:extLst>
          </p:cNvPr>
          <p:cNvSpPr>
            <a:spLocks xmlns:a="http://schemas.openxmlformats.org/drawingml/2006/main" noGrp="1"/>
          </p:cNvSpPr>
          <p:nvPr/>
        </p:nvSpPr>
        <p:spPr>
          <a:xfrm xmlns:a="http://schemas.openxmlformats.org/drawingml/2006/main">
            <a:off x="900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5" name="Shape 53">
            <a:extLst xmlns:a="http://schemas.openxmlformats.org/drawingml/2006/main">
              <a:ext uri="{FF2B5EF4-FFF2-40B4-BE49-F238E27FC236}">
                <a16:creationId xmlns:a16="http://schemas.microsoft.com/office/drawing/2014/main" id="{BDC0CF28-EB0C-4EC0-A7AC-F35BD73207FB}"/>
              </a:ext>
            </a:extLst>
          </p:cNvPr>
          <p:cNvSpPr>
            <a:spLocks xmlns:a="http://schemas.openxmlformats.org/drawingml/2006/main" noGrp="1"/>
          </p:cNvSpPr>
          <p:nvPr/>
        </p:nvSpPr>
        <p:spPr>
          <a:xfrm xmlns:a="http://schemas.openxmlformats.org/drawingml/2006/main">
            <a:off x="950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6" name="Text 54">
            <a:extLst xmlns:a="http://schemas.openxmlformats.org/drawingml/2006/main">
              <a:ext uri="{FF2B5EF4-FFF2-40B4-BE49-F238E27FC236}">
                <a16:creationId xmlns:a16="http://schemas.microsoft.com/office/drawing/2014/main" id="{68F2E2AE-6AFA-4D27-AB58-41FC78F0A522}"/>
              </a:ext>
            </a:extLst>
          </p:cNvPr>
          <p:cNvSpPr>
            <a:spLocks xmlns:a="http://schemas.openxmlformats.org/drawingml/2006/main" noGrp="1"/>
          </p:cNvSpPr>
          <p:nvPr/>
        </p:nvSpPr>
        <p:spPr>
          <a:xfrm xmlns:a="http://schemas.openxmlformats.org/drawingml/2006/main">
            <a:off x="9956800" y="3517801"/>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1</a:t>
            </a:r>
            <a:endParaRPr sz="1600"/>
          </a:p>
        </p:txBody>
      </p:sp>
      <p:sp>
        <p:nvSpPr>
          <p:cNvPr id="57" name="Text 55">
            <a:extLst xmlns:a="http://schemas.openxmlformats.org/drawingml/2006/main">
              <a:ext uri="{FF2B5EF4-FFF2-40B4-BE49-F238E27FC236}">
                <a16:creationId xmlns:a16="http://schemas.microsoft.com/office/drawing/2014/main" id="{E270728F-0252-4942-B488-25B7D43104BF}"/>
              </a:ext>
            </a:extLst>
          </p:cNvPr>
          <p:cNvSpPr>
            <a:spLocks xmlns:a="http://schemas.openxmlformats.org/drawingml/2006/main" noGrp="1"/>
          </p:cNvSpPr>
          <p:nvPr/>
        </p:nvSpPr>
        <p:spPr>
          <a:xfrm xmlns:a="http://schemas.openxmlformats.org/drawingml/2006/main">
            <a:off x="812800" y="3994845"/>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V1</a:t>
            </a:r>
            <a:endParaRPr sz="1600"/>
          </a:p>
        </p:txBody>
      </p:sp>
      <p:sp>
        <p:nvSpPr>
          <p:cNvPr id="58" name="Shape 56">
            <a:extLst xmlns:a="http://schemas.openxmlformats.org/drawingml/2006/main">
              <a:ext uri="{FF2B5EF4-FFF2-40B4-BE49-F238E27FC236}">
                <a16:creationId xmlns:a16="http://schemas.microsoft.com/office/drawing/2014/main" id="{3CC30675-A9C6-4F75-92DB-0E7345DA96A4}"/>
              </a:ext>
            </a:extLst>
          </p:cNvPr>
          <p:cNvSpPr>
            <a:spLocks xmlns:a="http://schemas.openxmlformats.org/drawingml/2006/main" noGrp="1"/>
          </p:cNvSpPr>
          <p:nvPr/>
        </p:nvSpPr>
        <p:spPr>
          <a:xfrm xmlns:a="http://schemas.openxmlformats.org/drawingml/2006/main">
            <a:off x="1473200" y="3959324"/>
            <a:ext cx="63500" cy="355600"/>
          </a:xfrm>
          <a:custGeom xmlns:a="http://schemas.openxmlformats.org/drawingml/2006/main">
            <a:rect l="l" t="t" r="r" b="b"/>
            <a:pathLst>
              <a:path w="63500" h="355600">
                <a:moveTo>
                  <a:pt x="0" y="0"/>
                </a:moveTo>
                <a:lnTo>
                  <a:pt x="12700" y="0"/>
                </a:lnTo>
                <a:arcTo wR="50800" hR="50800" stAng="16200000" swAng="5400000"/>
                <a:lnTo>
                  <a:pt x="63500" y="304800"/>
                </a:lnTo>
                <a:arcTo wR="50800" hR="50800" stAng="0" swAng="5400000"/>
                <a:lnTo>
                  <a:pt x="0" y="355600"/>
                </a:lnTo>
                <a:lnTo>
                  <a:pt x="0" y="0"/>
                </a:lnTo>
                <a:close/>
              </a:path>
            </a:pathLst>
          </a:custGeom>
          <a:solidFill xmlns:a="http://schemas.openxmlformats.org/drawingml/2006/main">
            <a:srgbClr val="3A8F63"/>
          </a:solidFill>
        </p:spPr>
      </p:sp>
      <p:sp>
        <p:nvSpPr>
          <p:cNvPr id="59" name="Text 57">
            <a:extLst xmlns:a="http://schemas.openxmlformats.org/drawingml/2006/main">
              <a:ext uri="{FF2B5EF4-FFF2-40B4-BE49-F238E27FC236}">
                <a16:creationId xmlns:a16="http://schemas.microsoft.com/office/drawing/2014/main" id="{1E157CE7-EDBF-437A-816E-4B34D9DAB39F}"/>
              </a:ext>
            </a:extLst>
          </p:cNvPr>
          <p:cNvSpPr>
            <a:spLocks xmlns:a="http://schemas.openxmlformats.org/drawingml/2006/main" noGrp="1"/>
          </p:cNvSpPr>
          <p:nvPr/>
        </p:nvSpPr>
        <p:spPr>
          <a:xfrm xmlns:a="http://schemas.openxmlformats.org/drawingml/2006/main">
            <a:off x="1638300" y="4003774"/>
            <a:ext cx="6636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 · 0 %</a:t>
            </a:r>
            <a:endParaRPr sz="1500"/>
          </a:p>
        </p:txBody>
      </p:sp>
      <p:sp>
        <p:nvSpPr>
          <p:cNvPr id="60" name="Shape 58">
            <a:extLst xmlns:a="http://schemas.openxmlformats.org/drawingml/2006/main">
              <a:ext uri="{FF2B5EF4-FFF2-40B4-BE49-F238E27FC236}">
                <a16:creationId xmlns:a16="http://schemas.microsoft.com/office/drawing/2014/main" id="{D694086B-61A4-4DE7-8CA7-41CA1669F0EF}"/>
              </a:ext>
            </a:extLst>
          </p:cNvPr>
          <p:cNvSpPr>
            <a:spLocks xmlns:a="http://schemas.openxmlformats.org/drawingml/2006/main" noGrp="1"/>
          </p:cNvSpPr>
          <p:nvPr/>
        </p:nvSpPr>
        <p:spPr>
          <a:xfrm xmlns:a="http://schemas.openxmlformats.org/drawingml/2006/main">
            <a:off x="6461125" y="3968849"/>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61" name="Shape 59">
            <a:extLst xmlns:a="http://schemas.openxmlformats.org/drawingml/2006/main">
              <a:ext uri="{FF2B5EF4-FFF2-40B4-BE49-F238E27FC236}">
                <a16:creationId xmlns:a16="http://schemas.microsoft.com/office/drawing/2014/main" id="{178D0173-F912-4412-A1F3-F51E3C3CB748}"/>
              </a:ext>
            </a:extLst>
          </p:cNvPr>
          <p:cNvSpPr>
            <a:spLocks xmlns:a="http://schemas.openxmlformats.org/drawingml/2006/main" noGrp="1"/>
          </p:cNvSpPr>
          <p:nvPr/>
        </p:nvSpPr>
        <p:spPr>
          <a:xfrm xmlns:a="http://schemas.openxmlformats.org/drawingml/2006/main">
            <a:off x="696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2" name="Shape 60">
            <a:extLst xmlns:a="http://schemas.openxmlformats.org/drawingml/2006/main">
              <a:ext uri="{FF2B5EF4-FFF2-40B4-BE49-F238E27FC236}">
                <a16:creationId xmlns:a16="http://schemas.microsoft.com/office/drawing/2014/main" id="{45E6C2C2-F2EF-41EE-B0E8-23B63C78B2A3}"/>
              </a:ext>
            </a:extLst>
          </p:cNvPr>
          <p:cNvSpPr>
            <a:spLocks xmlns:a="http://schemas.openxmlformats.org/drawingml/2006/main" noGrp="1"/>
          </p:cNvSpPr>
          <p:nvPr/>
        </p:nvSpPr>
        <p:spPr>
          <a:xfrm xmlns:a="http://schemas.openxmlformats.org/drawingml/2006/main">
            <a:off x="7477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3" name="Shape 61">
            <a:extLst xmlns:a="http://schemas.openxmlformats.org/drawingml/2006/main">
              <a:ext uri="{FF2B5EF4-FFF2-40B4-BE49-F238E27FC236}">
                <a16:creationId xmlns:a16="http://schemas.microsoft.com/office/drawing/2014/main" id="{6F0D1102-BDFF-4AF9-BA3A-9435F83D1C30}"/>
              </a:ext>
            </a:extLst>
          </p:cNvPr>
          <p:cNvSpPr>
            <a:spLocks xmlns:a="http://schemas.openxmlformats.org/drawingml/2006/main" noGrp="1"/>
          </p:cNvSpPr>
          <p:nvPr/>
        </p:nvSpPr>
        <p:spPr>
          <a:xfrm xmlns:a="http://schemas.openxmlformats.org/drawingml/2006/main">
            <a:off x="7985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4" name="Shape 62">
            <a:extLst xmlns:a="http://schemas.openxmlformats.org/drawingml/2006/main">
              <a:ext uri="{FF2B5EF4-FFF2-40B4-BE49-F238E27FC236}">
                <a16:creationId xmlns:a16="http://schemas.microsoft.com/office/drawing/2014/main" id="{24FE1C4A-53F3-4785-81E8-BBA7926392A5}"/>
              </a:ext>
            </a:extLst>
          </p:cNvPr>
          <p:cNvSpPr>
            <a:spLocks xmlns:a="http://schemas.openxmlformats.org/drawingml/2006/main" noGrp="1"/>
          </p:cNvSpPr>
          <p:nvPr/>
        </p:nvSpPr>
        <p:spPr>
          <a:xfrm xmlns:a="http://schemas.openxmlformats.org/drawingml/2006/main">
            <a:off x="8493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5" name="Shape 63">
            <a:extLst xmlns:a="http://schemas.openxmlformats.org/drawingml/2006/main">
              <a:ext uri="{FF2B5EF4-FFF2-40B4-BE49-F238E27FC236}">
                <a16:creationId xmlns:a16="http://schemas.microsoft.com/office/drawing/2014/main" id="{8E69C60A-51B1-4EBF-A38C-5B19BD19913D}"/>
              </a:ext>
            </a:extLst>
          </p:cNvPr>
          <p:cNvSpPr>
            <a:spLocks xmlns:a="http://schemas.openxmlformats.org/drawingml/2006/main" noGrp="1"/>
          </p:cNvSpPr>
          <p:nvPr/>
        </p:nvSpPr>
        <p:spPr>
          <a:xfrm xmlns:a="http://schemas.openxmlformats.org/drawingml/2006/main">
            <a:off x="9001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6" name="Shape 64">
            <a:extLst xmlns:a="http://schemas.openxmlformats.org/drawingml/2006/main">
              <a:ext uri="{FF2B5EF4-FFF2-40B4-BE49-F238E27FC236}">
                <a16:creationId xmlns:a16="http://schemas.microsoft.com/office/drawing/2014/main" id="{5262EDD3-276C-4C42-9D88-30A98CA68F60}"/>
              </a:ext>
            </a:extLst>
          </p:cNvPr>
          <p:cNvSpPr>
            <a:spLocks xmlns:a="http://schemas.openxmlformats.org/drawingml/2006/main" noGrp="1"/>
          </p:cNvSpPr>
          <p:nvPr/>
        </p:nvSpPr>
        <p:spPr>
          <a:xfrm xmlns:a="http://schemas.openxmlformats.org/drawingml/2006/main">
            <a:off x="950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7" name="Text 65">
            <a:extLst xmlns:a="http://schemas.openxmlformats.org/drawingml/2006/main">
              <a:ext uri="{FF2B5EF4-FFF2-40B4-BE49-F238E27FC236}">
                <a16:creationId xmlns:a16="http://schemas.microsoft.com/office/drawing/2014/main" id="{A7BA0604-5DA4-4C75-B635-4CE4A65D706E}"/>
              </a:ext>
            </a:extLst>
          </p:cNvPr>
          <p:cNvSpPr>
            <a:spLocks xmlns:a="http://schemas.openxmlformats.org/drawingml/2006/main" noGrp="1"/>
          </p:cNvSpPr>
          <p:nvPr/>
        </p:nvSpPr>
        <p:spPr>
          <a:xfrm xmlns:a="http://schemas.openxmlformats.org/drawingml/2006/main">
            <a:off x="9956800" y="3994845"/>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0</a:t>
            </a:r>
            <a:endParaRPr sz="1600"/>
          </a:p>
        </p:txBody>
      </p:sp>
      <p:sp>
        <p:nvSpPr>
          <p:cNvPr id="68" name="Shape 66">
            <a:extLst xmlns:a="http://schemas.openxmlformats.org/drawingml/2006/main">
              <a:ext uri="{FF2B5EF4-FFF2-40B4-BE49-F238E27FC236}">
                <a16:creationId xmlns:a16="http://schemas.microsoft.com/office/drawing/2014/main" id="{C88B9C61-4DD7-48D9-851E-E34FF2F66147}"/>
              </a:ext>
            </a:extLst>
          </p:cNvPr>
          <p:cNvSpPr>
            <a:spLocks xmlns:a="http://schemas.openxmlformats.org/drawingml/2006/main" noGrp="1"/>
          </p:cNvSpPr>
          <p:nvPr/>
        </p:nvSpPr>
        <p:spPr>
          <a:xfrm xmlns:a="http://schemas.openxmlformats.org/drawingml/2006/main">
            <a:off x="812800" y="4506416"/>
            <a:ext cx="177800" cy="177800"/>
          </a:xfrm>
          <a:prstGeom xmlns:a="http://schemas.openxmlformats.org/drawingml/2006/main" prst="roundRect">
            <a:avLst>
              <a:gd name="adj" fmla="val 21429"/>
            </a:avLst>
          </a:prstGeom>
          <a:solidFill xmlns:a="http://schemas.openxmlformats.org/drawingml/2006/main">
            <a:srgbClr val="3A8F63"/>
          </a:solidFill>
        </p:spPr>
      </p:sp>
      <p:sp>
        <p:nvSpPr>
          <p:cNvPr id="69" name="Text 67">
            <a:extLst xmlns:a="http://schemas.openxmlformats.org/drawingml/2006/main">
              <a:ext uri="{FF2B5EF4-FFF2-40B4-BE49-F238E27FC236}">
                <a16:creationId xmlns:a16="http://schemas.microsoft.com/office/drawing/2014/main" id="{97DE6E5F-7412-4D0E-9FC2-48194EB85828}"/>
              </a:ext>
            </a:extLst>
          </p:cNvPr>
          <p:cNvSpPr>
            <a:spLocks xmlns:a="http://schemas.openxmlformats.org/drawingml/2006/main" noGrp="1"/>
          </p:cNvSpPr>
          <p:nvPr/>
        </p:nvSpPr>
        <p:spPr>
          <a:xfrm xmlns:a="http://schemas.openxmlformats.org/drawingml/2006/main">
            <a:off x="1066800" y="4488656"/>
            <a:ext cx="193884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Operó (20 camiones o más)</a:t>
            </a:r>
            <a:endParaRPr sz="1200"/>
          </a:p>
        </p:txBody>
      </p:sp>
      <p:sp>
        <p:nvSpPr>
          <p:cNvPr id="70" name="Shape 68">
            <a:extLst xmlns:a="http://schemas.openxmlformats.org/drawingml/2006/main">
              <a:ext uri="{FF2B5EF4-FFF2-40B4-BE49-F238E27FC236}">
                <a16:creationId xmlns:a16="http://schemas.microsoft.com/office/drawing/2014/main" id="{D05F6E9F-C723-4461-964D-CEC12F3B1EF4}"/>
              </a:ext>
            </a:extLst>
          </p:cNvPr>
          <p:cNvSpPr>
            <a:spLocks xmlns:a="http://schemas.openxmlformats.org/drawingml/2006/main" noGrp="1"/>
          </p:cNvSpPr>
          <p:nvPr/>
        </p:nvSpPr>
        <p:spPr>
          <a:xfrm xmlns:a="http://schemas.openxmlformats.org/drawingml/2006/main">
            <a:off x="3025378" y="4506416"/>
            <a:ext cx="177800" cy="177800"/>
          </a:xfrm>
          <a:prstGeom xmlns:a="http://schemas.openxmlformats.org/drawingml/2006/main" prst="roundRect">
            <a:avLst>
              <a:gd name="adj" fmla="val 21429"/>
            </a:avLst>
          </a:prstGeom>
          <a:solidFill xmlns:a="http://schemas.openxmlformats.org/drawingml/2006/main">
            <a:srgbClr val="DCEDE1"/>
          </a:solidFill>
        </p:spPr>
      </p:sp>
      <p:sp>
        <p:nvSpPr>
          <p:cNvPr id="71" name="Text 69">
            <a:extLst xmlns:a="http://schemas.openxmlformats.org/drawingml/2006/main">
              <a:ext uri="{FF2B5EF4-FFF2-40B4-BE49-F238E27FC236}">
                <a16:creationId xmlns:a16="http://schemas.microsoft.com/office/drawing/2014/main" id="{AE93987A-685E-4C13-BCF7-915C4339ACC3}"/>
              </a:ext>
            </a:extLst>
          </p:cNvPr>
          <p:cNvSpPr>
            <a:spLocks xmlns:a="http://schemas.openxmlformats.org/drawingml/2006/main" noGrp="1"/>
          </p:cNvSpPr>
          <p:nvPr/>
        </p:nvSpPr>
        <p:spPr>
          <a:xfrm xmlns:a="http://schemas.openxmlformats.org/drawingml/2006/main">
            <a:off x="3279378" y="4488656"/>
            <a:ext cx="123428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Actividad mínima</a:t>
            </a:r>
            <a:endParaRPr sz="1200"/>
          </a:p>
        </p:txBody>
      </p:sp>
      <p:sp>
        <p:nvSpPr>
          <p:cNvPr id="72" name="Text 70">
            <a:extLst xmlns:a="http://schemas.openxmlformats.org/drawingml/2006/main">
              <a:ext uri="{FF2B5EF4-FFF2-40B4-BE49-F238E27FC236}">
                <a16:creationId xmlns:a16="http://schemas.microsoft.com/office/drawing/2014/main" id="{C3BDDDF3-ABBF-458C-9584-47DEFA1FD3F8}"/>
              </a:ext>
            </a:extLst>
          </p:cNvPr>
          <p:cNvSpPr>
            <a:spLocks xmlns:a="http://schemas.openxmlformats.org/drawingml/2006/main" noGrp="1"/>
          </p:cNvSpPr>
          <p:nvPr/>
        </p:nvSpPr>
        <p:spPr>
          <a:xfrm xmlns:a="http://schemas.openxmlformats.org/drawingml/2006/main">
            <a:off x="812800" y="4878487"/>
            <a:ext cx="5284724"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V5 trabajó todos los días y tomó el </a:t>
            </a:r>
            <a:r>
              <a:rPr sz="1400" b="1">
                <a:solidFill>
                  <a:srgbClr val="4A5D52"/>
                </a:solidFill>
                <a:latin typeface="IBM Plex Sans"/>
                <a:ea typeface="IBM Plex Sans"/>
                <a:cs typeface="IBM Plex Sans"/>
              </a:rPr>
              <a:t>53 %</a:t>
            </a:r>
            <a:r>
              <a:rPr sz="1400">
                <a:solidFill>
                  <a:srgbClr val="4A5D52"/>
                </a:solidFill>
                <a:latin typeface="IBM Plex Sans"/>
                <a:ea typeface="IBM Plex Sans"/>
                <a:cs typeface="IBM Plex Sans"/>
              </a:rPr>
              <a:t> (481 de 911). V3 y V4 se repartieron casi todo el resto; el domingo descargaron solo V2 y V5.</a:t>
            </a:r>
            <a:endParaRPr sz="1400"/>
          </a:p>
        </p:txBody>
      </p:sp>
      <p:sp>
        <p:nvSpPr>
          <p:cNvPr id="73" name="Shape 71">
            <a:extLst xmlns:a="http://schemas.openxmlformats.org/drawingml/2006/main">
              <a:ext uri="{FF2B5EF4-FFF2-40B4-BE49-F238E27FC236}">
                <a16:creationId xmlns:a16="http://schemas.microsoft.com/office/drawing/2014/main" id="{4C15DF97-77C8-4F1F-A356-5BDC7FABFC82}"/>
              </a:ext>
            </a:extLst>
          </p:cNvPr>
          <p:cNvSpPr>
            <a:spLocks xmlns:a="http://schemas.openxmlformats.org/drawingml/2006/main" noGrp="1"/>
          </p:cNvSpPr>
          <p:nvPr/>
        </p:nvSpPr>
        <p:spPr>
          <a:xfrm xmlns:a="http://schemas.openxmlformats.org/drawingml/2006/main">
            <a:off x="6267450" y="4878487"/>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4" name="Text 72">
            <a:extLst xmlns:a="http://schemas.openxmlformats.org/drawingml/2006/main">
              <a:ext uri="{FF2B5EF4-FFF2-40B4-BE49-F238E27FC236}">
                <a16:creationId xmlns:a16="http://schemas.microsoft.com/office/drawing/2014/main" id="{02B6B898-BC92-4ACE-B953-DFDFB92119E4}"/>
              </a:ext>
            </a:extLst>
          </p:cNvPr>
          <p:cNvSpPr>
            <a:spLocks xmlns:a="http://schemas.openxmlformats.org/drawingml/2006/main" noGrp="1"/>
          </p:cNvSpPr>
          <p:nvPr/>
        </p:nvSpPr>
        <p:spPr>
          <a:xfrm xmlns:a="http://schemas.openxmlformats.org/drawingml/2006/main">
            <a:off x="6413500" y="4903887"/>
            <a:ext cx="5114671"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la PV2 no descargó (preventivo en su compresor) y la PV4 la cubrió; el miércoles quedó sin descargar la PV3, en la parada anual de la cinta C01 de la Terminal. V5 sostuvo los dos días.</a:t>
            </a:r>
            <a:endParaRPr sz="1300"/>
          </a:p>
        </p:txBody>
      </p:sp>
      <p:pic>
        <p:nvPicPr>
          <p:cNvPr id="152" name="Image 0"/>
          <p:cNvPicPr>
            <a:picLocks xmlns:a="http://schemas.openxmlformats.org/drawingml/2006/main" noChangeAspect="1"/>
          </p:cNvPicPr>
          <p:nvPr/>
        </p:nvPicPr>
        <p:blipFill>
          <a:blip xmlns:r="http://schemas.openxmlformats.org/officeDocument/2006/relationships" xmlns:a="http://schemas.openxmlformats.org/drawingml/2006/main" r:embed="R34de6f89b8e2415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6" name="Text 73">
            <a:extLst xmlns:a="http://schemas.openxmlformats.org/drawingml/2006/main">
              <a:ext uri="{FF2B5EF4-FFF2-40B4-BE49-F238E27FC236}">
                <a16:creationId xmlns:a16="http://schemas.microsoft.com/office/drawing/2014/main" id="{14C12A7D-4630-460A-A0EF-262FD32AFF2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25</a:t>
            </a:r>
            <a:endParaRPr sz="1200"/>
          </a:p>
        </p:txBody>
      </p:sp>
      <p:pic>
        <p:nvPicPr>
          <p:cNvPr id="154" name="Image 1"/>
          <p:cNvPicPr>
            <a:picLocks xmlns:a="http://schemas.openxmlformats.org/drawingml/2006/main" noChangeAspect="1"/>
          </p:cNvPicPr>
          <p:nvPr/>
        </p:nvPicPr>
        <p:blipFill>
          <a:blip xmlns:r="http://schemas.openxmlformats.org/officeDocument/2006/relationships" xmlns:a="http://schemas.openxmlformats.org/drawingml/2006/main" r:embed="R29ab59dda9bd469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98784185"/>
      </p:ext>
    </p:extLst>
  </p:cSld>
</p:sld>
</file>

<file path=ppt/slides/slide3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DFC267-8A22-4AE9-9B2C-5AC919943DAD}"/>
              </a:ext>
            </a:extLst>
          </p:cNvPr>
          <p:cNvSpPr>
            <a:spLocks xmlns:a="http://schemas.openxmlformats.org/drawingml/2006/main" noGrp="1"/>
          </p:cNvSpPr>
          <p:nvPr/>
        </p:nvSpPr>
        <p:spPr>
          <a:xfrm xmlns:a="http://schemas.openxmlformats.org/drawingml/2006/main">
            <a:off x="812800" y="711200"/>
            <a:ext cx="2794695" cy="289520"/>
          </a:xfrm>
          <a:custGeom xmlns:a="http://schemas.openxmlformats.org/drawingml/2006/main">
            <a:rect l="l" t="t" r="r" b="b"/>
            <a:pathLst>
              <a:path w="2794695" h="289520">
                <a:moveTo>
                  <a:pt x="144760" y="0"/>
                </a:moveTo>
                <a:lnTo>
                  <a:pt x="2649934" y="0"/>
                </a:lnTo>
                <a:arcTo wR="144760" hR="144760" stAng="16200000" swAng="5400000"/>
                <a:lnTo>
                  <a:pt x="279469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SILOS RICARDONE</a:t>
            </a:r>
            <a:endParaRPr sz="1200"/>
          </a:p>
        </p:txBody>
      </p:sp>
      <p:sp>
        <p:nvSpPr>
          <p:cNvPr id="3" name="Text 1">
            <a:extLst xmlns:a="http://schemas.openxmlformats.org/drawingml/2006/main">
              <a:ext uri="{FF2B5EF4-FFF2-40B4-BE49-F238E27FC236}">
                <a16:creationId xmlns:a16="http://schemas.microsoft.com/office/drawing/2014/main" id="{5FF0BA22-E55C-4429-B521-D60614A060C1}"/>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Silos: el transile corrió casi toda la semana</a:t>
            </a:r>
            <a:endParaRPr sz="3200"/>
          </a:p>
        </p:txBody>
      </p:sp>
      <p:sp>
        <p:nvSpPr>
          <p:cNvPr id="4" name="Text 2">
            <a:extLst xmlns:a="http://schemas.openxmlformats.org/drawingml/2006/main">
              <a:ext uri="{FF2B5EF4-FFF2-40B4-BE49-F238E27FC236}">
                <a16:creationId xmlns:a16="http://schemas.microsoft.com/office/drawing/2014/main" id="{E8488F3F-780B-495E-98E8-70D4828D1786}"/>
              </a:ext>
            </a:extLst>
          </p:cNvPr>
          <p:cNvSpPr>
            <a:spLocks xmlns:a="http://schemas.openxmlformats.org/drawingml/2006/main" noGrp="1"/>
          </p:cNvSpPr>
          <p:nvPr/>
        </p:nvSpPr>
        <p:spPr>
          <a:xfrm xmlns:a="http://schemas.openxmlformats.org/drawingml/2006/main">
            <a:off x="812800" y="1803301"/>
            <a:ext cx="68021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en silos por día (recorridos de cámara)</a:t>
            </a:r>
            <a:endParaRPr sz="1200"/>
          </a:p>
        </p:txBody>
      </p:sp>
      <p:sp>
        <p:nvSpPr>
          <p:cNvPr id="5" name="Text 3">
            <a:extLst xmlns:a="http://schemas.openxmlformats.org/drawingml/2006/main">
              <a:ext uri="{FF2B5EF4-FFF2-40B4-BE49-F238E27FC236}">
                <a16:creationId xmlns:a16="http://schemas.microsoft.com/office/drawing/2014/main" id="{2E4C3CA1-35D6-4BE1-9C7B-5578B3BDFCA3}"/>
              </a:ext>
            </a:extLst>
          </p:cNvPr>
          <p:cNvSpPr>
            <a:spLocks xmlns:a="http://schemas.openxmlformats.org/drawingml/2006/main" noGrp="1"/>
          </p:cNvSpPr>
          <p:nvPr/>
        </p:nvSpPr>
        <p:spPr>
          <a:xfrm xmlns:a="http://schemas.openxmlformats.org/drawingml/2006/main">
            <a:off x="1119684" y="33541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87</a:t>
            </a:r>
            <a:endParaRPr sz="1400"/>
          </a:p>
        </p:txBody>
      </p:sp>
      <p:sp>
        <p:nvSpPr>
          <p:cNvPr id="6" name="Shape 4">
            <a:extLst xmlns:a="http://schemas.openxmlformats.org/drawingml/2006/main">
              <a:ext uri="{FF2B5EF4-FFF2-40B4-BE49-F238E27FC236}">
                <a16:creationId xmlns:a16="http://schemas.microsoft.com/office/drawing/2014/main" id="{80E3406C-56A9-4ADF-9886-89725A91BA35}"/>
              </a:ext>
            </a:extLst>
          </p:cNvPr>
          <p:cNvSpPr>
            <a:spLocks xmlns:a="http://schemas.openxmlformats.org/drawingml/2006/main" noGrp="1"/>
          </p:cNvSpPr>
          <p:nvPr/>
        </p:nvSpPr>
        <p:spPr>
          <a:xfrm xmlns:a="http://schemas.openxmlformats.org/drawingml/2006/main">
            <a:off x="947043" y="3653830"/>
            <a:ext cx="609600" cy="1924050"/>
          </a:xfrm>
          <a:custGeom xmlns:a="http://schemas.openxmlformats.org/drawingml/2006/main">
            <a:rect l="l" t="t" r="r" b="b"/>
            <a:pathLst>
              <a:path w="609600" h="1924050">
                <a:moveTo>
                  <a:pt x="50800" y="0"/>
                </a:moveTo>
                <a:lnTo>
                  <a:pt x="558800" y="0"/>
                </a:lnTo>
                <a:arcTo wR="50800" hR="50800" stAng="16200000" swAng="5400000"/>
                <a:lnTo>
                  <a:pt x="609600" y="1924050"/>
                </a:lnTo>
                <a:lnTo>
                  <a:pt x="0" y="1924050"/>
                </a:lnTo>
                <a:lnTo>
                  <a:pt x="0" y="50800"/>
                </a:lnTo>
                <a:arcTo wR="50800" hR="50800" stAng="10800000" swAng="5400000"/>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D8C402E8-BE1B-48EA-819A-51AE1384BDA8}"/>
              </a:ext>
            </a:extLst>
          </p:cNvPr>
          <p:cNvSpPr>
            <a:spLocks xmlns:a="http://schemas.openxmlformats.org/drawingml/2006/main" noGrp="1"/>
          </p:cNvSpPr>
          <p:nvPr/>
        </p:nvSpPr>
        <p:spPr>
          <a:xfrm xmlns:a="http://schemas.openxmlformats.org/drawingml/2006/main">
            <a:off x="965855"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8" name="Text 6">
            <a:extLst xmlns:a="http://schemas.openxmlformats.org/drawingml/2006/main">
              <a:ext uri="{FF2B5EF4-FFF2-40B4-BE49-F238E27FC236}">
                <a16:creationId xmlns:a16="http://schemas.microsoft.com/office/drawing/2014/main" id="{E2C61A42-09F6-4B6B-B8B5-6892E49DDBD5}"/>
              </a:ext>
            </a:extLst>
          </p:cNvPr>
          <p:cNvSpPr>
            <a:spLocks xmlns:a="http://schemas.openxmlformats.org/drawingml/2006/main" noGrp="1"/>
          </p:cNvSpPr>
          <p:nvPr/>
        </p:nvSpPr>
        <p:spPr>
          <a:xfrm xmlns:a="http://schemas.openxmlformats.org/drawingml/2006/main">
            <a:off x="2074069" y="388123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63</a:t>
            </a:r>
            <a:endParaRPr sz="1400"/>
          </a:p>
        </p:txBody>
      </p:sp>
      <p:sp>
        <p:nvSpPr>
          <p:cNvPr id="9" name="Shape 7">
            <a:extLst xmlns:a="http://schemas.openxmlformats.org/drawingml/2006/main">
              <a:ext uri="{FF2B5EF4-FFF2-40B4-BE49-F238E27FC236}">
                <a16:creationId xmlns:a16="http://schemas.microsoft.com/office/drawing/2014/main" id="{508CFBE0-D827-4DD7-A599-75F6360D90DD}"/>
              </a:ext>
            </a:extLst>
          </p:cNvPr>
          <p:cNvSpPr>
            <a:spLocks xmlns:a="http://schemas.openxmlformats.org/drawingml/2006/main" noGrp="1"/>
          </p:cNvSpPr>
          <p:nvPr/>
        </p:nvSpPr>
        <p:spPr>
          <a:xfrm xmlns:a="http://schemas.openxmlformats.org/drawingml/2006/main">
            <a:off x="1901329" y="4180880"/>
            <a:ext cx="609600" cy="1397000"/>
          </a:xfrm>
          <a:custGeom xmlns:a="http://schemas.openxmlformats.org/drawingml/2006/main">
            <a:rect l="l" t="t" r="r" b="b"/>
            <a:pathLst>
              <a:path w="609600" h="1397000">
                <a:moveTo>
                  <a:pt x="50800" y="0"/>
                </a:moveTo>
                <a:lnTo>
                  <a:pt x="558800" y="0"/>
                </a:lnTo>
                <a:arcTo wR="50800" hR="50800" stAng="16200000" swAng="5400000"/>
                <a:lnTo>
                  <a:pt x="609600" y="1397000"/>
                </a:lnTo>
                <a:lnTo>
                  <a:pt x="0" y="1397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4CBE4FFB-795A-420D-82A3-7EC1B7F5B4C5}"/>
              </a:ext>
            </a:extLst>
          </p:cNvPr>
          <p:cNvSpPr>
            <a:spLocks xmlns:a="http://schemas.openxmlformats.org/drawingml/2006/main" noGrp="1"/>
          </p:cNvSpPr>
          <p:nvPr/>
        </p:nvSpPr>
        <p:spPr>
          <a:xfrm xmlns:a="http://schemas.openxmlformats.org/drawingml/2006/main">
            <a:off x="1940262"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1" name="Text 9">
            <a:extLst xmlns:a="http://schemas.openxmlformats.org/drawingml/2006/main">
              <a:ext uri="{FF2B5EF4-FFF2-40B4-BE49-F238E27FC236}">
                <a16:creationId xmlns:a16="http://schemas.microsoft.com/office/drawing/2014/main" id="{40DB4F91-B450-4709-89C2-93E9DA14E538}"/>
              </a:ext>
            </a:extLst>
          </p:cNvPr>
          <p:cNvSpPr>
            <a:spLocks xmlns:a="http://schemas.openxmlformats.org/drawingml/2006/main" noGrp="1"/>
          </p:cNvSpPr>
          <p:nvPr/>
        </p:nvSpPr>
        <p:spPr>
          <a:xfrm xmlns:a="http://schemas.openxmlformats.org/drawingml/2006/main">
            <a:off x="3028355" y="47003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26</a:t>
            </a:r>
            <a:endParaRPr sz="1400"/>
          </a:p>
        </p:txBody>
      </p:sp>
      <p:sp>
        <p:nvSpPr>
          <p:cNvPr id="12" name="Shape 10">
            <a:extLst xmlns:a="http://schemas.openxmlformats.org/drawingml/2006/main">
              <a:ext uri="{FF2B5EF4-FFF2-40B4-BE49-F238E27FC236}">
                <a16:creationId xmlns:a16="http://schemas.microsoft.com/office/drawing/2014/main" id="{EA4CFAA3-6CE2-4454-A268-21992159FB91}"/>
              </a:ext>
            </a:extLst>
          </p:cNvPr>
          <p:cNvSpPr>
            <a:spLocks xmlns:a="http://schemas.openxmlformats.org/drawingml/2006/main" noGrp="1"/>
          </p:cNvSpPr>
          <p:nvPr/>
        </p:nvSpPr>
        <p:spPr>
          <a:xfrm xmlns:a="http://schemas.openxmlformats.org/drawingml/2006/main">
            <a:off x="2855714" y="5000030"/>
            <a:ext cx="609600" cy="577850"/>
          </a:xfrm>
          <a:custGeom xmlns:a="http://schemas.openxmlformats.org/drawingml/2006/main">
            <a:rect l="l" t="t" r="r" b="b"/>
            <a:pathLst>
              <a:path w="609600" h="577850">
                <a:moveTo>
                  <a:pt x="50800" y="0"/>
                </a:moveTo>
                <a:lnTo>
                  <a:pt x="558800" y="0"/>
                </a:lnTo>
                <a:arcTo wR="50800" hR="50800" stAng="16200000" swAng="5400000"/>
                <a:lnTo>
                  <a:pt x="609600" y="577850"/>
                </a:lnTo>
                <a:lnTo>
                  <a:pt x="0" y="577850"/>
                </a:lnTo>
                <a:lnTo>
                  <a:pt x="0" y="50800"/>
                </a:lnTo>
                <a:arcTo wR="50800" hR="50800" stAng="10800000" swAng="5400000"/>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16397C36-A7AB-4055-AD14-53327DD24C34}"/>
              </a:ext>
            </a:extLst>
          </p:cNvPr>
          <p:cNvSpPr>
            <a:spLocks xmlns:a="http://schemas.openxmlformats.org/drawingml/2006/main" noGrp="1"/>
          </p:cNvSpPr>
          <p:nvPr/>
        </p:nvSpPr>
        <p:spPr>
          <a:xfrm xmlns:a="http://schemas.openxmlformats.org/drawingml/2006/main">
            <a:off x="2867273"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14" name="Text 12">
            <a:extLst xmlns:a="http://schemas.openxmlformats.org/drawingml/2006/main">
              <a:ext uri="{FF2B5EF4-FFF2-40B4-BE49-F238E27FC236}">
                <a16:creationId xmlns:a16="http://schemas.microsoft.com/office/drawing/2014/main" id="{4C0267A0-8D56-4720-BF18-4167CEBCC047}"/>
              </a:ext>
            </a:extLst>
          </p:cNvPr>
          <p:cNvSpPr>
            <a:spLocks xmlns:a="http://schemas.openxmlformats.org/drawingml/2006/main" noGrp="1"/>
          </p:cNvSpPr>
          <p:nvPr/>
        </p:nvSpPr>
        <p:spPr>
          <a:xfrm xmlns:a="http://schemas.openxmlformats.org/drawingml/2006/main">
            <a:off x="3982740" y="3328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88</a:t>
            </a:r>
            <a:endParaRPr sz="1400"/>
          </a:p>
        </p:txBody>
      </p:sp>
      <p:sp>
        <p:nvSpPr>
          <p:cNvPr id="15" name="Shape 13">
            <a:extLst xmlns:a="http://schemas.openxmlformats.org/drawingml/2006/main">
              <a:ext uri="{FF2B5EF4-FFF2-40B4-BE49-F238E27FC236}">
                <a16:creationId xmlns:a16="http://schemas.microsoft.com/office/drawing/2014/main" id="{5E0A4560-53F8-4E4E-8EEE-48B9FA1A8AE4}"/>
              </a:ext>
            </a:extLst>
          </p:cNvPr>
          <p:cNvSpPr>
            <a:spLocks xmlns:a="http://schemas.openxmlformats.org/drawingml/2006/main" noGrp="1"/>
          </p:cNvSpPr>
          <p:nvPr/>
        </p:nvSpPr>
        <p:spPr>
          <a:xfrm xmlns:a="http://schemas.openxmlformats.org/drawingml/2006/main">
            <a:off x="3810000" y="3628430"/>
            <a:ext cx="609600" cy="1949450"/>
          </a:xfrm>
          <a:custGeom xmlns:a="http://schemas.openxmlformats.org/drawingml/2006/main">
            <a:rect l="l" t="t" r="r" b="b"/>
            <a:pathLst>
              <a:path w="609600" h="1949450">
                <a:moveTo>
                  <a:pt x="50800" y="0"/>
                </a:moveTo>
                <a:lnTo>
                  <a:pt x="558800" y="0"/>
                </a:lnTo>
                <a:arcTo wR="50800" hR="50800" stAng="16200000" swAng="5400000"/>
                <a:lnTo>
                  <a:pt x="609600" y="1949450"/>
                </a:lnTo>
                <a:lnTo>
                  <a:pt x="0" y="1949450"/>
                </a:lnTo>
                <a:lnTo>
                  <a:pt x="0" y="50800"/>
                </a:lnTo>
                <a:arcTo wR="50800" hR="50800" stAng="10800000" swAng="5400000"/>
                <a:close/>
              </a:path>
            </a:pathLst>
          </a:custGeom>
          <a:solidFill xmlns:a="http://schemas.openxmlformats.org/drawingml/2006/main">
            <a:srgbClr val="0B5638"/>
          </a:solidFill>
        </p:spPr>
      </p:sp>
      <p:sp>
        <p:nvSpPr>
          <p:cNvPr id="16" name="Text 14">
            <a:extLst xmlns:a="http://schemas.openxmlformats.org/drawingml/2006/main">
              <a:ext uri="{FF2B5EF4-FFF2-40B4-BE49-F238E27FC236}">
                <a16:creationId xmlns:a16="http://schemas.microsoft.com/office/drawing/2014/main" id="{971C421E-C1CE-4940-96FC-CB6C25099FDA}"/>
              </a:ext>
            </a:extLst>
          </p:cNvPr>
          <p:cNvSpPr>
            <a:spLocks xmlns:a="http://schemas.openxmlformats.org/drawingml/2006/main" noGrp="1"/>
          </p:cNvSpPr>
          <p:nvPr/>
        </p:nvSpPr>
        <p:spPr>
          <a:xfrm xmlns:a="http://schemas.openxmlformats.org/drawingml/2006/main">
            <a:off x="3787844"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17" name="Text 15">
            <a:extLst xmlns:a="http://schemas.openxmlformats.org/drawingml/2006/main">
              <a:ext uri="{FF2B5EF4-FFF2-40B4-BE49-F238E27FC236}">
                <a16:creationId xmlns:a16="http://schemas.microsoft.com/office/drawing/2014/main" id="{BB3E00B1-527C-4E17-8C1F-500E7417D28A}"/>
              </a:ext>
            </a:extLst>
          </p:cNvPr>
          <p:cNvSpPr>
            <a:spLocks xmlns:a="http://schemas.openxmlformats.org/drawingml/2006/main" noGrp="1"/>
          </p:cNvSpPr>
          <p:nvPr/>
        </p:nvSpPr>
        <p:spPr>
          <a:xfrm xmlns:a="http://schemas.openxmlformats.org/drawingml/2006/main">
            <a:off x="4877137" y="286523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8" name="Shape 16">
            <a:extLst xmlns:a="http://schemas.openxmlformats.org/drawingml/2006/main">
              <a:ext uri="{FF2B5EF4-FFF2-40B4-BE49-F238E27FC236}">
                <a16:creationId xmlns:a16="http://schemas.microsoft.com/office/drawing/2014/main" id="{1D25997A-87D0-4BE4-BC88-7D7627DCB65F}"/>
              </a:ext>
            </a:extLst>
          </p:cNvPr>
          <p:cNvSpPr>
            <a:spLocks xmlns:a="http://schemas.openxmlformats.org/drawingml/2006/main" noGrp="1"/>
          </p:cNvSpPr>
          <p:nvPr/>
        </p:nvSpPr>
        <p:spPr>
          <a:xfrm xmlns:a="http://schemas.openxmlformats.org/drawingml/2006/main">
            <a:off x="4764385" y="3164880"/>
            <a:ext cx="609600" cy="2413000"/>
          </a:xfrm>
          <a:custGeom xmlns:a="http://schemas.openxmlformats.org/drawingml/2006/main">
            <a:rect l="l" t="t" r="r" b="b"/>
            <a:pathLst>
              <a:path w="609600" h="2413000">
                <a:moveTo>
                  <a:pt x="50800" y="0"/>
                </a:moveTo>
                <a:lnTo>
                  <a:pt x="558800" y="0"/>
                </a:lnTo>
                <a:arcTo wR="50800" hR="50800" stAng="16200000" swAng="5400000"/>
                <a:lnTo>
                  <a:pt x="609600" y="2413000"/>
                </a:lnTo>
                <a:lnTo>
                  <a:pt x="0" y="241300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2D84A51F-5AAF-4C9C-A4C5-FBCB219EA0D7}"/>
              </a:ext>
            </a:extLst>
          </p:cNvPr>
          <p:cNvSpPr>
            <a:spLocks xmlns:a="http://schemas.openxmlformats.org/drawingml/2006/main" noGrp="1"/>
          </p:cNvSpPr>
          <p:nvPr/>
        </p:nvSpPr>
        <p:spPr>
          <a:xfrm xmlns:a="http://schemas.openxmlformats.org/drawingml/2006/main">
            <a:off x="4783207"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20" name="Text 18">
            <a:extLst xmlns:a="http://schemas.openxmlformats.org/drawingml/2006/main">
              <a:ext uri="{FF2B5EF4-FFF2-40B4-BE49-F238E27FC236}">
                <a16:creationId xmlns:a16="http://schemas.microsoft.com/office/drawing/2014/main" id="{4AB12BCE-35A6-4D63-B7E9-A997011D5B1C}"/>
              </a:ext>
            </a:extLst>
          </p:cNvPr>
          <p:cNvSpPr>
            <a:spLocks xmlns:a="http://schemas.openxmlformats.org/drawingml/2006/main" noGrp="1"/>
          </p:cNvSpPr>
          <p:nvPr/>
        </p:nvSpPr>
        <p:spPr>
          <a:xfrm xmlns:a="http://schemas.openxmlformats.org/drawingml/2006/main">
            <a:off x="5891312" y="41034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53</a:t>
            </a:r>
            <a:endParaRPr sz="1400"/>
          </a:p>
        </p:txBody>
      </p:sp>
      <p:sp>
        <p:nvSpPr>
          <p:cNvPr id="21" name="Shape 19">
            <a:extLst xmlns:a="http://schemas.openxmlformats.org/drawingml/2006/main">
              <a:ext uri="{FF2B5EF4-FFF2-40B4-BE49-F238E27FC236}">
                <a16:creationId xmlns:a16="http://schemas.microsoft.com/office/drawing/2014/main" id="{2BC68F13-84F9-4468-81C9-B3E33DFBB1C2}"/>
              </a:ext>
            </a:extLst>
          </p:cNvPr>
          <p:cNvSpPr>
            <a:spLocks xmlns:a="http://schemas.openxmlformats.org/drawingml/2006/main" noGrp="1"/>
          </p:cNvSpPr>
          <p:nvPr/>
        </p:nvSpPr>
        <p:spPr>
          <a:xfrm xmlns:a="http://schemas.openxmlformats.org/drawingml/2006/main">
            <a:off x="5718671" y="4403130"/>
            <a:ext cx="609600" cy="1174750"/>
          </a:xfrm>
          <a:custGeom xmlns:a="http://schemas.openxmlformats.org/drawingml/2006/main">
            <a:rect l="l" t="t" r="r" b="b"/>
            <a:pathLst>
              <a:path w="609600" h="1174750">
                <a:moveTo>
                  <a:pt x="50800" y="0"/>
                </a:moveTo>
                <a:lnTo>
                  <a:pt x="558800" y="0"/>
                </a:lnTo>
                <a:arcTo wR="50800" hR="50800" stAng="16200000" swAng="5400000"/>
                <a:lnTo>
                  <a:pt x="609600" y="1174750"/>
                </a:lnTo>
                <a:lnTo>
                  <a:pt x="0" y="1174750"/>
                </a:lnTo>
                <a:lnTo>
                  <a:pt x="0" y="50800"/>
                </a:lnTo>
                <a:arcTo wR="50800" hR="50800" stAng="10800000" swAng="5400000"/>
                <a:close/>
              </a:path>
            </a:pathLst>
          </a:custGeom>
          <a:solidFill xmlns:a="http://schemas.openxmlformats.org/drawingml/2006/main">
            <a:srgbClr val="0B5638"/>
          </a:solidFill>
        </p:spPr>
      </p:sp>
      <p:sp>
        <p:nvSpPr>
          <p:cNvPr id="22" name="Text 20">
            <a:extLst xmlns:a="http://schemas.openxmlformats.org/drawingml/2006/main">
              <a:ext uri="{FF2B5EF4-FFF2-40B4-BE49-F238E27FC236}">
                <a16:creationId xmlns:a16="http://schemas.microsoft.com/office/drawing/2014/main" id="{1396F17C-2ACD-4845-99FE-D7F65B446A5E}"/>
              </a:ext>
            </a:extLst>
          </p:cNvPr>
          <p:cNvSpPr>
            <a:spLocks xmlns:a="http://schemas.openxmlformats.org/drawingml/2006/main" noGrp="1"/>
          </p:cNvSpPr>
          <p:nvPr/>
        </p:nvSpPr>
        <p:spPr>
          <a:xfrm xmlns:a="http://schemas.openxmlformats.org/drawingml/2006/main">
            <a:off x="5730349"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23" name="Text 21">
            <a:extLst xmlns:a="http://schemas.openxmlformats.org/drawingml/2006/main">
              <a:ext uri="{FF2B5EF4-FFF2-40B4-BE49-F238E27FC236}">
                <a16:creationId xmlns:a16="http://schemas.microsoft.com/office/drawing/2014/main" id="{9A87460C-3B84-4A98-ACF5-CE4E18825071}"/>
              </a:ext>
            </a:extLst>
          </p:cNvPr>
          <p:cNvSpPr>
            <a:spLocks xmlns:a="http://schemas.openxmlformats.org/drawingml/2006/main" noGrp="1"/>
          </p:cNvSpPr>
          <p:nvPr/>
        </p:nvSpPr>
        <p:spPr>
          <a:xfrm xmlns:a="http://schemas.openxmlformats.org/drawingml/2006/main">
            <a:off x="6845598" y="4725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25</a:t>
            </a:r>
            <a:endParaRPr sz="1400"/>
          </a:p>
        </p:txBody>
      </p:sp>
      <p:sp>
        <p:nvSpPr>
          <p:cNvPr id="24" name="Shape 22">
            <a:extLst xmlns:a="http://schemas.openxmlformats.org/drawingml/2006/main">
              <a:ext uri="{FF2B5EF4-FFF2-40B4-BE49-F238E27FC236}">
                <a16:creationId xmlns:a16="http://schemas.microsoft.com/office/drawing/2014/main" id="{13827762-D740-4832-9D33-8199A75E2835}"/>
              </a:ext>
            </a:extLst>
          </p:cNvPr>
          <p:cNvSpPr>
            <a:spLocks xmlns:a="http://schemas.openxmlformats.org/drawingml/2006/main" noGrp="1"/>
          </p:cNvSpPr>
          <p:nvPr/>
        </p:nvSpPr>
        <p:spPr>
          <a:xfrm xmlns:a="http://schemas.openxmlformats.org/drawingml/2006/main">
            <a:off x="6672957" y="5025430"/>
            <a:ext cx="609600" cy="552450"/>
          </a:xfrm>
          <a:custGeom xmlns:a="http://schemas.openxmlformats.org/drawingml/2006/main">
            <a:rect l="l" t="t" r="r" b="b"/>
            <a:pathLst>
              <a:path w="609600" h="552450">
                <a:moveTo>
                  <a:pt x="50800" y="0"/>
                </a:moveTo>
                <a:lnTo>
                  <a:pt x="558800" y="0"/>
                </a:lnTo>
                <a:arcTo wR="50800" hR="50800" stAng="16200000" swAng="5400000"/>
                <a:lnTo>
                  <a:pt x="609600" y="552450"/>
                </a:lnTo>
                <a:lnTo>
                  <a:pt x="0" y="552450"/>
                </a:lnTo>
                <a:lnTo>
                  <a:pt x="0" y="50800"/>
                </a:lnTo>
                <a:arcTo wR="50800" hR="50800" stAng="10800000" swAng="5400000"/>
                <a:close/>
              </a:path>
            </a:pathLst>
          </a:custGeom>
          <a:solidFill xmlns:a="http://schemas.openxmlformats.org/drawingml/2006/main">
            <a:srgbClr val="9CCBAE"/>
          </a:solidFill>
        </p:spPr>
      </p:sp>
      <p:sp>
        <p:nvSpPr>
          <p:cNvPr id="25" name="Text 23">
            <a:extLst xmlns:a="http://schemas.openxmlformats.org/drawingml/2006/main">
              <a:ext uri="{FF2B5EF4-FFF2-40B4-BE49-F238E27FC236}">
                <a16:creationId xmlns:a16="http://schemas.microsoft.com/office/drawing/2014/main" id="{6406F977-F6E7-4C95-9E9D-C01FC74C494A}"/>
              </a:ext>
            </a:extLst>
          </p:cNvPr>
          <p:cNvSpPr>
            <a:spLocks xmlns:a="http://schemas.openxmlformats.org/drawingml/2006/main" noGrp="1"/>
          </p:cNvSpPr>
          <p:nvPr/>
        </p:nvSpPr>
        <p:spPr>
          <a:xfrm xmlns:a="http://schemas.openxmlformats.org/drawingml/2006/main">
            <a:off x="6695470"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26" name="Text 24">
            <a:extLst xmlns:a="http://schemas.openxmlformats.org/drawingml/2006/main">
              <a:ext uri="{FF2B5EF4-FFF2-40B4-BE49-F238E27FC236}">
                <a16:creationId xmlns:a16="http://schemas.microsoft.com/office/drawing/2014/main" id="{27DD4522-7DA1-421A-9100-E8716721D2E8}"/>
              </a:ext>
            </a:extLst>
          </p:cNvPr>
          <p:cNvSpPr>
            <a:spLocks xmlns:a="http://schemas.openxmlformats.org/drawingml/2006/main" noGrp="1"/>
          </p:cNvSpPr>
          <p:nvPr/>
        </p:nvSpPr>
        <p:spPr>
          <a:xfrm xmlns:a="http://schemas.openxmlformats.org/drawingml/2006/main">
            <a:off x="7823200" y="1803301"/>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Casi toda la actividad fue </a:t>
            </a:r>
            <a:r>
              <a:rPr sz="1400" b="1">
                <a:solidFill>
                  <a:srgbClr val="4A5D52"/>
                </a:solidFill>
                <a:latin typeface="IBM Plex Sans"/>
                <a:ea typeface="IBM Plex Sans"/>
                <a:cs typeface="IBM Plex Sans"/>
              </a:rPr>
              <a:t>carga</a:t>
            </a:r>
            <a:r>
              <a:rPr sz="1400">
                <a:solidFill>
                  <a:srgbClr val="4A5D52"/>
                </a:solidFill>
                <a:latin typeface="IBM Plex Sans"/>
                <a:ea typeface="IBM Plex Sans"/>
                <a:cs typeface="IBM Plex Sans"/>
              </a:rPr>
              <a:t> para el transile de soja (516 operaciones R29), de jueves a martes, con el pico el lunes.</a:t>
            </a:r>
            <a:endParaRPr sz="1400"/>
          </a:p>
        </p:txBody>
      </p:sp>
      <p:sp>
        <p:nvSpPr>
          <p:cNvPr id="27" name="Text 25">
            <a:extLst xmlns:a="http://schemas.openxmlformats.org/drawingml/2006/main">
              <a:ext uri="{FF2B5EF4-FFF2-40B4-BE49-F238E27FC236}">
                <a16:creationId xmlns:a16="http://schemas.microsoft.com/office/drawing/2014/main" id="{CE0E3CA3-1BA5-4775-94FC-9901CE757DC5}"/>
              </a:ext>
            </a:extLst>
          </p:cNvPr>
          <p:cNvSpPr>
            <a:spLocks xmlns:a="http://schemas.openxmlformats.org/drawingml/2006/main" noGrp="1"/>
          </p:cNvSpPr>
          <p:nvPr/>
        </p:nvSpPr>
        <p:spPr>
          <a:xfrm xmlns:a="http://schemas.openxmlformats.org/drawingml/2006/main">
            <a:off x="7823200" y="2727623"/>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La carga salió casi toda por la línea 2 de S8 (363 de 436); las descargas fueron 62. El miércoles casi no hubo carga.</a:t>
            </a:r>
            <a:endParaRPr sz="1400"/>
          </a:p>
        </p:txBody>
      </p:sp>
      <p:sp>
        <p:nvSpPr>
          <p:cNvPr id="28" name="Shape 26">
            <a:extLst xmlns:a="http://schemas.openxmlformats.org/drawingml/2006/main">
              <a:ext uri="{FF2B5EF4-FFF2-40B4-BE49-F238E27FC236}">
                <a16:creationId xmlns:a16="http://schemas.microsoft.com/office/drawing/2014/main" id="{C0BE0551-C3D7-46AC-833A-39A24D637830}"/>
              </a:ext>
            </a:extLst>
          </p:cNvPr>
          <p:cNvSpPr>
            <a:spLocks xmlns:a="http://schemas.openxmlformats.org/drawingml/2006/main" noGrp="1"/>
          </p:cNvSpPr>
          <p:nvPr/>
        </p:nvSpPr>
        <p:spPr>
          <a:xfrm xmlns:a="http://schemas.openxmlformats.org/drawingml/2006/main">
            <a:off x="7842250" y="365194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9" name="Text 27">
            <a:extLst xmlns:a="http://schemas.openxmlformats.org/drawingml/2006/main">
              <a:ext uri="{FF2B5EF4-FFF2-40B4-BE49-F238E27FC236}">
                <a16:creationId xmlns:a16="http://schemas.microsoft.com/office/drawing/2014/main" id="{87B0623B-81E1-4B49-8394-2E8A828E1EC6}"/>
              </a:ext>
            </a:extLst>
          </p:cNvPr>
          <p:cNvSpPr>
            <a:spLocks xmlns:a="http://schemas.openxmlformats.org/drawingml/2006/main" noGrp="1"/>
          </p:cNvSpPr>
          <p:nvPr/>
        </p:nvSpPr>
        <p:spPr>
          <a:xfrm xmlns:a="http://schemas.openxmlformats.org/drawingml/2006/main">
            <a:off x="7988300" y="3677345"/>
            <a:ext cx="3492627"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transile dejó de ser cosa de inicio de semana: esta vez convivió con la soja externa casi todos los días.</a:t>
            </a:r>
            <a:endParaRPr sz="130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0f847fc200484f1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A3EED3A3-2C3F-46DE-AC31-C2269F15DAC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26</a:t>
            </a:r>
            <a:endParaRPr sz="1200"/>
          </a:p>
        </p:txBody>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e82c575ec376430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53249375"/>
      </p:ext>
    </p:extLst>
  </p:cSld>
</p:sld>
</file>

<file path=ppt/slides/slide31.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990FBB4-AEAE-442B-812C-5B35031459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2E1B4E"/>
              </a:gs>
              <a:gs pos="60000">
                <a:srgbClr val="1F3A38"/>
              </a:gs>
              <a:gs pos="100000">
                <a:srgbClr val="0B5638"/>
              </a:gs>
            </a:gsLst>
            <a:lin ang="1800000" scaled="0"/>
          </a:gradFill>
        </p:spPr>
      </p:sp>
      <p:sp>
        <p:nvSpPr>
          <p:cNvPr id="3" name="Text 1">
            <a:extLst xmlns:a="http://schemas.openxmlformats.org/drawingml/2006/main">
              <a:ext uri="{FF2B5EF4-FFF2-40B4-BE49-F238E27FC236}">
                <a16:creationId xmlns:a16="http://schemas.microsoft.com/office/drawing/2014/main" id="{970740C8-14F9-4C36-AB18-50ED8F18BFCF}"/>
              </a:ext>
            </a:extLst>
          </p:cNvPr>
          <p:cNvSpPr>
            <a:spLocks xmlns:a="http://schemas.openxmlformats.org/drawingml/2006/main" noGrp="1"/>
          </p:cNvSpPr>
          <p:nvPr/>
        </p:nvSpPr>
        <p:spPr>
          <a:xfrm xmlns:a="http://schemas.openxmlformats.org/drawingml/2006/main">
            <a:off x="812800" y="60960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CIERRE · ANÁLISIS GENERAL</a:t>
            </a:r>
            <a:endParaRPr sz="1400"/>
          </a:p>
        </p:txBody>
      </p:sp>
      <p:sp>
        <p:nvSpPr>
          <p:cNvPr id="4" name="Text 2">
            <a:extLst xmlns:a="http://schemas.openxmlformats.org/drawingml/2006/main">
              <a:ext uri="{FF2B5EF4-FFF2-40B4-BE49-F238E27FC236}">
                <a16:creationId xmlns:a16="http://schemas.microsoft.com/office/drawing/2014/main" id="{77431836-B92B-4413-921F-C1DEB5D47CC5}"/>
              </a:ext>
            </a:extLst>
          </p:cNvPr>
          <p:cNvSpPr>
            <a:spLocks xmlns:a="http://schemas.openxmlformats.org/drawingml/2006/main" noGrp="1"/>
          </p:cNvSpPr>
          <p:nvPr>
            <p:ph type="title" idx="0"/>
          </p:nvPr>
        </p:nvSpPr>
        <p:spPr>
          <a:xfrm xmlns:a="http://schemas.openxmlformats.org/drawingml/2006/main">
            <a:off x="812800" y="934641"/>
            <a:ext cx="10883392" cy="528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960"/>
              </a:lnSpc>
              <a:buNone/>
            </a:pPr>
            <a:r>
              <a:rPr sz="3600" b="1" i="0">
                <a:solidFill>
                  <a:srgbClr val="F1F6F2"/>
                </a:solidFill>
                <a:latin typeface="IBM Plex Sans"/>
                <a:ea typeface="IBM Plex Sans"/>
                <a:cs typeface="IBM Plex Sans"/>
              </a:rPr>
              <a:t>La semana en seis lecturas</a:t>
            </a:r>
            <a:endParaRPr sz="3600"/>
          </a:p>
        </p:txBody>
      </p:sp>
      <p:sp>
        <p:nvSpPr>
          <p:cNvPr id="5" name="Shape 3">
            <a:extLst xmlns:a="http://schemas.openxmlformats.org/drawingml/2006/main">
              <a:ext uri="{FF2B5EF4-FFF2-40B4-BE49-F238E27FC236}">
                <a16:creationId xmlns:a16="http://schemas.microsoft.com/office/drawing/2014/main" id="{65AAD9B4-72BE-45B6-9E4F-BE77990C2EA9}"/>
              </a:ext>
            </a:extLst>
          </p:cNvPr>
          <p:cNvSpPr>
            <a:spLocks xmlns:a="http://schemas.openxmlformats.org/drawingml/2006/main" noGrp="1"/>
          </p:cNvSpPr>
          <p:nvPr/>
        </p:nvSpPr>
        <p:spPr>
          <a:xfrm xmlns:a="http://schemas.openxmlformats.org/drawingml/2006/main">
            <a:off x="815975" y="1618456"/>
            <a:ext cx="3414117"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6" name="Text 4">
            <a:extLst xmlns:a="http://schemas.openxmlformats.org/drawingml/2006/main">
              <a:ext uri="{FF2B5EF4-FFF2-40B4-BE49-F238E27FC236}">
                <a16:creationId xmlns:a16="http://schemas.microsoft.com/office/drawing/2014/main" id="{735DDEC4-0AD0-4117-8137-CE020C32B748}"/>
              </a:ext>
            </a:extLst>
          </p:cNvPr>
          <p:cNvSpPr>
            <a:spLocks xmlns:a="http://schemas.openxmlformats.org/drawingml/2006/main" noGrp="1"/>
          </p:cNvSpPr>
          <p:nvPr/>
        </p:nvSpPr>
        <p:spPr>
          <a:xfrm xmlns:a="http://schemas.openxmlformats.org/drawingml/2006/main">
            <a:off x="996950" y="1774031"/>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265 min</a:t>
            </a:r>
            <a:endParaRPr sz="2400"/>
          </a:p>
        </p:txBody>
      </p:sp>
      <p:sp>
        <p:nvSpPr>
          <p:cNvPr id="7" name="Text 5">
            <a:extLst xmlns:a="http://schemas.openxmlformats.org/drawingml/2006/main">
              <a:ext uri="{FF2B5EF4-FFF2-40B4-BE49-F238E27FC236}">
                <a16:creationId xmlns:a16="http://schemas.microsoft.com/office/drawing/2014/main" id="{5D230848-747E-403E-B118-41033BCE6AF0}"/>
              </a:ext>
            </a:extLst>
          </p:cNvPr>
          <p:cNvSpPr>
            <a:spLocks xmlns:a="http://schemas.openxmlformats.org/drawingml/2006/main" noGrp="1"/>
          </p:cNvSpPr>
          <p:nvPr/>
        </p:nvSpPr>
        <p:spPr>
          <a:xfrm xmlns:a="http://schemas.openxmlformats.org/drawingml/2006/main">
            <a:off x="996950" y="2142331"/>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La soja, en su mejor tiempo</a:t>
            </a:r>
            <a:endParaRPr sz="1500"/>
          </a:p>
        </p:txBody>
      </p:sp>
      <p:sp>
        <p:nvSpPr>
          <p:cNvPr id="8" name="Text 6">
            <a:extLst xmlns:a="http://schemas.openxmlformats.org/drawingml/2006/main">
              <a:ext uri="{FF2B5EF4-FFF2-40B4-BE49-F238E27FC236}">
                <a16:creationId xmlns:a16="http://schemas.microsoft.com/office/drawing/2014/main" id="{3B763124-EE6C-41CD-8D32-2C2710C9A879}"/>
              </a:ext>
            </a:extLst>
          </p:cNvPr>
          <p:cNvSpPr>
            <a:spLocks xmlns:a="http://schemas.openxmlformats.org/drawingml/2006/main" noGrp="1"/>
          </p:cNvSpPr>
          <p:nvPr/>
        </p:nvSpPr>
        <p:spPr>
          <a:xfrm xmlns:a="http://schemas.openxmlformats.org/drawingml/2006/main">
            <a:off x="996950" y="2434431"/>
            <a:ext cx="314373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Puerta a puerta por debajo de todo lo visto desde junio (mínimo previo 276).</a:t>
            </a:r>
            <a:endParaRPr sz="1200"/>
          </a:p>
        </p:txBody>
      </p:sp>
      <p:sp>
        <p:nvSpPr>
          <p:cNvPr id="9" name="Shape 7">
            <a:extLst xmlns:a="http://schemas.openxmlformats.org/drawingml/2006/main">
              <a:ext uri="{FF2B5EF4-FFF2-40B4-BE49-F238E27FC236}">
                <a16:creationId xmlns:a16="http://schemas.microsoft.com/office/drawing/2014/main" id="{C0B5BF41-1145-4C4C-B20A-2847323DEC4D}"/>
              </a:ext>
            </a:extLst>
          </p:cNvPr>
          <p:cNvSpPr>
            <a:spLocks xmlns:a="http://schemas.openxmlformats.org/drawingml/2006/main" noGrp="1"/>
          </p:cNvSpPr>
          <p:nvPr/>
        </p:nvSpPr>
        <p:spPr>
          <a:xfrm xmlns:a="http://schemas.openxmlformats.org/drawingml/2006/main">
            <a:off x="4388842"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0" name="Text 8">
            <a:extLst xmlns:a="http://schemas.openxmlformats.org/drawingml/2006/main">
              <a:ext uri="{FF2B5EF4-FFF2-40B4-BE49-F238E27FC236}">
                <a16:creationId xmlns:a16="http://schemas.microsoft.com/office/drawing/2014/main" id="{C7841531-B511-47BC-AFB2-7DFF6B5C3345}"/>
              </a:ext>
            </a:extLst>
          </p:cNvPr>
          <p:cNvSpPr>
            <a:spLocks xmlns:a="http://schemas.openxmlformats.org/drawingml/2006/main" noGrp="1"/>
          </p:cNvSpPr>
          <p:nvPr/>
        </p:nvSpPr>
        <p:spPr>
          <a:xfrm xmlns:a="http://schemas.openxmlformats.org/drawingml/2006/main">
            <a:off x="4569817"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74 min</a:t>
            </a:r>
            <a:endParaRPr sz="2400"/>
          </a:p>
        </p:txBody>
      </p:sp>
      <p:sp>
        <p:nvSpPr>
          <p:cNvPr id="11" name="Text 9">
            <a:extLst xmlns:a="http://schemas.openxmlformats.org/drawingml/2006/main">
              <a:ext uri="{FF2B5EF4-FFF2-40B4-BE49-F238E27FC236}">
                <a16:creationId xmlns:a16="http://schemas.microsoft.com/office/drawing/2014/main" id="{B3121DDC-1906-4E9A-BD51-31048BA64EDA}"/>
              </a:ext>
            </a:extLst>
          </p:cNvPr>
          <p:cNvSpPr>
            <a:spLocks xmlns:a="http://schemas.openxmlformats.org/drawingml/2006/main" noGrp="1"/>
          </p:cNvSpPr>
          <p:nvPr/>
        </p:nvSpPr>
        <p:spPr>
          <a:xfrm xmlns:a="http://schemas.openxmlformats.org/drawingml/2006/main">
            <a:off x="4569817"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Ricardone volvió a mejorar</a:t>
            </a:r>
            <a:endParaRPr sz="1500"/>
          </a:p>
        </p:txBody>
      </p:sp>
      <p:sp>
        <p:nvSpPr>
          <p:cNvPr id="12" name="Text 10">
            <a:extLst xmlns:a="http://schemas.openxmlformats.org/drawingml/2006/main">
              <a:ext uri="{FF2B5EF4-FFF2-40B4-BE49-F238E27FC236}">
                <a16:creationId xmlns:a16="http://schemas.microsoft.com/office/drawing/2014/main" id="{0105E2C1-2B35-4084-B3DA-1DA83583434F}"/>
              </a:ext>
            </a:extLst>
          </p:cNvPr>
          <p:cNvSpPr>
            <a:spLocks xmlns:a="http://schemas.openxmlformats.org/drawingml/2006/main" noGrp="1"/>
          </p:cNvSpPr>
          <p:nvPr/>
        </p:nvSpPr>
        <p:spPr>
          <a:xfrm xmlns:a="http://schemas.openxmlformats.org/drawingml/2006/main">
            <a:off x="4569817"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su mínimo desde junio (antes 87). San Lorenzo, en 188 min, no acompañó.</a:t>
            </a:r>
            <a:endParaRPr sz="1200"/>
          </a:p>
        </p:txBody>
      </p:sp>
      <p:sp>
        <p:nvSpPr>
          <p:cNvPr id="13" name="Shape 11">
            <a:extLst xmlns:a="http://schemas.openxmlformats.org/drawingml/2006/main">
              <a:ext uri="{FF2B5EF4-FFF2-40B4-BE49-F238E27FC236}">
                <a16:creationId xmlns:a16="http://schemas.microsoft.com/office/drawing/2014/main" id="{0219D966-C136-42F1-81C3-94CA673FE57F}"/>
              </a:ext>
            </a:extLst>
          </p:cNvPr>
          <p:cNvSpPr>
            <a:spLocks xmlns:a="http://schemas.openxmlformats.org/drawingml/2006/main" noGrp="1"/>
          </p:cNvSpPr>
          <p:nvPr/>
        </p:nvSpPr>
        <p:spPr>
          <a:xfrm xmlns:a="http://schemas.openxmlformats.org/drawingml/2006/main">
            <a:off x="7961809"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4" name="Text 12">
            <a:extLst xmlns:a="http://schemas.openxmlformats.org/drawingml/2006/main">
              <a:ext uri="{FF2B5EF4-FFF2-40B4-BE49-F238E27FC236}">
                <a16:creationId xmlns:a16="http://schemas.microsoft.com/office/drawing/2014/main" id="{C397D1A0-95F2-41B6-8B20-64929B061363}"/>
              </a:ext>
            </a:extLst>
          </p:cNvPr>
          <p:cNvSpPr>
            <a:spLocks xmlns:a="http://schemas.openxmlformats.org/drawingml/2006/main" noGrp="1"/>
          </p:cNvSpPr>
          <p:nvPr/>
        </p:nvSpPr>
        <p:spPr>
          <a:xfrm xmlns:a="http://schemas.openxmlformats.org/drawingml/2006/main">
            <a:off x="8142784"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87 %</a:t>
            </a:r>
            <a:endParaRPr sz="2400"/>
          </a:p>
        </p:txBody>
      </p:sp>
      <p:sp>
        <p:nvSpPr>
          <p:cNvPr id="15" name="Text 13">
            <a:extLst xmlns:a="http://schemas.openxmlformats.org/drawingml/2006/main">
              <a:ext uri="{FF2B5EF4-FFF2-40B4-BE49-F238E27FC236}">
                <a16:creationId xmlns:a16="http://schemas.microsoft.com/office/drawing/2014/main" id="{E2A8F902-9B58-49B1-B776-867F5458B124}"/>
              </a:ext>
            </a:extLst>
          </p:cNvPr>
          <p:cNvSpPr>
            <a:spLocks xmlns:a="http://schemas.openxmlformats.org/drawingml/2006/main" noGrp="1"/>
          </p:cNvSpPr>
          <p:nvPr/>
        </p:nvSpPr>
        <p:spPr>
          <a:xfrm xmlns:a="http://schemas.openxmlformats.org/drawingml/2006/main">
            <a:off x="8142784"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Calada en dos calles</a:t>
            </a:r>
            <a:endParaRPr sz="1500"/>
          </a:p>
        </p:txBody>
      </p:sp>
      <p:sp>
        <p:nvSpPr>
          <p:cNvPr id="16" name="Text 14">
            <a:extLst xmlns:a="http://schemas.openxmlformats.org/drawingml/2006/main">
              <a:ext uri="{FF2B5EF4-FFF2-40B4-BE49-F238E27FC236}">
                <a16:creationId xmlns:a16="http://schemas.microsoft.com/office/drawing/2014/main" id="{E1354237-5A3F-4C6E-BA0E-C8EFB9A10F36}"/>
              </a:ext>
            </a:extLst>
          </p:cNvPr>
          <p:cNvSpPr>
            <a:spLocks xmlns:a="http://schemas.openxmlformats.org/drawingml/2006/main" noGrp="1"/>
          </p:cNvSpPr>
          <p:nvPr/>
        </p:nvSpPr>
        <p:spPr>
          <a:xfrm xmlns:a="http://schemas.openxmlformats.org/drawingml/2006/main">
            <a:off x="8142784"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Las calles 3 y 4 hicieron el 87 %; la 1 y la 2 abrieron solo lunes y martes.</a:t>
            </a:r>
            <a:endParaRPr sz="1200"/>
          </a:p>
        </p:txBody>
      </p:sp>
      <p:sp>
        <p:nvSpPr>
          <p:cNvPr id="17" name="Shape 15">
            <a:extLst xmlns:a="http://schemas.openxmlformats.org/drawingml/2006/main">
              <a:ext uri="{FF2B5EF4-FFF2-40B4-BE49-F238E27FC236}">
                <a16:creationId xmlns:a16="http://schemas.microsoft.com/office/drawing/2014/main" id="{E232DCDE-FF9A-4BB6-BE31-6FC4342B3402}"/>
              </a:ext>
            </a:extLst>
          </p:cNvPr>
          <p:cNvSpPr>
            <a:spLocks xmlns:a="http://schemas.openxmlformats.org/drawingml/2006/main" noGrp="1"/>
          </p:cNvSpPr>
          <p:nvPr/>
        </p:nvSpPr>
        <p:spPr>
          <a:xfrm xmlns:a="http://schemas.openxmlformats.org/drawingml/2006/main">
            <a:off x="815975" y="3175397"/>
            <a:ext cx="3414117"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8" name="Text 16">
            <a:extLst xmlns:a="http://schemas.openxmlformats.org/drawingml/2006/main">
              <a:ext uri="{FF2B5EF4-FFF2-40B4-BE49-F238E27FC236}">
                <a16:creationId xmlns:a16="http://schemas.microsoft.com/office/drawing/2014/main" id="{7F46BF1A-4555-46E4-83A8-7FEE64698865}"/>
              </a:ext>
            </a:extLst>
          </p:cNvPr>
          <p:cNvSpPr>
            <a:spLocks xmlns:a="http://schemas.openxmlformats.org/drawingml/2006/main" noGrp="1"/>
          </p:cNvSpPr>
          <p:nvPr/>
        </p:nvSpPr>
        <p:spPr>
          <a:xfrm xmlns:a="http://schemas.openxmlformats.org/drawingml/2006/main">
            <a:off x="996950" y="3330972"/>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477 min</a:t>
            </a:r>
            <a:endParaRPr sz="2400"/>
          </a:p>
        </p:txBody>
      </p:sp>
      <p:sp>
        <p:nvSpPr>
          <p:cNvPr id="19" name="Text 17">
            <a:extLst xmlns:a="http://schemas.openxmlformats.org/drawingml/2006/main">
              <a:ext uri="{FF2B5EF4-FFF2-40B4-BE49-F238E27FC236}">
                <a16:creationId xmlns:a16="http://schemas.microsoft.com/office/drawing/2014/main" id="{EEC4D4BE-3DCA-4E12-96E5-1AE46EEAE9EB}"/>
              </a:ext>
            </a:extLst>
          </p:cNvPr>
          <p:cNvSpPr>
            <a:spLocks xmlns:a="http://schemas.openxmlformats.org/drawingml/2006/main" noGrp="1"/>
          </p:cNvSpPr>
          <p:nvPr/>
        </p:nvSpPr>
        <p:spPr>
          <a:xfrm xmlns:a="http://schemas.openxmlformats.org/drawingml/2006/main">
            <a:off x="996950" y="3699272"/>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Girasol, con más espera</a:t>
            </a:r>
            <a:endParaRPr sz="1500"/>
          </a:p>
        </p:txBody>
      </p:sp>
      <p:sp>
        <p:nvSpPr>
          <p:cNvPr id="20" name="Text 18">
            <a:extLst xmlns:a="http://schemas.openxmlformats.org/drawingml/2006/main">
              <a:ext uri="{FF2B5EF4-FFF2-40B4-BE49-F238E27FC236}">
                <a16:creationId xmlns:a16="http://schemas.microsoft.com/office/drawing/2014/main" id="{563205AE-8981-4694-BFF0-2DDBE25285C5}"/>
              </a:ext>
            </a:extLst>
          </p:cNvPr>
          <p:cNvSpPr>
            <a:spLocks xmlns:a="http://schemas.openxmlformats.org/drawingml/2006/main" noGrp="1"/>
          </p:cNvSpPr>
          <p:nvPr/>
        </p:nvSpPr>
        <p:spPr>
          <a:xfrm xmlns:a="http://schemas.openxmlformats.org/drawingml/2006/main">
            <a:off x="996950" y="3991372"/>
            <a:ext cx="314373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177 y Playa 3 → volcable en 249 min: la volcable 1 estuvo demorada el jueves y parada lunes y martes.</a:t>
            </a:r>
            <a:endParaRPr sz="1200"/>
          </a:p>
        </p:txBody>
      </p:sp>
      <p:sp>
        <p:nvSpPr>
          <p:cNvPr id="21" name="Shape 19">
            <a:extLst xmlns:a="http://schemas.openxmlformats.org/drawingml/2006/main">
              <a:ext uri="{FF2B5EF4-FFF2-40B4-BE49-F238E27FC236}">
                <a16:creationId xmlns:a16="http://schemas.microsoft.com/office/drawing/2014/main" id="{349A7AEB-15A7-46D6-B7C8-208ED9F85253}"/>
              </a:ext>
            </a:extLst>
          </p:cNvPr>
          <p:cNvSpPr>
            <a:spLocks xmlns:a="http://schemas.openxmlformats.org/drawingml/2006/main" noGrp="1"/>
          </p:cNvSpPr>
          <p:nvPr/>
        </p:nvSpPr>
        <p:spPr>
          <a:xfrm xmlns:a="http://schemas.openxmlformats.org/drawingml/2006/main">
            <a:off x="4388842"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2" name="Text 20">
            <a:extLst xmlns:a="http://schemas.openxmlformats.org/drawingml/2006/main">
              <a:ext uri="{FF2B5EF4-FFF2-40B4-BE49-F238E27FC236}">
                <a16:creationId xmlns:a16="http://schemas.microsoft.com/office/drawing/2014/main" id="{D461D7F5-00A3-484B-996C-6F0724FB7E7B}"/>
              </a:ext>
            </a:extLst>
          </p:cNvPr>
          <p:cNvSpPr>
            <a:spLocks xmlns:a="http://schemas.openxmlformats.org/drawingml/2006/main" noGrp="1"/>
          </p:cNvSpPr>
          <p:nvPr/>
        </p:nvSpPr>
        <p:spPr>
          <a:xfrm xmlns:a="http://schemas.openxmlformats.org/drawingml/2006/main">
            <a:off x="4569817"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516</a:t>
            </a:r>
            <a:endParaRPr sz="2400"/>
          </a:p>
        </p:txBody>
      </p:sp>
      <p:sp>
        <p:nvSpPr>
          <p:cNvPr id="23" name="Text 21">
            <a:extLst xmlns:a="http://schemas.openxmlformats.org/drawingml/2006/main">
              <a:ext uri="{FF2B5EF4-FFF2-40B4-BE49-F238E27FC236}">
                <a16:creationId xmlns:a16="http://schemas.microsoft.com/office/drawing/2014/main" id="{F33AB03F-46C1-489F-8164-95072236198C}"/>
              </a:ext>
            </a:extLst>
          </p:cNvPr>
          <p:cNvSpPr>
            <a:spLocks xmlns:a="http://schemas.openxmlformats.org/drawingml/2006/main" noGrp="1"/>
          </p:cNvSpPr>
          <p:nvPr/>
        </p:nvSpPr>
        <p:spPr>
          <a:xfrm xmlns:a="http://schemas.openxmlformats.org/drawingml/2006/main">
            <a:off x="4569817"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transile, toda la semana</a:t>
            </a:r>
            <a:endParaRPr sz="1500"/>
          </a:p>
        </p:txBody>
      </p:sp>
      <p:sp>
        <p:nvSpPr>
          <p:cNvPr id="24" name="Text 22">
            <a:extLst xmlns:a="http://schemas.openxmlformats.org/drawingml/2006/main">
              <a:ext uri="{FF2B5EF4-FFF2-40B4-BE49-F238E27FC236}">
                <a16:creationId xmlns:a16="http://schemas.microsoft.com/office/drawing/2014/main" id="{E949166D-C95A-4B8D-8198-A8E73F2CB176}"/>
              </a:ext>
            </a:extLst>
          </p:cNvPr>
          <p:cNvSpPr>
            <a:spLocks xmlns:a="http://schemas.openxmlformats.org/drawingml/2006/main" noGrp="1"/>
          </p:cNvSpPr>
          <p:nvPr/>
        </p:nvSpPr>
        <p:spPr>
          <a:xfrm xmlns:a="http://schemas.openxmlformats.org/drawingml/2006/main">
            <a:off x="4569817"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Silos cargó de jueves a martes; vueltas de 5 h 0 m, con la espera en silo como tramo más largo.</a:t>
            </a:r>
            <a:endParaRPr sz="1200"/>
          </a:p>
        </p:txBody>
      </p:sp>
      <p:sp>
        <p:nvSpPr>
          <p:cNvPr id="25" name="Shape 23">
            <a:extLst xmlns:a="http://schemas.openxmlformats.org/drawingml/2006/main">
              <a:ext uri="{FF2B5EF4-FFF2-40B4-BE49-F238E27FC236}">
                <a16:creationId xmlns:a16="http://schemas.microsoft.com/office/drawing/2014/main" id="{6B9E8EA3-29FB-4ECC-8F38-F62551E0022F}"/>
              </a:ext>
            </a:extLst>
          </p:cNvPr>
          <p:cNvSpPr>
            <a:spLocks xmlns:a="http://schemas.openxmlformats.org/drawingml/2006/main" noGrp="1"/>
          </p:cNvSpPr>
          <p:nvPr/>
        </p:nvSpPr>
        <p:spPr>
          <a:xfrm xmlns:a="http://schemas.openxmlformats.org/drawingml/2006/main">
            <a:off x="7961809"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6" name="Text 24">
            <a:extLst xmlns:a="http://schemas.openxmlformats.org/drawingml/2006/main">
              <a:ext uri="{FF2B5EF4-FFF2-40B4-BE49-F238E27FC236}">
                <a16:creationId xmlns:a16="http://schemas.microsoft.com/office/drawing/2014/main" id="{5EA1579F-4B68-4762-BFF9-D78991FAFF97}"/>
              </a:ext>
            </a:extLst>
          </p:cNvPr>
          <p:cNvSpPr>
            <a:spLocks xmlns:a="http://schemas.openxmlformats.org/drawingml/2006/main" noGrp="1"/>
          </p:cNvSpPr>
          <p:nvPr/>
        </p:nvSpPr>
        <p:spPr>
          <a:xfrm xmlns:a="http://schemas.openxmlformats.org/drawingml/2006/main">
            <a:off x="8142784"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Lun 28</a:t>
            </a:r>
            <a:endParaRPr sz="2400"/>
          </a:p>
        </p:txBody>
      </p:sp>
      <p:sp>
        <p:nvSpPr>
          <p:cNvPr id="27" name="Text 25">
            <a:extLst xmlns:a="http://schemas.openxmlformats.org/drawingml/2006/main">
              <a:ext uri="{FF2B5EF4-FFF2-40B4-BE49-F238E27FC236}">
                <a16:creationId xmlns:a16="http://schemas.microsoft.com/office/drawing/2014/main" id="{D5F30538-36EE-4E36-9304-378FBC9FB1B0}"/>
              </a:ext>
            </a:extLst>
          </p:cNvPr>
          <p:cNvSpPr>
            <a:spLocks xmlns:a="http://schemas.openxmlformats.org/drawingml/2006/main" noGrp="1"/>
          </p:cNvSpPr>
          <p:nvPr/>
        </p:nvSpPr>
        <p:spPr>
          <a:xfrm xmlns:a="http://schemas.openxmlformats.org/drawingml/2006/main">
            <a:off x="8142784"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día para revisar</a:t>
            </a:r>
            <a:endParaRPr sz="1500"/>
          </a:p>
        </p:txBody>
      </p:sp>
      <p:sp>
        <p:nvSpPr>
          <p:cNvPr id="28" name="Text 26">
            <a:extLst xmlns:a="http://schemas.openxmlformats.org/drawingml/2006/main">
              <a:ext uri="{FF2B5EF4-FFF2-40B4-BE49-F238E27FC236}">
                <a16:creationId xmlns:a16="http://schemas.microsoft.com/office/drawing/2014/main" id="{DDE8D348-81FD-4252-AB77-3F2AAAAFB74A}"/>
              </a:ext>
            </a:extLst>
          </p:cNvPr>
          <p:cNvSpPr>
            <a:spLocks xmlns:a="http://schemas.openxmlformats.org/drawingml/2006/main" noGrp="1"/>
          </p:cNvSpPr>
          <p:nvPr/>
        </p:nvSpPr>
        <p:spPr>
          <a:xfrm xmlns:a="http://schemas.openxmlformats.org/drawingml/2006/main">
            <a:off x="8142784"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Más soja de la semana (135), PV2 del puerto y volcable 1 de Ricardone sin descargar, San Lorenzo en 248 min.</a:t>
            </a:r>
            <a:endParaRPr sz="12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eb772e6d30644d96"/>
          <a:srcRect xmlns:a="http://schemas.openxmlformats.org/drawingml/2006/main" l="-167" t="0" r="-167" b="0"/>
          <a:stretch xmlns:a="http://schemas.openxmlformats.org/drawingml/2006/main"/>
        </p:blipFill>
        <p:spPr>
          <a:xfrm xmlns:a="http://schemas.openxmlformats.org/drawingml/2006/main">
            <a:off x="812800" y="5638800"/>
            <a:ext cx="1143000" cy="60960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353EB148-3133-42F9-A4A5-CA5D684FDCC6}"/>
              </a:ext>
            </a:extLst>
          </p:cNvPr>
          <p:cNvSpPr>
            <a:spLocks xmlns:a="http://schemas.openxmlformats.org/drawingml/2006/main" noGrp="1"/>
          </p:cNvSpPr>
          <p:nvPr/>
        </p:nvSpPr>
        <p:spPr>
          <a:xfrm xmlns:a="http://schemas.openxmlformats.org/drawingml/2006/main">
            <a:off x="4717157" y="5836940"/>
            <a:ext cx="338554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9D8CE"/>
                </a:solidFill>
                <a:latin typeface="IBM Plex Sans"/>
                <a:ea typeface="IBM Plex Sans"/>
                <a:cs typeface="IBM Plex Sans"/>
              </a:rPr>
              <a:t>Comité de Logística Nodo Sur · 24–30/09</a:t>
            </a:r>
            <a:endParaRPr sz="1200"/>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d654a060b28646b3"/>
          <a:srcRect xmlns:a="http://schemas.openxmlformats.org/drawingml/2006/main" l="0" t="-63" r="0" b="-63"/>
          <a:stretch xmlns:a="http://schemas.openxmlformats.org/drawingml/2006/main"/>
        </p:blipFill>
        <p:spPr>
          <a:xfrm xmlns:a="http://schemas.openxmlformats.org/drawingml/2006/main">
            <a:off x="10299700" y="5689600"/>
            <a:ext cx="1079500" cy="508000"/>
          </a:xfrm>
          <a:prstGeom xmlns:a="http://schemas.openxmlformats.org/drawingml/2006/main" prst="rect">
            <a:avLst/>
          </a:prstGeom>
        </p:spPr>
      </p:pic>
    </p:spTree>
    <p:extLst>
      <p:ext uri="{BB962C8B-B14F-4D97-AF65-F5344CB8AC3E}">
        <p14:creationId xmlns:p14="http://schemas.microsoft.com/office/powerpoint/2010/main" val="1926878142"/>
      </p:ext>
    </p:extLst>
  </p:cSld>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2026-10-02T19:26:44.0520000Z</dcterms:created>
  <dcterms:modified xsi:type="dcterms:W3CDTF">2026-10-02T19:26:44.0520000Z</dcterms:modified>
</coreProperties>
</file>