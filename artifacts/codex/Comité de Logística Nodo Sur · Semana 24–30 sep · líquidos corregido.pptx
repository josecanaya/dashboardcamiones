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e7590989466403b" /><Relationship Type="http://schemas.openxmlformats.org/officeDocument/2006/relationships/extended-properties" Target="/docProps/app.xml" Id="R82b77dc3d3404519" /><Relationship Type="http://schemas.openxmlformats.org/officeDocument/2006/relationships/officeDocument" Target="/ppt/presentation.xml" Id="R3769e2f8e5094a8b" /></Relationships>
</file>

<file path=ppt/presentation.xml><?xml version="1.0" encoding="utf-8"?>
<p:presentation xmlns:p="http://schemas.openxmlformats.org/presentationml/2006/main">
  <p:sldMasterIdLst>
    <p:sldMasterId xmlns:r="http://schemas.openxmlformats.org/officeDocument/2006/relationships" id="2147483648" r:id="Rddbfd19b4b3841a0"/>
  </p:sldMasterIdLst>
  <p:notesMasterIdLst>
    <p:notesMasterId xmlns:r="http://schemas.openxmlformats.org/officeDocument/2006/relationships" r:id="R579b47e76de448a6"/>
  </p:notesMasterIdLst>
  <p:sldIdLst>
    <p:sldId xmlns:r="http://schemas.openxmlformats.org/officeDocument/2006/relationships" id="256" r:id="R7c4f17ede26e4b69"/>
    <p:sldId xmlns:r="http://schemas.openxmlformats.org/officeDocument/2006/relationships" id="257" r:id="Reb9832131ec2402d"/>
    <p:sldId xmlns:r="http://schemas.openxmlformats.org/officeDocument/2006/relationships" id="258" r:id="R7a07d536fc884471"/>
    <p:sldId xmlns:r="http://schemas.openxmlformats.org/officeDocument/2006/relationships" id="259" r:id="R2a8eadd2d33f4f24"/>
    <p:sldId xmlns:r="http://schemas.openxmlformats.org/officeDocument/2006/relationships" id="260" r:id="R09005d6080a949d6"/>
    <p:sldId xmlns:r="http://schemas.openxmlformats.org/officeDocument/2006/relationships" id="261" r:id="R997e1859e1334c46"/>
    <p:sldId xmlns:r="http://schemas.openxmlformats.org/officeDocument/2006/relationships" id="262" r:id="R67a513fcb7e546ec"/>
    <p:sldId xmlns:r="http://schemas.openxmlformats.org/officeDocument/2006/relationships" id="263" r:id="R610d3a9a0ab64632"/>
    <p:sldId xmlns:r="http://schemas.openxmlformats.org/officeDocument/2006/relationships" id="264" r:id="R2c295aac2a144bb8"/>
    <p:sldId xmlns:r="http://schemas.openxmlformats.org/officeDocument/2006/relationships" id="265" r:id="R88f1cd4dba0440a0"/>
    <p:sldId xmlns:r="http://schemas.openxmlformats.org/officeDocument/2006/relationships" id="266" r:id="R3fdce77a28a34afc"/>
    <p:sldId xmlns:r="http://schemas.openxmlformats.org/officeDocument/2006/relationships" id="267" r:id="Re33a5f91979f4772"/>
    <p:sldId xmlns:r="http://schemas.openxmlformats.org/officeDocument/2006/relationships" id="268" r:id="R23f984f99377451b"/>
    <p:sldId xmlns:r="http://schemas.openxmlformats.org/officeDocument/2006/relationships" id="269" r:id="R34d7fc7fd8c6418e"/>
    <p:sldId xmlns:r="http://schemas.openxmlformats.org/officeDocument/2006/relationships" id="270" r:id="R95b08e9dd3f34562"/>
    <p:sldId xmlns:r="http://schemas.openxmlformats.org/officeDocument/2006/relationships" id="271" r:id="R320611759991471f"/>
    <p:sldId xmlns:r="http://schemas.openxmlformats.org/officeDocument/2006/relationships" id="272" r:id="Rb934ed4574314d19"/>
    <p:sldId xmlns:r="http://schemas.openxmlformats.org/officeDocument/2006/relationships" id="273" r:id="R07d039ba321041bd"/>
    <p:sldId xmlns:r="http://schemas.openxmlformats.org/officeDocument/2006/relationships" id="274" r:id="R196688b7830a41b6"/>
    <p:sldId xmlns:r="http://schemas.openxmlformats.org/officeDocument/2006/relationships" id="275" r:id="Rb91ccac4155f4baa"/>
    <p:sldId xmlns:r="http://schemas.openxmlformats.org/officeDocument/2006/relationships" id="276" r:id="Rc9d5868abf074354"/>
    <p:sldId xmlns:r="http://schemas.openxmlformats.org/officeDocument/2006/relationships" id="277" r:id="R9e10b6c544f44b6e"/>
    <p:sldId xmlns:r="http://schemas.openxmlformats.org/officeDocument/2006/relationships" id="278" r:id="R1f8280f2ac95440c"/>
    <p:sldId xmlns:r="http://schemas.openxmlformats.org/officeDocument/2006/relationships" id="279" r:id="Rab78a667f16f4394"/>
    <p:sldId xmlns:r="http://schemas.openxmlformats.org/officeDocument/2006/relationships" id="280" r:id="R5e3184eeb0c44cf6"/>
    <p:sldId xmlns:r="http://schemas.openxmlformats.org/officeDocument/2006/relationships" id="281" r:id="R2b6c48034421419f"/>
    <p:sldId xmlns:r="http://schemas.openxmlformats.org/officeDocument/2006/relationships" id="282" r:id="Rcababf0c93364030"/>
    <p:sldId xmlns:r="http://schemas.openxmlformats.org/officeDocument/2006/relationships" id="283" r:id="R8d3d3e65f79e4c9d"/>
    <p:sldId xmlns:r="http://schemas.openxmlformats.org/officeDocument/2006/relationships" id="284" r:id="R6fcdb39fbfb74886"/>
    <p:sldId xmlns:r="http://schemas.openxmlformats.org/officeDocument/2006/relationships" id="285" r:id="Rb1ae4e4c8b914e02"/>
    <p:sldId xmlns:r="http://schemas.openxmlformats.org/officeDocument/2006/relationships" id="286" r:id="R8b9aee643eee4d28"/>
    <p:sldId xmlns:r="http://schemas.openxmlformats.org/officeDocument/2006/relationships" id="287" r:id="Rded14aa773114ca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a9e89beb91374b6d" /><Relationship Type="http://schemas.openxmlformats.org/officeDocument/2006/relationships/slideMaster" Target="/ppt/slideMasters/slideMaster1.xml" Id="Rddbfd19b4b3841a0" /><Relationship Type="http://schemas.openxmlformats.org/officeDocument/2006/relationships/notesMaster" Target="/ppt/notesMasters/notesMaster1.xml" Id="R579b47e76de448a6" /><Relationship Type="http://schemas.openxmlformats.org/officeDocument/2006/relationships/presProps" Target="/ppt/presProps.xml" Id="R87fdaf23b6ac4fa4" /><Relationship Type="http://schemas.openxmlformats.org/officeDocument/2006/relationships/viewProps" Target="/ppt/viewProps.xml" Id="R89e65d277ddc4431" /><Relationship Type="http://schemas.openxmlformats.org/officeDocument/2006/relationships/tableStyles" Target="/ppt/tableStyles.xml" Id="Rcf0b0cb52fc943d4" /><Relationship Type="http://schemas.openxmlformats.org/officeDocument/2006/relationships/slide" Target="/ppt/slides/slide1.xml" Id="R7c4f17ede26e4b69" /><Relationship Type="http://schemas.openxmlformats.org/officeDocument/2006/relationships/slide" Target="/ppt/slides/slide2.xml" Id="Reb9832131ec2402d" /><Relationship Type="http://schemas.openxmlformats.org/officeDocument/2006/relationships/slide" Target="/ppt/slides/slide3.xml" Id="R7a07d536fc884471" /><Relationship Type="http://schemas.openxmlformats.org/officeDocument/2006/relationships/slide" Target="/ppt/slides/slide4.xml" Id="R2a8eadd2d33f4f24" /><Relationship Type="http://schemas.openxmlformats.org/officeDocument/2006/relationships/slide" Target="/ppt/slides/slide5.xml" Id="R09005d6080a949d6" /><Relationship Type="http://schemas.openxmlformats.org/officeDocument/2006/relationships/slide" Target="/ppt/slides/slide6.xml" Id="R997e1859e1334c46" /><Relationship Type="http://schemas.openxmlformats.org/officeDocument/2006/relationships/slide" Target="/ppt/slides/slide7.xml" Id="R67a513fcb7e546ec" /><Relationship Type="http://schemas.openxmlformats.org/officeDocument/2006/relationships/slide" Target="/ppt/slides/slide8.xml" Id="R610d3a9a0ab64632" /><Relationship Type="http://schemas.openxmlformats.org/officeDocument/2006/relationships/slide" Target="/ppt/slides/slide9.xml" Id="R2c295aac2a144bb8" /><Relationship Type="http://schemas.openxmlformats.org/officeDocument/2006/relationships/slide" Target="/ppt/slides/slide10.xml" Id="R88f1cd4dba0440a0" /><Relationship Type="http://schemas.openxmlformats.org/officeDocument/2006/relationships/slide" Target="/ppt/slides/slide11.xml" Id="R3fdce77a28a34afc" /><Relationship Type="http://schemas.openxmlformats.org/officeDocument/2006/relationships/slide" Target="/ppt/slides/slide12.xml" Id="Re33a5f91979f4772" /><Relationship Type="http://schemas.openxmlformats.org/officeDocument/2006/relationships/slide" Target="/ppt/slides/slide13.xml" Id="R23f984f99377451b" /><Relationship Type="http://schemas.openxmlformats.org/officeDocument/2006/relationships/slide" Target="/ppt/slides/slide14.xml" Id="R34d7fc7fd8c6418e" /><Relationship Type="http://schemas.openxmlformats.org/officeDocument/2006/relationships/slide" Target="/ppt/slides/slide15.xml" Id="R95b08e9dd3f34562" /><Relationship Type="http://schemas.openxmlformats.org/officeDocument/2006/relationships/slide" Target="/ppt/slides/slide16.xml" Id="R320611759991471f" /><Relationship Type="http://schemas.openxmlformats.org/officeDocument/2006/relationships/slide" Target="/ppt/slides/slide17.xml" Id="Rb934ed4574314d19" /><Relationship Type="http://schemas.openxmlformats.org/officeDocument/2006/relationships/slide" Target="/ppt/slides/slide18.xml" Id="R07d039ba321041bd" /><Relationship Type="http://schemas.openxmlformats.org/officeDocument/2006/relationships/slide" Target="/ppt/slides/slide19.xml" Id="R196688b7830a41b6" /><Relationship Type="http://schemas.openxmlformats.org/officeDocument/2006/relationships/slide" Target="/ppt/slides/slide20.xml" Id="Rb91ccac4155f4baa" /><Relationship Type="http://schemas.openxmlformats.org/officeDocument/2006/relationships/slide" Target="/ppt/slides/slide21.xml" Id="Rc9d5868abf074354" /><Relationship Type="http://schemas.openxmlformats.org/officeDocument/2006/relationships/slide" Target="/ppt/slides/slide22.xml" Id="R9e10b6c544f44b6e" /><Relationship Type="http://schemas.openxmlformats.org/officeDocument/2006/relationships/slide" Target="/ppt/slides/slide23.xml" Id="R1f8280f2ac95440c" /><Relationship Type="http://schemas.openxmlformats.org/officeDocument/2006/relationships/slide" Target="/ppt/slides/slide24.xml" Id="Rab78a667f16f4394" /><Relationship Type="http://schemas.openxmlformats.org/officeDocument/2006/relationships/slide" Target="/ppt/slides/slide25.xml" Id="R5e3184eeb0c44cf6" /><Relationship Type="http://schemas.openxmlformats.org/officeDocument/2006/relationships/slide" Target="/ppt/slides/slide26.xml" Id="R2b6c48034421419f" /><Relationship Type="http://schemas.openxmlformats.org/officeDocument/2006/relationships/slide" Target="/ppt/slides/slide27.xml" Id="Rcababf0c93364030" /><Relationship Type="http://schemas.openxmlformats.org/officeDocument/2006/relationships/slide" Target="/ppt/slides/slide28.xml" Id="R8d3d3e65f79e4c9d" /><Relationship Type="http://schemas.openxmlformats.org/officeDocument/2006/relationships/slide" Target="/ppt/slides/slide29.xml" Id="R6fcdb39fbfb74886" /><Relationship Type="http://schemas.openxmlformats.org/officeDocument/2006/relationships/slide" Target="/ppt/slides/slide30.xml" Id="Rb1ae4e4c8b914e02" /><Relationship Type="http://schemas.openxmlformats.org/officeDocument/2006/relationships/slide" Target="/ppt/slides/slide31.xml" Id="R8b9aee643eee4d28" /><Relationship Type="http://schemas.openxmlformats.org/officeDocument/2006/relationships/slide" Target="/ppt/slides/slide32.xml" Id="Rded14aa773114ca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3a4de07f7c34e0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omité de Logística Nodo Sur · Semana 24–30 sep">
  <a:themeElements>
    <a:clrScheme name="Comité de Logística Nodo Sur · Semana 24–30 sep">
      <a:dk1>
        <a:srgbClr val="14281E"/>
      </a:dk1>
      <a:lt1>
        <a:srgbClr val="F5F8F4"/>
      </a:lt1>
      <a:dk2>
        <a:srgbClr val="4C5C54"/>
      </a:dk2>
      <a:lt2>
        <a:srgbClr val="DFE3DF"/>
      </a:lt2>
      <a:accent1>
        <a:srgbClr val="0B5638"/>
      </a:accent1>
      <a:accent2>
        <a:srgbClr val="2E1B4E"/>
      </a:accent2>
      <a:accent3>
        <a:srgbClr val="5E4428"/>
      </a:accent3>
      <a:accent4>
        <a:srgbClr val="9CCBAE"/>
      </a:accent4>
      <a:accent5>
        <a:srgbClr val="6B55A3"/>
      </a:accent5>
      <a:accent6>
        <a:srgbClr val="3A8F63"/>
      </a:accent6>
      <a:hlink>
        <a:srgbClr val="0563C1"/>
      </a:hlink>
      <a:folHlink>
        <a:srgbClr val="954F72"/>
      </a:folHlink>
    </a:clrScheme>
    <a:fontScheme name="Comité de Logística Nodo Sur · Semana 24–30 sep">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Comité de Logística Nodo Sur · Semana 24–30 sep">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012e6418b34411d" /><Relationship Type="http://schemas.openxmlformats.org/officeDocument/2006/relationships/notesMaster" Target="/ppt/notesMasters/notesMaster1.xml" Id="R2e8a72118d8d4da9" /></Relationships>
</file>

<file path=ppt/notesSlides/_rels/notesSlide2.xml.rels>&#65279;<?xml version="1.0" encoding="utf-8"?><Relationships xmlns="http://schemas.openxmlformats.org/package/2006/relationships"><Relationship Type="http://schemas.openxmlformats.org/officeDocument/2006/relationships/slide" Target="/ppt/slides/slide2.xml" Id="R2bf5026d06a54937" /><Relationship Type="http://schemas.openxmlformats.org/officeDocument/2006/relationships/notesMaster" Target="/ppt/notesMasters/notesMaster1.xml" Id="R6ed5e12fe310470c" /></Relationships>
</file>

<file path=ppt/notesSlides/_rels/notesSlide3.xml.rels>&#65279;<?xml version="1.0" encoding="utf-8"?><Relationships xmlns="http://schemas.openxmlformats.org/package/2006/relationships"><Relationship Type="http://schemas.openxmlformats.org/officeDocument/2006/relationships/slide" Target="/ppt/slides/slide3.xml" Id="Reac7885f8e21424c" /><Relationship Type="http://schemas.openxmlformats.org/officeDocument/2006/relationships/notesMaster" Target="/ppt/notesMasters/notesMaster1.xml" Id="R96c4550569914a08" /></Relationships>
</file>

<file path=ppt/notesSlides/_rels/notesSlide4.xml.rels>&#65279;<?xml version="1.0" encoding="utf-8"?><Relationships xmlns="http://schemas.openxmlformats.org/package/2006/relationships"><Relationship Type="http://schemas.openxmlformats.org/officeDocument/2006/relationships/slide" Target="/ppt/slides/slide4.xml" Id="R1ab80594290e43c5" /><Relationship Type="http://schemas.openxmlformats.org/officeDocument/2006/relationships/notesMaster" Target="/ppt/notesMasters/notesMaster1.xml" Id="Rd0ca5a0ba80c4a02" /></Relationships>
</file>

<file path=ppt/notesSlides/_rels/notesSlide5.xml.rels>&#65279;<?xml version="1.0" encoding="utf-8"?><Relationships xmlns="http://schemas.openxmlformats.org/package/2006/relationships"><Relationship Type="http://schemas.openxmlformats.org/officeDocument/2006/relationships/slide" Target="/ppt/slides/slide5.xml" Id="R525210508ed74fb2" /><Relationship Type="http://schemas.openxmlformats.org/officeDocument/2006/relationships/notesMaster" Target="/ppt/notesMasters/notesMaster1.xml" Id="R3dc9ccfdf835419b" /></Relationships>
</file>

<file path=ppt/notesSlides/_rels/notesSlide6.xml.rels>&#65279;<?xml version="1.0" encoding="utf-8"?><Relationships xmlns="http://schemas.openxmlformats.org/package/2006/relationships"><Relationship Type="http://schemas.openxmlformats.org/officeDocument/2006/relationships/slide" Target="/ppt/slides/slide6.xml" Id="Rc50359f0cf7c4379" /><Relationship Type="http://schemas.openxmlformats.org/officeDocument/2006/relationships/notesMaster" Target="/ppt/notesMasters/notesMaster1.xml" Id="R79340f1cc6924e5a" /></Relationships>
</file>

<file path=ppt/notesSlides/_rels/notesSlide7.xml.rels>&#65279;<?xml version="1.0" encoding="utf-8"?><Relationships xmlns="http://schemas.openxmlformats.org/package/2006/relationships"><Relationship Type="http://schemas.openxmlformats.org/officeDocument/2006/relationships/slide" Target="/ppt/slides/slide7.xml" Id="R1ba2b247aa5649bb" /><Relationship Type="http://schemas.openxmlformats.org/officeDocument/2006/relationships/notesMaster" Target="/ppt/notesMasters/notesMaster1.xml" Id="R5e425ba3207148ef" /></Relationships>
</file>

<file path=ppt/notesSlides/_rels/notesSlide8.xml.rels>&#65279;<?xml version="1.0" encoding="utf-8"?><Relationships xmlns="http://schemas.openxmlformats.org/package/2006/relationships"><Relationship Type="http://schemas.openxmlformats.org/officeDocument/2006/relationships/slide" Target="/ppt/slides/slide8.xml" Id="R3615a3bcc6ef4a43" /><Relationship Type="http://schemas.openxmlformats.org/officeDocument/2006/relationships/notesMaster" Target="/ppt/notesMasters/notesMaster1.xml" Id="R86f2bdacdccb4f6f" /></Relationships>
</file>

<file path=ppt/notesSlides/_rels/notesSlide9.xml.rels>&#65279;<?xml version="1.0" encoding="utf-8"?><Relationships xmlns="http://schemas.openxmlformats.org/package/2006/relationships"><Relationship Type="http://schemas.openxmlformats.org/officeDocument/2006/relationships/slide" Target="/ppt/slides/slide9.xml" Id="Rddcaaf4336a44923" /><Relationship Type="http://schemas.openxmlformats.org/officeDocument/2006/relationships/notesMaster" Target="/ppt/notesMasters/notesMaster1.xml" Id="Ref7883eea7df4f2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7ffa75e6e4946c6" /><Relationship Type="http://schemas.openxmlformats.org/officeDocument/2006/relationships/notesMaster" Target="/ppt/notesMasters/notesMaster1.xml" Id="R2bb2d0837660418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1bc956c2ac1449c" /><Relationship Type="http://schemas.openxmlformats.org/officeDocument/2006/relationships/notesMaster" Target="/ppt/notesMasters/notesMaster1.xml" Id="R140b502b21794ea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0f7aa06a716412b" /><Relationship Type="http://schemas.openxmlformats.org/officeDocument/2006/relationships/notesMaster" Target="/ppt/notesMasters/notesMaster1.xml" Id="Rdbb8409c4677477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c17d76294364d28" /><Relationship Type="http://schemas.openxmlformats.org/officeDocument/2006/relationships/notesMaster" Target="/ppt/notesMasters/notesMaster1.xml" Id="R60ad5623f4f0484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464e92117ea49c1" /><Relationship Type="http://schemas.openxmlformats.org/officeDocument/2006/relationships/notesMaster" Target="/ppt/notesMasters/notesMaster1.xml" Id="R288fb4e4c2764d1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ad7632b85b347a5" /><Relationship Type="http://schemas.openxmlformats.org/officeDocument/2006/relationships/notesMaster" Target="/ppt/notesMasters/notesMaster1.xml" Id="R9a100478d56e416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6b20c3ef3234be9" /><Relationship Type="http://schemas.openxmlformats.org/officeDocument/2006/relationships/notesMaster" Target="/ppt/notesMasters/notesMaster1.xml" Id="Rb09480c52c044a0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61005a90f29406f" /><Relationship Type="http://schemas.openxmlformats.org/officeDocument/2006/relationships/notesMaster" Target="/ppt/notesMasters/notesMaster1.xml" Id="R5637e1d9ed3940b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393b5a654ab4b6b" /><Relationship Type="http://schemas.openxmlformats.org/officeDocument/2006/relationships/notesMaster" Target="/ppt/notesMasters/notesMaster1.xml" Id="R16ebc4a69d7f408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9bf6bde599841ae" /><Relationship Type="http://schemas.openxmlformats.org/officeDocument/2006/relationships/notesMaster" Target="/ppt/notesMasters/notesMaster1.xml" Id="R78026c0e6644416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8dca2c0ad564a63" /><Relationship Type="http://schemas.openxmlformats.org/officeDocument/2006/relationships/notesMaster" Target="/ppt/notesMasters/notesMaster1.xml" Id="R0a9a20609ecc420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d8efd762e8742c1" /><Relationship Type="http://schemas.openxmlformats.org/officeDocument/2006/relationships/notesMaster" Target="/ppt/notesMasters/notesMaster1.xml" Id="Rf05d837c5af2449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c9afff572e84a89" /><Relationship Type="http://schemas.openxmlformats.org/officeDocument/2006/relationships/notesMaster" Target="/ppt/notesMasters/notesMaster1.xml" Id="R87c356cda18d4cf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f17a28bad7949cc" /><Relationship Type="http://schemas.openxmlformats.org/officeDocument/2006/relationships/notesMaster" Target="/ppt/notesMasters/notesMaster1.xml" Id="Rda75436fb12846c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9ac93c87849486b" /><Relationship Type="http://schemas.openxmlformats.org/officeDocument/2006/relationships/notesMaster" Target="/ppt/notesMasters/notesMaster1.xml" Id="R774a3767ff0a422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2eb5250018f497c" /><Relationship Type="http://schemas.openxmlformats.org/officeDocument/2006/relationships/notesMaster" Target="/ppt/notesMasters/notesMaster1.xml" Id="Ra055119ca6cb401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de46fc1c44543cb" /><Relationship Type="http://schemas.openxmlformats.org/officeDocument/2006/relationships/notesMaster" Target="/ppt/notesMasters/notesMaster1.xml" Id="Rfab0d6261b364e3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5b2ef29500747f0" /><Relationship Type="http://schemas.openxmlformats.org/officeDocument/2006/relationships/notesMaster" Target="/ppt/notesMasters/notesMaster1.xml" Id="R71b85d2074334ee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a807961c520493f" /><Relationship Type="http://schemas.openxmlformats.org/officeDocument/2006/relationships/notesMaster" Target="/ppt/notesMasters/notesMaster1.xml" Id="Rb4705436160d4c8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a70d1aad55b499d" /><Relationship Type="http://schemas.openxmlformats.org/officeDocument/2006/relationships/notesMaster" Target="/ppt/notesMasters/notesMaster1.xml" Id="Rb39e59eadce4413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a1a0dde0bd441d3" /><Relationship Type="http://schemas.openxmlformats.org/officeDocument/2006/relationships/notesMaster" Target="/ppt/notesMasters/notesMaster1.xml" Id="R9b5b977e50bf4f0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c2930d33bd84ba6" /><Relationship Type="http://schemas.openxmlformats.org/officeDocument/2006/relationships/notesMaster" Target="/ppt/notesMasters/notesMaster1.xml" Id="R1477c861352a4eb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26d55c8e2a847df" /><Relationship Type="http://schemas.openxmlformats.org/officeDocument/2006/relationships/notesMaster" Target="/ppt/notesMasters/notesMaster1.xml" Id="Rb767d4b827a64bf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Portada. Comité de Logística Nodo Sur, semana 24–30/09. Datos: planilla de movimientos por contrato y lecturas de cámaras de Ricardone y del puerto.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Productos y tiempos por día operativo desde las 22 h; sectores por día calendario. Soja: 770 operaciones R7 y 265 min puerta a puerta. Girasol: 208 operaciones R5+R6 (volcable 1 118, volcable 2 74; además 35 a silos Kepler, R4); mediana puerta a puerta de la planilla 861 min (la media supera el tope de verosimilitud de 720 min y no se publica). Líquidos: 383 camiones (ingresos 150, egresos 233), mismo criterio que la semana anterior (con él, la semana anterior da 282); media 328 min, mediana 249. Pellet: 348 egresos, 307 transiles de pellet de girasol al puerto y 43 despachos. Calada sólida: 1.455 recorridos en 146 h. Volcables puerto: 911 descargas de soja R7. Silos: 436 recorridos; transile R29 516 operaciones.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Camiones adentro = camiones del día por hora (camiones / 24) × horas que pasa cada uno adentro (ley de Little). Ricardone: recorridos por la calada sólida del día (279, 247, 160, 186, 252, 193, 144) por el tiempo de la soja en Ricardone (93, 76, 76, 124, 69, 83, 93 min). San Lorenzo: recorridos por las volcables del puerto (129, 170, 138, 76, 153, 97, 148) por el tiempo de la soja en San Lorenzo (56, 178, 105, 111, 248, 92, 213 min). Por día (Ricardone / San Lorenzo / total): jue 24 18/5/23, vie 25 13/21/34, sáb 26 8/10/18, dom 27 16/6/22, lun 28 12/26/38, mar 29 11/6/17, mié 30 9/22/31. Soja del día: planilla.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Circuito R7, promedio semanal por tramo en minutos: ingreso 5, Playa 1 74, salida 12, interplanta 11, Playa OSL 113, descarga 55, egreso 20. Suman 290; el puerta a puerta medido de punta a punta (ingreso → salida de la planilla) da 265. Semana anterior (comité 25/09): 303.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Transile R29: soja cargada en silos de Ricardone y descargada en las volcables del puerto. Ciclo observado por patente: ingreso → calle líquida → Playa 3 → carga en silo → balanza egreso → calada → egreso → balanza San Lorenzo → volcable → salida. Promedios por tramo medidos con cámaras sobre 197 vueltas de la semana (con Excel, la semana anterior este cálculo coincidía con lo publicado). Traslado y Playa OSL medidos con la cámara de ingreso del puerto. Operaciones R29: 516.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Líneas: evolución semanal por fecha de comité (cada punto informa la semana previa), del 17/06 al 02/10. Promedios de la serie: total 344 min, Playa 1 120 min, San Lorenzo 176 min.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Camiones R7 por día operativo (planilla) y tiempo puerta a puerta medio del día. PV2 el 28/09: 0 descargas contra una mediana de 22; PV4: 29 contra 4. Mantenimiento: fechas programadas de las OT del EAM, sin horas de parada (cruce_mantenimiento.py).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Minutos promedio por planta y por día. Ricardone = ingreso + Playa 1 + egreso. San Lorenzo = Playa OSL + descarga + salida.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Camiones R7 por cuarto del día operativo y por día. Suma = 770. Franjas: 22–04 / 04–10 / 10–16 / 16–22.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puerta a puerta R7 por comité (rótulo = fecha del comité, que informa la semana previa). 265 min queda por debajo del mínimo previo (276, punto 11/9).</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Transile de pellet de girasol de Ricardone a las volcables del puerto (R30/31/32), según la planilla de movimientos. Viajes = operaciones de transile; toneladas = viajes × 30 (las netas de la planilla dan 8.369 t). Duración = horas entre el primer ingreso y la última salida de cada tanda (se corta la tanda con más de 4 h sin movimientos). Volcables: V2 1, V3 5, V4 213, V5 2. Además hubo 43 despachos de pellet en camión, fuera de este operativo.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Tramos medidos con cámaras sobre 284 de los 307 viajes (patentes de la planilla; viaje = pre-ingreso → calle líquida → Playa 3 → balanza egreso cargado → ingreso SLZ → balanza OSL → volcable → salida SLZ, sin carga de silo ni calada sólida en el medio). Suman 301; el ciclo medido de punta a punta da 281 (cada tramo se promedia sobre los viajes que lo tienen leído). Ricardone = pre-ingreso → balanza egreso; San Lorenzo = ingreso SLZ → salida. La calle líquida aparece en 209 de 284 viajes leídos: en el primero del día de cada camión (106 de 151) y también en los siguientes (103 de 133).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Viajes por camión y por día según la planilla (fecha del movimiento). Máximo = el camión con más viajes ese día.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Ciclo, Ricardone y San Lorenzo por día, medidos con cámaras. Cuartos = viajes por cuarto del día según la hora de pre-ingreso (Q1 22–04, Q2 04–10, Q3 10–16, Q4 16–22). Viajes = planilla.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Operativos contados en la planilla de movimientos: egresos de pellet de girasol de Ricardone con destino puerto, sin patentes ficticias. Camiones = patentes distintas. Toneladas = viajes × 30. Horas = primer ingreso → última salida de cada tanda (corte con más de 4 h sin movimientos). Viajes por camión y día = promedio de viajes de cada camión en cada día que trabajó. Ciclo = tiempo publicado en cada comité (los operativos de junio y julio no se presentaron en comité). Los comités publicaron 530 camiones para el 28/08 (57 patentes), 723 para el 04/09, 382 para el 11/09 y 188 para el 18/09; la planilla da 532, 723, 383 y 189.</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Días de operativo con al menos 50 viajes y 25 leídos por cámaras (18/08 a 30/09). Grupos por camiones del día: Hasta 45 camiones: 7 días, ciclo 270 min, puerto 151 min, 5,7 viajes por hora; 46 a 55: 6 días, ciclo 351 min, puerto 200 min, 5,5 viajes por hora; Más de 55: 4 días, ciclo 429 min, puerto 214 min, 6,6 viajes por hora. Escenario: hay que sostener 6,3 viajes por hora (los de esta semana). La carga y los traslados quedan como hoy (140 min por vuelta, con la carga en Ricardone de 91 min y el regreso); Playa OSL + descarga baja de 163 a 100 min, entre lo que dieron los días con dos volcables (170) y los mejores días (52, 76, 77). Vuelta completa: 5,0 h hoy y 4,0 h en la prueba; camiones dando vueltas a la vez = viajes por hora × vuelta (ley de Little): ~32 hoy, ~25 en la prueba, es decir unos 62 % de los 40 trabajando en cada momento. Viajes por camión y día: 2 × 62 / 40 = 3, unas 12,0 h de vueltas por día y por camión.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Volcables: días con una sola volcable con lecturas de pellet (V4) contra días con dos (V3 y V4), mismos días que la lámina anterior. Una: 9 días, puerto 208 min, 5,8 viajes por hora. Dos: 8 días, puerto 170 min, 6,1 viajes por hora. Flete interplanta: $ 6.000 por tonelada × 30 t = $ 180.000 por viaje; con la baja del 17 %, $ 150.000. Ingreso del camionero por día = viajes por día × tarifa: 2 × $ 180.000 = $ 360.000 hoy y 3 × $ 150.000 = $ 450.000 en la prueba. Toneladas = viajes × 30 (las netas de la planilla son algo menores). El camionero gana lo mismo con una baja de hasta 33 % (unos $ 4.000 por tonelada): $ 5.000 deja margen aunque la espera del puerto baje menos de lo previsto.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Girasol R5+R6, suma de tramos: ingreso 3, Playa 1 177, pesada bruta 13, acceso a Playa 3 12, Playa 3 → volcable 249, tara 23 = 477 min. Los tramos de girasol salen de cámaras: con la planilla quedan muy pocos recorridos de girasol con todos los tramos leídos, así que cada tramo es el de la semana anterior más la variación medida por cámaras (Playa 1 132→231, Playa 3 → volcable 230→374, tara 23→27); la muestra de girasol es chica (57 camiones con Playa 1 medida), vale confirmarlo con planta. Volcable 1: 188 recorridos, volcable 2: 113; por día, volcables 1 y 2: 76, 73, 67, 12, 31, 31, 19.</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Girasol R5+R6, tiempo total por comité como suma de medias de tramo. Esta semana 477 min; máximo previo 430 (punto 4/9). Tramos: semana anterior más la variación medida por cámaras. Volcable 1 Ricardone: 4 y 0 descargas el 28 y 29/09 (mediana 46–48); la volcable 2 la cubrió el 28 (31 contra 2) y Kepler 2 el 29 (23). Mantenimiento: fechas programadas de las OT del EAM, sin horas de parada (cruce_mantenimiento.py).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Líquidos según excel_operations_with_truckflow: 383 movimientos, 150 ingresos y 233 egresos. Tiempo puerta a puerta: media 328 min, mediana 249 min. Semana anterior con el mismo criterio: 282. rulesVersion: etl_transform_v17. run_ids: 2026-09-21_2026-09-27 y 2026-09-28_2026-10-04.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Movimientos de líquidos por día operativo: 71, 52, 17, 9, 79, 81 y 74; total 383. Fuente: excel_operations_with_truckflow. rulesVersion: etl_transform_v17. run_ids: 2026-09-21_2026-09-27 y 2026-09-28_2026-10-04.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Recorridos de cámara clasificados como ACEITE: R8 34, SL1 156, SL2 42; total 232. No usar este total como conteo de movimientos: los 383 corresponden a excel_operations_with_truckflow. Fuente de circuitos: final_circuits / paquete ejecutivo. rulesVersion: etl_transform_v17. run_ids: 2026-09-21_2026-09-27 y 2026-09-28_2026-10-04.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Tiempos filtrados a journeys con inicio entre 24/09 y 30/09. R8: 34 journeys, media total 240,6 min, mediana 197,1. Tramos: preingreso a líquido 11,5 min n=28; líquido a balanza egreso 184,8 min n=3; preingreso a balanza egreso 63,5 min n=2. SL1: 10 journeys, media total 269,8 min, mediana 237,8. Tramos: ingreso SLZ a balanza 21,4 min n=4; balanza a egreso 73,2 min n=6; balanza a volcable 5,7 min n=1. SL2: 0 journeys completos. Fuentes: circuit_timing_journeys y segment_timing_legs. rulesVersion etl_transform_v17. run_ids 2026-09-21_2026-09-27 y 2026-09-28_2026-10-04.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Calada por calle, semana completa: calle 4 716, calle 3 566, calle 2 111, calle 1 74, calle 6 5, calle 5 0. Suman 1.472, no 1.455, porque algunos recorridos pasaron por dos calles. Horas = horas con al menos una lectura, sobre 168. Pico: 30 recorridos (24/09 09h). Calada líquida 562 en 121 h (semana anterior 290 en 69 h): cuenta también los camiones del transile, que entran por la calle líquida rumbo a Playa 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Camiones por volcable en el puerto de San Lorenzo, semana 24–30/09. Barra = total de la semana y participación. Cuadros = días Jue a Mié; lleno = 20 camiones o más, claro = entre 1 y 19, vacío = sin camiones. Por día: V5 55/112/60/43/51/51/109; V3 38/21/21/0/80/33/0; V4 35/37/45/0/22/13/39; V2 0/0/12/33/0/0/0; V1 1/0/0/0/0/0/0. Camiones = recorridos de cámara, por día calendario. Son descargas de soja externa R7, como en el comité anterior (1.401); el transile R29 no entra en este conteo. Mantenimiento: fechas programadas de las OT del EAM, sin horas de parada (cruce_mantenimiento.py).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Camiones por día en las cámaras de silos Ricardone, carga y descarga (recorridos de cámara, día calendario). En la semana 436 recorridos (semana anterior 329). Por cámara: RicS8CargaLinea2 363, RicS7DescLinea2 62, RicS7Carga 28, RicS8CargaLinea1 9. Operaciones R29 de la planilla: 516 (semana anterior 313).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Lecturas para discutir en comité; no son conclusiones cerradas. Ricardone (ingreso + Playa 1 + egreso): 104→91. San Lorenzo (Playa OSL + descarga + salida): 184→188.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81903db9bf24f3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1b44bc090f241f8"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Title and body">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0ADB0559-52EA-4FFE-B2C0-CADF0037929F}"/>
              </a:ext>
            </a:extLst>
          </p:cNvPr>
          <p:cNvSpPr>
            <a:spLocks xmlns:a="http://schemas.openxmlformats.org/drawingml/2006/main" noGrp="1"/>
          </p:cNvSpPr>
          <p:nvPr>
            <p:ph type="title" idx="0"/>
          </p:nvPr>
        </p:nvSpPr>
        <p:spPr>
          <a:xfrm xmlns:a="http://schemas.openxmlformats.org/drawingml/2006/main">
            <a:off x="812800" y="1102320"/>
            <a:ext cx="10566400" cy="4469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15000"/>
              </a:lnSpc>
              <a:buNone/>
              <a:defRPr sz="3200">
                <a:solidFill>
                  <a:srgbClr val="14281E"/>
                </a:solidFill>
                <a:latin typeface="IBM Plex Sans"/>
                <a:ea typeface="IBM Plex Sans"/>
                <a:cs typeface="IBM Plex Sans"/>
              </a:defRPr>
            </a:lvl1pPr>
          </a:lstStyle>
          <a:p xmlns:a="http://schemas.openxmlformats.org/drawingml/2006/main">
            <a:pPr marL="0" indent="0" algn="l">
              <a:lnSpc>
                <a:spcPct val="115000"/>
              </a:lnSpc>
              <a:buNone/>
            </a:pPr>
            <a:endParaRPr sz="3200"/>
          </a:p>
        </p:txBody>
      </p:sp>
      <p:sp>
        <p:nvSpPr>
          <p:cNvPr id="3" name="Text Placeholder 2">
            <a:extLst xmlns:a="http://schemas.openxmlformats.org/drawingml/2006/main">
              <a:ext uri="{FF2B5EF4-FFF2-40B4-BE49-F238E27FC236}">
                <a16:creationId xmlns:a16="http://schemas.microsoft.com/office/drawing/2014/main" id="{7B0AC5BA-1DE4-4CBA-A294-E5432D3B2C70}"/>
              </a:ext>
            </a:extLst>
          </p:cNvPr>
          <p:cNvSpPr>
            <a:spLocks xmlns:a="http://schemas.openxmlformats.org/drawingml/2006/main" noGrp="1"/>
          </p:cNvSpPr>
          <p:nvPr>
            <p:ph type="body" idx="101"/>
          </p:nvPr>
        </p:nvSpPr>
        <p:spPr>
          <a:xfrm xmlns:a="http://schemas.openxmlformats.org/drawingml/2006/main">
            <a:off x="812800" y="1854101"/>
            <a:ext cx="10566400" cy="4191099"/>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40000"/>
              </a:lnSpc>
              <a:buNone/>
              <a:defRPr sz="1600">
                <a:solidFill>
                  <a:srgbClr val="14281E"/>
                </a:solidFill>
                <a:latin typeface="IBM Plex Sans"/>
                <a:ea typeface="IBM Plex Sans"/>
                <a:cs typeface="IBM Plex Sans"/>
              </a:defRPr>
            </a:lvl1pPr>
          </a:lstStyle>
          <a:p xmlns:a="http://schemas.openxmlformats.org/drawingml/2006/main">
            <a:pPr marL="0" indent="0" algn="l">
              <a:lnSpc>
                <a:spcPct val="140000"/>
              </a:lnSpc>
              <a:buNone/>
            </a:pPr>
            <a:endParaRPr sz="1600"/>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3aca1d6381f4d29" /><Relationship Type="http://schemas.openxmlformats.org/officeDocument/2006/relationships/slideLayout" Target="/ppt/slideLayouts/slideLayout1.xml" Id="R8f0999fd413e4e65" /><Relationship Type="http://schemas.openxmlformats.org/officeDocument/2006/relationships/slideLayout" Target="/ppt/slideLayouts/slideLayout2.xml" Id="R938a3b8ee38647f6" /></Relationships>
</file>

<file path=ppt/slideMasters/slideMaster1.xml><?xml version="1.0" encoding="utf-8"?>
<p:sldMaster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CE129FC2-D873-416F-A4EC-F4FD4BC5E71F}"/>
              </a:ext>
            </a:extLst>
          </p:cNvPr>
          <p:cNvSpPr>
            <a:spLocks xmlns:a="http://schemas.openxmlformats.org/drawingml/2006/main" noGrp="1"/>
          </p:cNvSpPr>
          <p:nvPr>
            <p:ph type="title" idx="0"/>
          </p:nvPr>
        </p:nvSpPr>
        <p:spPr>
          <a:xfrm xmlns:a="http://schemas.openxmlformats.org/drawingml/2006/main">
            <a:off x="812800" y="1102320"/>
            <a:ext cx="10566400" cy="4469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15000"/>
              </a:lnSpc>
              <a:buNone/>
              <a:defRPr sz="3200">
                <a:solidFill>
                  <a:srgbClr val="14281E"/>
                </a:solidFill>
                <a:latin typeface="IBM Plex Sans"/>
                <a:ea typeface="IBM Plex Sans"/>
                <a:cs typeface="IBM Plex Sans"/>
              </a:defRPr>
            </a:lvl1pPr>
          </a:lstStyle>
          <a:p xmlns:a="http://schemas.openxmlformats.org/drawingml/2006/main">
            <a:pPr marL="0" indent="0" algn="l">
              <a:lnSpc>
                <a:spcPct val="115000"/>
              </a:lnSpc>
              <a:buNone/>
            </a:pPr>
            <a:endParaRPr sz="3200"/>
          </a:p>
        </p:txBody>
      </p:sp>
      <p:sp>
        <p:nvSpPr>
          <p:cNvPr id="3" name="Text Placeholder 2">
            <a:extLst xmlns:a="http://schemas.openxmlformats.org/drawingml/2006/main">
              <a:ext uri="{FF2B5EF4-FFF2-40B4-BE49-F238E27FC236}">
                <a16:creationId xmlns:a16="http://schemas.microsoft.com/office/drawing/2014/main" id="{CB0732E4-6867-4173-9FC2-4AEC64D20022}"/>
              </a:ext>
            </a:extLst>
          </p:cNvPr>
          <p:cNvSpPr>
            <a:spLocks xmlns:a="http://schemas.openxmlformats.org/drawingml/2006/main" noGrp="1"/>
          </p:cNvSpPr>
          <p:nvPr>
            <p:ph type="body" idx="101"/>
          </p:nvPr>
        </p:nvSpPr>
        <p:spPr>
          <a:xfrm xmlns:a="http://schemas.openxmlformats.org/drawingml/2006/main">
            <a:off x="812800" y="1854101"/>
            <a:ext cx="10566400" cy="4191099"/>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40000"/>
              </a:lnSpc>
              <a:buNone/>
              <a:defRPr sz="1600">
                <a:solidFill>
                  <a:srgbClr val="14281E"/>
                </a:solidFill>
                <a:latin typeface="IBM Plex Sans"/>
                <a:ea typeface="IBM Plex Sans"/>
                <a:cs typeface="IBM Plex Sans"/>
              </a:defRPr>
            </a:lvl1pPr>
          </a:lstStyle>
          <a:p xmlns:a="http://schemas.openxmlformats.org/drawingml/2006/main">
            <a:pPr marL="0" indent="0" algn="l">
              <a:lnSpc>
                <a:spcPct val="140000"/>
              </a:lnSpc>
              <a:buNone/>
            </a:pPr>
            <a:endParaRPr sz="16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0999fd413e4e65"/>
    <p:sldLayoutId xmlns:r="http://schemas.openxmlformats.org/officeDocument/2006/relationships" id="2147483650" r:id="R938a3b8ee38647f6"/>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omité de Logística Nodo Sur · Semana 24–30 sep">
  <a:themeElements>
    <a:clrScheme name="Comité de Logística Nodo Sur · Semana 24–30 sep">
      <a:dk1>
        <a:srgbClr val="14281E"/>
      </a:dk1>
      <a:lt1>
        <a:srgbClr val="F5F8F4"/>
      </a:lt1>
      <a:dk2>
        <a:srgbClr val="4C5C54"/>
      </a:dk2>
      <a:lt2>
        <a:srgbClr val="DFE3DF"/>
      </a:lt2>
      <a:accent1>
        <a:srgbClr val="0B5638"/>
      </a:accent1>
      <a:accent2>
        <a:srgbClr val="2E1B4E"/>
      </a:accent2>
      <a:accent3>
        <a:srgbClr val="5E4428"/>
      </a:accent3>
      <a:accent4>
        <a:srgbClr val="9CCBAE"/>
      </a:accent4>
      <a:accent5>
        <a:srgbClr val="6B55A3"/>
      </a:accent5>
      <a:accent6>
        <a:srgbClr val="3A8F63"/>
      </a:accent6>
      <a:hlink>
        <a:srgbClr val="0563C1"/>
      </a:hlink>
      <a:folHlink>
        <a:srgbClr val="954F72"/>
      </a:folHlink>
    </a:clrScheme>
    <a:fontScheme name="Comité de Logística Nodo Sur · Semana 24–30 sep">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Comité de Logística Nodo Sur · Semana 24–30 sep">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788df25901ae41a6" /><Relationship Type="http://schemas.openxmlformats.org/officeDocument/2006/relationships/image" Target="/ppt/media/image.jpeg" Id="Rddbf8ed4df114481" /><Relationship Type="http://schemas.openxmlformats.org/officeDocument/2006/relationships/image" Target="/ppt/media/image2.jpeg" Id="R036ac46c6ded4677" /><Relationship Type="http://schemas.openxmlformats.org/officeDocument/2006/relationships/image" Target="/ppt/media/image.png" Id="R081e84af2b074aac" /><Relationship Type="http://schemas.openxmlformats.org/officeDocument/2006/relationships/image" Target="/ppt/media/image2.png" Id="R12abda9c364e4b95" /><Relationship Type="http://schemas.openxmlformats.org/officeDocument/2006/relationships/notesSlide" Target="/ppt/notesSlides/notesSlide1.xml" Id="Re92c8a79b8aa4c4d"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f0b0b2b9ac46460e" /><Relationship Type="http://schemas.openxmlformats.org/officeDocument/2006/relationships/image" Target="/ppt/media/image3.png" Id="Rb3177bdb1bb849b4" /><Relationship Type="http://schemas.openxmlformats.org/officeDocument/2006/relationships/image" Target="/ppt/media/image4.png" Id="R5d1c602833a2431c" /><Relationship Type="http://schemas.openxmlformats.org/officeDocument/2006/relationships/image" Target="/ppt/media/image5.png" Id="Rcbac324c18e54640" /><Relationship Type="http://schemas.openxmlformats.org/officeDocument/2006/relationships/image" Target="/ppt/media/image6.png" Id="R5ea135a8097b454d" /><Relationship Type="http://schemas.openxmlformats.org/officeDocument/2006/relationships/image" Target="/ppt/media/image7.png" Id="Ra085c668f36a4e11" /><Relationship Type="http://schemas.openxmlformats.org/officeDocument/2006/relationships/image" Target="/ppt/media/image8.png" Id="R28f35b6aca4843c3" /><Relationship Type="http://schemas.openxmlformats.org/officeDocument/2006/relationships/notesSlide" Target="/ppt/notesSlides/notesSlide2.xml" Id="R1203033a409745c5"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3fed2feb727f4514" /><Relationship Type="http://schemas.openxmlformats.org/officeDocument/2006/relationships/image" Target="/ppt/media/image9.png" Id="R309c8e01ccd74f6e" /><Relationship Type="http://schemas.openxmlformats.org/officeDocument/2006/relationships/image" Target="/ppt/media/image10.png" Id="Rbd0719ad8f9f4cac" /><Relationship Type="http://schemas.openxmlformats.org/officeDocument/2006/relationships/notesSlide" Target="/ppt/notesSlides/notesSlide3.xml" Id="R0c80df0e28894f6d"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75e023a26a5c4a4d" /><Relationship Type="http://schemas.openxmlformats.org/officeDocument/2006/relationships/image" Target="/ppt/media/image11.png" Id="R36cfec7149184d12" /><Relationship Type="http://schemas.openxmlformats.org/officeDocument/2006/relationships/image" Target="/ppt/media/image12.png" Id="R3ac090bae92c4739" /><Relationship Type="http://schemas.openxmlformats.org/officeDocument/2006/relationships/notesSlide" Target="/ppt/notesSlides/notesSlide4.xml" Id="Rc3999d7074a14d3a"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1c14cfb3c9b14946" /><Relationship Type="http://schemas.openxmlformats.org/officeDocument/2006/relationships/image" Target="/ppt/media/image13.png" Id="Rc9d97a7aedc64b00" /><Relationship Type="http://schemas.openxmlformats.org/officeDocument/2006/relationships/image" Target="/ppt/media/image14.png" Id="Rd78c91f9540749d2" /><Relationship Type="http://schemas.openxmlformats.org/officeDocument/2006/relationships/notesSlide" Target="/ppt/notesSlides/notesSlide5.xml" Id="R1af37ae37f2e4fca"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e3087942f785422c" /><Relationship Type="http://schemas.openxmlformats.org/officeDocument/2006/relationships/image" Target="/ppt/media/image15.png" Id="R68eb72f88a9d447b" /><Relationship Type="http://schemas.openxmlformats.org/officeDocument/2006/relationships/image" Target="/ppt/media/image16.png" Id="Ra1a6589c369745d1" /><Relationship Type="http://schemas.openxmlformats.org/officeDocument/2006/relationships/notesSlide" Target="/ppt/notesSlides/notesSlide6.xml" Id="Ra207b53ad8914644"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5320d57ffd88476e" /><Relationship Type="http://schemas.openxmlformats.org/officeDocument/2006/relationships/image" Target="/ppt/media/image17.png" Id="Re8b632b15da045c5" /><Relationship Type="http://schemas.openxmlformats.org/officeDocument/2006/relationships/image" Target="/ppt/media/image18.png" Id="Rfa2d6746afb04058" /><Relationship Type="http://schemas.openxmlformats.org/officeDocument/2006/relationships/image" Target="/ppt/media/image19.png" Id="R3182a6fb2bd1490e" /><Relationship Type="http://schemas.openxmlformats.org/officeDocument/2006/relationships/image" Target="/ppt/media/image20.png" Id="Rf4a5378a34884fae" /><Relationship Type="http://schemas.openxmlformats.org/officeDocument/2006/relationships/image" Target="/ppt/media/image21.png" Id="Rf90dc54207534f9b" /><Relationship Type="http://schemas.openxmlformats.org/officeDocument/2006/relationships/notesSlide" Target="/ppt/notesSlides/notesSlide7.xml" Id="R08260183ce4d4d8d"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abd404319ad24d6b" /><Relationship Type="http://schemas.openxmlformats.org/officeDocument/2006/relationships/image" Target="/ppt/media/image22.png" Id="R5744956b74c8455f" /><Relationship Type="http://schemas.openxmlformats.org/officeDocument/2006/relationships/image" Target="/ppt/media/image23.png" Id="R119ab5e301b04eb1" /><Relationship Type="http://schemas.openxmlformats.org/officeDocument/2006/relationships/notesSlide" Target="/ppt/notesSlides/notesSlide8.xml" Id="Rbb66d1fc7238421f"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7349a9e0c28346dc" /><Relationship Type="http://schemas.openxmlformats.org/officeDocument/2006/relationships/image" Target="/ppt/media/image24.png" Id="R8bdc78deb1af480b" /><Relationship Type="http://schemas.openxmlformats.org/officeDocument/2006/relationships/image" Target="/ppt/media/image25.png" Id="R36d5134eec9d4ce2" /><Relationship Type="http://schemas.openxmlformats.org/officeDocument/2006/relationships/notesSlide" Target="/ppt/notesSlides/notesSlide9.xml" Id="R654569028e974d0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995a959e07da4709" /><Relationship Type="http://schemas.openxmlformats.org/officeDocument/2006/relationships/image" Target="/ppt/media/image26.png" Id="Re1b25dbcf1bf468a" /><Relationship Type="http://schemas.openxmlformats.org/officeDocument/2006/relationships/image" Target="/ppt/media/image27.png" Id="R0e6d8e21977c4018" /><Relationship Type="http://schemas.openxmlformats.org/officeDocument/2006/relationships/notesSlide" Target="/ppt/notesSlides/notesSlide10.xml" Id="Rf4244183e05e4de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3c6f84e2d98e4306" /><Relationship Type="http://schemas.openxmlformats.org/officeDocument/2006/relationships/image" Target="/ppt/media/image28.png" Id="Rb61e7cfe32d34a2b" /><Relationship Type="http://schemas.openxmlformats.org/officeDocument/2006/relationships/image" Target="/ppt/media/image29.png" Id="R15d4858d2ee14e8c" /><Relationship Type="http://schemas.openxmlformats.org/officeDocument/2006/relationships/image" Target="/ppt/media/image30.png" Id="R24f54c4be88b464e" /><Relationship Type="http://schemas.openxmlformats.org/officeDocument/2006/relationships/image" Target="/ppt/media/image31.png" Id="Rd1447e4ccf4b4ef1" /><Relationship Type="http://schemas.openxmlformats.org/officeDocument/2006/relationships/image" Target="/ppt/media/image32.png" Id="R1bdbd9f265294d50" /><Relationship Type="http://schemas.openxmlformats.org/officeDocument/2006/relationships/notesSlide" Target="/ppt/notesSlides/notesSlide11.xml" Id="R5d0da8feca584dc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33317240780144e1" /><Relationship Type="http://schemas.openxmlformats.org/officeDocument/2006/relationships/image" Target="/ppt/media/image33.png" Id="Rae4fe297858b4883" /><Relationship Type="http://schemas.openxmlformats.org/officeDocument/2006/relationships/image" Target="/ppt/media/image34.png" Id="Rdd475980086e449c" /><Relationship Type="http://schemas.openxmlformats.org/officeDocument/2006/relationships/notesSlide" Target="/ppt/notesSlides/notesSlide12.xml" Id="R21367b9a279942f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bab68ccf807a43fb" /><Relationship Type="http://schemas.openxmlformats.org/officeDocument/2006/relationships/image" Target="/ppt/media/image35.png" Id="Rb01dcd1364354ff2" /><Relationship Type="http://schemas.openxmlformats.org/officeDocument/2006/relationships/image" Target="/ppt/media/image36.png" Id="Rf1f23a0438804aab" /><Relationship Type="http://schemas.openxmlformats.org/officeDocument/2006/relationships/notesSlide" Target="/ppt/notesSlides/notesSlide13.xml" Id="Rf9aa4733d87744a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6c16992d62b4429d" /><Relationship Type="http://schemas.openxmlformats.org/officeDocument/2006/relationships/image" Target="/ppt/media/image37.png" Id="Rf39eee145e58440d" /><Relationship Type="http://schemas.openxmlformats.org/officeDocument/2006/relationships/image" Target="/ppt/media/image38.png" Id="R1e5728aa90584121" /><Relationship Type="http://schemas.openxmlformats.org/officeDocument/2006/relationships/notesSlide" Target="/ppt/notesSlides/notesSlide14.xml" Id="R233f73867b374df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29facbf4bc514374" /><Relationship Type="http://schemas.openxmlformats.org/officeDocument/2006/relationships/image" Target="/ppt/media/image39.png" Id="R7a7abcf713b4494b" /><Relationship Type="http://schemas.openxmlformats.org/officeDocument/2006/relationships/image" Target="/ppt/media/image40.png" Id="Rfc84f7d3f27c4780" /><Relationship Type="http://schemas.openxmlformats.org/officeDocument/2006/relationships/notesSlide" Target="/ppt/notesSlides/notesSlide15.xml" Id="R7b344e437e024a1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baa1c7168a6f4218" /><Relationship Type="http://schemas.openxmlformats.org/officeDocument/2006/relationships/image" Target="/ppt/media/image41.png" Id="Rb825ae8e5ad24edf" /><Relationship Type="http://schemas.openxmlformats.org/officeDocument/2006/relationships/image" Target="/ppt/media/image42.png" Id="R02f4b9d472084a61" /><Relationship Type="http://schemas.openxmlformats.org/officeDocument/2006/relationships/notesSlide" Target="/ppt/notesSlides/notesSlide16.xml" Id="R8a6bc259609c467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8d25a16f453949ff" /><Relationship Type="http://schemas.openxmlformats.org/officeDocument/2006/relationships/image" Target="/ppt/media/image43.png" Id="Rba3b430788b94e39" /><Relationship Type="http://schemas.openxmlformats.org/officeDocument/2006/relationships/image" Target="/ppt/media/image44.png" Id="Rb2eda9e4d08747d5" /><Relationship Type="http://schemas.openxmlformats.org/officeDocument/2006/relationships/notesSlide" Target="/ppt/notesSlides/notesSlide17.xml" Id="Rfc49761730cd4cd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37af2453dee544ca" /><Relationship Type="http://schemas.openxmlformats.org/officeDocument/2006/relationships/image" Target="/ppt/media/image45.png" Id="R142250c9a0ee4017" /><Relationship Type="http://schemas.openxmlformats.org/officeDocument/2006/relationships/image" Target="/ppt/media/image46.png" Id="Rd3e06aaa586c45c4" /><Relationship Type="http://schemas.openxmlformats.org/officeDocument/2006/relationships/notesSlide" Target="/ppt/notesSlides/notesSlide18.xml" Id="R5ac4aa68f1cb40d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6d9ee89f467e47dd" /><Relationship Type="http://schemas.openxmlformats.org/officeDocument/2006/relationships/image" Target="/ppt/media/image47.png" Id="R50209e5f87944fb6" /><Relationship Type="http://schemas.openxmlformats.org/officeDocument/2006/relationships/image" Target="/ppt/media/image48.png" Id="R97562243a7274695" /><Relationship Type="http://schemas.openxmlformats.org/officeDocument/2006/relationships/notesSlide" Target="/ppt/notesSlides/notesSlide19.xml" Id="R0c2a80d423054c3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1349ea491a7343d7" /><Relationship Type="http://schemas.openxmlformats.org/officeDocument/2006/relationships/image" Target="/ppt/media/image49.png" Id="Rcb282f8a03ed419d" /><Relationship Type="http://schemas.openxmlformats.org/officeDocument/2006/relationships/image" Target="/ppt/media/image50.png" Id="Rd1092853c418463b" /><Relationship Type="http://schemas.openxmlformats.org/officeDocument/2006/relationships/notesSlide" Target="/ppt/notesSlides/notesSlide20.xml" Id="Re3403a64c2db4b6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8e2eb06092b04517" /><Relationship Type="http://schemas.openxmlformats.org/officeDocument/2006/relationships/image" Target="/ppt/media/image51.png" Id="Rf7115b9b97d846bc" /><Relationship Type="http://schemas.openxmlformats.org/officeDocument/2006/relationships/image" Target="/ppt/media/image52.png" Id="Re830fc29f50c4297" /><Relationship Type="http://schemas.openxmlformats.org/officeDocument/2006/relationships/notesSlide" Target="/ppt/notesSlides/notesSlide21.xml" Id="R7159b878f4c4412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f481e53ef53d49b5" /><Relationship Type="http://schemas.openxmlformats.org/officeDocument/2006/relationships/image" Target="/ppt/media/image53.png" Id="R011a4acb29c84c94" /><Relationship Type="http://schemas.openxmlformats.org/officeDocument/2006/relationships/image" Target="/ppt/media/image54.png" Id="R00a2ab4649b5486d" /><Relationship Type="http://schemas.openxmlformats.org/officeDocument/2006/relationships/image" Target="/ppt/media/image55.png" Id="Rec352e87cf2d465e" /><Relationship Type="http://schemas.openxmlformats.org/officeDocument/2006/relationships/image" Target="/ppt/media/image56.png" Id="R759171cbb95149fa" /><Relationship Type="http://schemas.openxmlformats.org/officeDocument/2006/relationships/image" Target="/ppt/media/image57.png" Id="R2d72477b0ca04b4a" /><Relationship Type="http://schemas.openxmlformats.org/officeDocument/2006/relationships/notesSlide" Target="/ppt/notesSlides/notesSlide22.xml" Id="R8ab3c74bc84f489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954ef7c28e52447e" /><Relationship Type="http://schemas.openxmlformats.org/officeDocument/2006/relationships/image" Target="/ppt/media/image11.png" Id="R0683a0d9e78e45c2" /><Relationship Type="http://schemas.openxmlformats.org/officeDocument/2006/relationships/image" Target="/ppt/media/image12.png" Id="R6671a2c273eb4e40" /><Relationship Type="http://schemas.openxmlformats.org/officeDocument/2006/relationships/notesSlide" Target="/ppt/notesSlides/notesSlide23.xml" Id="Ra030339c7ffc473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d547659e2c0c4ec0" /><Relationship Type="http://schemas.openxmlformats.org/officeDocument/2006/relationships/image" Target="/ppt/media/image20.png" Id="R43c40f86f9fc49bf" /><Relationship Type="http://schemas.openxmlformats.org/officeDocument/2006/relationships/image" Target="/ppt/media/image21.png" Id="R3d0573714f5f44fa" /><Relationship Type="http://schemas.openxmlformats.org/officeDocument/2006/relationships/notesSlide" Target="/ppt/notesSlides/notesSlide24.xml" Id="R86596b40f74e4e5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d8721142ac6a408d" /><Relationship Type="http://schemas.openxmlformats.org/officeDocument/2006/relationships/image" Target="/ppt/media/image22.png" Id="Ra13aaa0e45dc43fb" /><Relationship Type="http://schemas.openxmlformats.org/officeDocument/2006/relationships/image" Target="/ppt/media/image23.png" Id="Rb9eb7dae11af4483" /><Relationship Type="http://schemas.openxmlformats.org/officeDocument/2006/relationships/notesSlide" Target="/ppt/notesSlides/notesSlide25.xml" Id="Rfdf216b3f06042c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70a5c79b1be946f1" /><Relationship Type="http://schemas.openxmlformats.org/officeDocument/2006/relationships/image" Target="/ppt/media/image24.png" Id="Rfcb13cd8d36f49b5" /><Relationship Type="http://schemas.openxmlformats.org/officeDocument/2006/relationships/image" Target="/ppt/media/image25.png" Id="Rcec26d43fd984a0e" /><Relationship Type="http://schemas.openxmlformats.org/officeDocument/2006/relationships/notesSlide" Target="/ppt/notesSlides/notesSlide26.xml" Id="R18334e3ce26f408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c0a0f726467c42b9" /><Relationship Type="http://schemas.openxmlformats.org/officeDocument/2006/relationships/image" Target="/ppt/media/image13.png" Id="R2a639709f5164891" /><Relationship Type="http://schemas.openxmlformats.org/officeDocument/2006/relationships/image" Target="/ppt/media/image14.png" Id="R50217f642eb343b1" /><Relationship Type="http://schemas.openxmlformats.org/officeDocument/2006/relationships/notesSlide" Target="/ppt/notesSlides/notesSlide27.xml" Id="Rba4392a46dc9457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b49fa15bc4ac46bc" /><Relationship Type="http://schemas.openxmlformats.org/officeDocument/2006/relationships/image" Target="/ppt/media/image58.png" Id="R8a8a9a6afce5478e" /><Relationship Type="http://schemas.openxmlformats.org/officeDocument/2006/relationships/image" Target="/ppt/media/image59.png" Id="R59f99813af3f4d14" /><Relationship Type="http://schemas.openxmlformats.org/officeDocument/2006/relationships/notesSlide" Target="/ppt/notesSlides/notesSlide28.xml" Id="R21b00132a4c8483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e52dde5e5f0d4b34" /><Relationship Type="http://schemas.openxmlformats.org/officeDocument/2006/relationships/image" Target="/ppt/media/image60.png" Id="R7d8e1ca02a974146" /><Relationship Type="http://schemas.openxmlformats.org/officeDocument/2006/relationships/image" Target="/ppt/media/image61.png" Id="R259f8aef681f4470" /><Relationship Type="http://schemas.openxmlformats.org/officeDocument/2006/relationships/notesSlide" Target="/ppt/notesSlides/notesSlide29.xml" Id="R620d2995f934498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3e9122711ef04282" /><Relationship Type="http://schemas.openxmlformats.org/officeDocument/2006/relationships/image" Target="/ppt/media/image62.png" Id="R3381baec3604458a" /><Relationship Type="http://schemas.openxmlformats.org/officeDocument/2006/relationships/image" Target="/ppt/media/image63.png" Id="R734e04dde36142fd" /><Relationship Type="http://schemas.openxmlformats.org/officeDocument/2006/relationships/notesSlide" Target="/ppt/notesSlides/notesSlide30.xml" Id="R5caf389570f9489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a326d5276d19489d" /><Relationship Type="http://schemas.openxmlformats.org/officeDocument/2006/relationships/image" Target="/ppt/media/image64.png" Id="R045a0bf8dc534465" /><Relationship Type="http://schemas.openxmlformats.org/officeDocument/2006/relationships/image" Target="/ppt/media/image65.png" Id="R8045f570be094f0f" /><Relationship Type="http://schemas.openxmlformats.org/officeDocument/2006/relationships/notesSlide" Target="/ppt/notesSlides/notesSlide31.xml" Id="R4a9afea0f3154cc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05958dcf475d4f4e" /><Relationship Type="http://schemas.openxmlformats.org/officeDocument/2006/relationships/image" Target="/ppt/media/image66.png" Id="R1b0d930fc87d49c4" /><Relationship Type="http://schemas.openxmlformats.org/officeDocument/2006/relationships/image" Target="/ppt/media/image67.png" Id="R172c1f46a3274f69" /><Relationship Type="http://schemas.openxmlformats.org/officeDocument/2006/relationships/notesSlide" Target="/ppt/notesSlides/notesSlide32.xml" Id="Rdbd4dc48c3b04117" /></Relationships>
</file>

<file path=ppt/slides/slide1.xml><?xml version="1.0" encoding="utf-8"?>
<p:sld xmlns:p="http://schemas.openxmlformats.org/presentationml/2006/main">
  <p:cSld>
    <p:bg>
      <p:bgPr>
        <a:solidFill xmlns:a="http://schemas.openxmlformats.org/drawingml/2006/main">
          <a:srgbClr val="0B5638"/>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37875F4-8D4E-4014-8368-D42FBAF3071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rotWithShape="1">
            <a:gsLst>
              <a:gs pos="0">
                <a:srgbClr val="0B5638"/>
              </a:gs>
              <a:gs pos="60000">
                <a:srgbClr val="0E4A33"/>
              </a:gs>
              <a:gs pos="100000">
                <a:srgbClr val="2E1B4E"/>
              </a:gs>
            </a:gsLst>
            <a:lin ang="4200000" scaled="0"/>
          </a:gradFill>
        </p:spPr>
      </p:sp>
      <p:pic>
        <p:nvPicPr>
          <p:cNvPr id="21" name="Image 0"/>
          <p:cNvPicPr>
            <a:picLocks xmlns:a="http://schemas.openxmlformats.org/drawingml/2006/main" noChangeAspect="1"/>
          </p:cNvPicPr>
          <p:nvPr/>
        </p:nvPicPr>
        <p:blipFill>
          <a:blip xmlns:r="http://schemas.openxmlformats.org/officeDocument/2006/relationships" xmlns:a="http://schemas.openxmlformats.org/drawingml/2006/main" r:embed="Rddbf8ed4df114481"/>
          <a:srcRect xmlns:a="http://schemas.openxmlformats.org/drawingml/2006/main" l="1921" t="0" r="1921" b="0"/>
          <a:stretch xmlns:a="http://schemas.openxmlformats.org/drawingml/2006/main"/>
        </p:blipFill>
        <p:spPr>
          <a:xfrm xmlns:a="http://schemas.openxmlformats.org/drawingml/2006/main">
            <a:off x="5715000" y="0"/>
            <a:ext cx="6477000" cy="3403600"/>
          </a:xfrm>
          <a:prstGeom xmlns:a="http://schemas.openxmlformats.org/drawingml/2006/main" prst="rect">
            <a:avLst/>
          </a:prstGeom>
        </p:spPr>
      </p:pic>
      <p:pic>
        <p:nvPicPr>
          <p:cNvPr id="22" name="Image 1"/>
          <p:cNvPicPr>
            <a:picLocks xmlns:a="http://schemas.openxmlformats.org/drawingml/2006/main" noChangeAspect="1"/>
          </p:cNvPicPr>
          <p:nvPr/>
        </p:nvPicPr>
        <p:blipFill>
          <a:blip xmlns:r="http://schemas.openxmlformats.org/officeDocument/2006/relationships" xmlns:a="http://schemas.openxmlformats.org/drawingml/2006/main" r:embed="R036ac46c6ded4677"/>
          <a:srcRect xmlns:a="http://schemas.openxmlformats.org/drawingml/2006/main" l="1921" t="0" r="1921" b="0"/>
          <a:stretch xmlns:a="http://schemas.openxmlformats.org/drawingml/2006/main"/>
        </p:blipFill>
        <p:spPr>
          <a:xfrm xmlns:a="http://schemas.openxmlformats.org/drawingml/2006/main">
            <a:off x="5715000" y="3454400"/>
            <a:ext cx="6477000" cy="3403600"/>
          </a:xfrm>
          <a:prstGeom xmlns:a="http://schemas.openxmlformats.org/drawingml/2006/main" prst="rect">
            <a:avLst/>
          </a:prstGeom>
        </p:spPr>
      </p:pic>
      <p:sp>
        <p:nvSpPr>
          <p:cNvPr id="5" name="Shape 1">
            <a:extLst xmlns:a="http://schemas.openxmlformats.org/drawingml/2006/main">
              <a:ext uri="{FF2B5EF4-FFF2-40B4-BE49-F238E27FC236}">
                <a16:creationId xmlns:a16="http://schemas.microsoft.com/office/drawing/2014/main" id="{54337128-B84B-4D81-8E4F-16E4E5A447C4}"/>
              </a:ext>
            </a:extLst>
          </p:cNvPr>
          <p:cNvSpPr>
            <a:spLocks xmlns:a="http://schemas.openxmlformats.org/drawingml/2006/main" noGrp="1"/>
          </p:cNvSpPr>
          <p:nvPr/>
        </p:nvSpPr>
        <p:spPr>
          <a:xfrm xmlns:a="http://schemas.openxmlformats.org/drawingml/2006/main">
            <a:off x="5715000" y="0"/>
            <a:ext cx="2921000" cy="6858000"/>
          </a:xfrm>
          <a:prstGeom xmlns:a="http://schemas.openxmlformats.org/drawingml/2006/main" prst="rect">
            <a:avLst/>
          </a:prstGeom>
          <a:gradFill xmlns:a="http://schemas.openxmlformats.org/drawingml/2006/main" rotWithShape="1">
            <a:gsLst>
              <a:gs pos="0">
                <a:srgbClr val="0B5638"/>
              </a:gs>
              <a:gs pos="45000">
                <a:srgbClr val="0B5638">
                  <a:alpha val="55000"/>
                </a:srgbClr>
              </a:gs>
              <a:gs pos="100000">
                <a:srgbClr val="0B5638">
                  <a:alpha val="0"/>
                </a:srgbClr>
              </a:gs>
            </a:gsLst>
            <a:lin ang="0" scaled="0"/>
          </a:gradFill>
        </p:spPr>
      </p:sp>
      <p:sp>
        <p:nvSpPr>
          <p:cNvPr id="6" name="Shape 2">
            <a:extLst xmlns:a="http://schemas.openxmlformats.org/drawingml/2006/main">
              <a:ext uri="{FF2B5EF4-FFF2-40B4-BE49-F238E27FC236}">
                <a16:creationId xmlns:a16="http://schemas.microsoft.com/office/drawing/2014/main" id="{117FE84A-7C45-4C64-856F-4193C70DBC15}"/>
              </a:ext>
            </a:extLst>
          </p:cNvPr>
          <p:cNvSpPr>
            <a:spLocks xmlns:a="http://schemas.openxmlformats.org/drawingml/2006/main" noGrp="1"/>
          </p:cNvSpPr>
          <p:nvPr/>
        </p:nvSpPr>
        <p:spPr>
          <a:xfrm xmlns:a="http://schemas.openxmlformats.org/drawingml/2006/main">
            <a:off x="5715000" y="3403600"/>
            <a:ext cx="6477000" cy="50800"/>
          </a:xfrm>
          <a:prstGeom xmlns:a="http://schemas.openxmlformats.org/drawingml/2006/main" prst="rect">
            <a:avLst/>
          </a:prstGeom>
          <a:solidFill xmlns:a="http://schemas.openxmlformats.org/drawingml/2006/main">
            <a:srgbClr val="9CCBAE"/>
          </a:solidFill>
        </p:spPr>
      </p:sp>
      <p:sp>
        <p:nvSpPr>
          <p:cNvPr id="7" name="Text 3">
            <a:extLst xmlns:a="http://schemas.openxmlformats.org/drawingml/2006/main">
              <a:ext uri="{FF2B5EF4-FFF2-40B4-BE49-F238E27FC236}">
                <a16:creationId xmlns:a16="http://schemas.microsoft.com/office/drawing/2014/main" id="{C03B688B-C868-42A7-9193-FF18E1CE7C8F}"/>
              </a:ext>
            </a:extLst>
          </p:cNvPr>
          <p:cNvSpPr>
            <a:spLocks xmlns:a="http://schemas.openxmlformats.org/drawingml/2006/main" noGrp="1"/>
          </p:cNvSpPr>
          <p:nvPr/>
        </p:nvSpPr>
        <p:spPr>
          <a:xfrm xmlns:a="http://schemas.openxmlformats.org/drawingml/2006/main">
            <a:off x="9601200" y="2844800"/>
            <a:ext cx="2336800" cy="381000"/>
          </a:xfrm>
          <a:prstGeom xmlns:a="http://schemas.openxmlformats.org/drawingml/2006/main" prst="roundRect">
            <a:avLst>
              <a:gd name="adj" fmla="val 16667"/>
            </a:avLst>
          </a:prstGeom>
          <a:solidFill xmlns:a="http://schemas.openxmlformats.org/drawingml/2006/main">
            <a:srgbClr val="0E281C">
              <a:alpha val="82000"/>
            </a:srgbClr>
          </a:solidFill>
        </p:spPr>
        <p:txBody>
          <a:bodyPr xmlns:a="http://schemas.openxmlformats.org/drawingml/2006/main" wrap="square" lIns="38100" tIns="0" rIns="0" bIns="0" anchor="ctr">
            <a:normAutofit/>
          </a:bodyPr>
          <a:lstStyle xmlns:a="http://schemas.openxmlformats.org/drawingml/2006/main"/>
          <a:p xmlns:a="http://schemas.openxmlformats.org/drawingml/2006/main">
            <a:pPr marL="0" indent="0" algn="ctr">
              <a:lnSpc>
                <a:spcPts val="1680"/>
              </a:lnSpc>
              <a:buNone/>
            </a:pPr>
            <a:r>
              <a:rPr sz="1200" b="1" spc="150">
                <a:solidFill>
                  <a:srgbClr val="F1F6F2"/>
                </a:solidFill>
                <a:latin typeface="IBM Plex Sans"/>
                <a:ea typeface="IBM Plex Sans"/>
                <a:cs typeface="IBM Plex Sans"/>
              </a:rPr>
              <a:t>PLANTA RICARDONE</a:t>
            </a:r>
            <a:endParaRPr sz="1200"/>
          </a:p>
        </p:txBody>
      </p:sp>
      <p:sp>
        <p:nvSpPr>
          <p:cNvPr id="8" name="Shape 4">
            <a:extLst xmlns:a="http://schemas.openxmlformats.org/drawingml/2006/main">
              <a:ext uri="{FF2B5EF4-FFF2-40B4-BE49-F238E27FC236}">
                <a16:creationId xmlns:a16="http://schemas.microsoft.com/office/drawing/2014/main" id="{B191B639-4256-4769-99F9-E4997AA95418}"/>
              </a:ext>
            </a:extLst>
          </p:cNvPr>
          <p:cNvSpPr>
            <a:spLocks xmlns:a="http://schemas.openxmlformats.org/drawingml/2006/main" noGrp="1"/>
          </p:cNvSpPr>
          <p:nvPr/>
        </p:nvSpPr>
        <p:spPr>
          <a:xfrm xmlns:a="http://schemas.openxmlformats.org/drawingml/2006/main">
            <a:off x="9601200" y="2844800"/>
            <a:ext cx="2336800" cy="381000"/>
          </a:xfrm>
          <a:custGeom xmlns:a="http://schemas.openxmlformats.org/drawingml/2006/main">
            <a:rect l="l" t="t" r="r" b="b"/>
            <a:pathLst>
              <a:path w="2336800" h="381000">
                <a:moveTo>
                  <a:pt x="63500" y="381000"/>
                </a:moveTo>
                <a:lnTo>
                  <a:pt x="63500" y="381000"/>
                </a:lnTo>
                <a:arcTo wR="63500" hR="63500" stAng="5400000" swAng="5400000"/>
                <a:lnTo>
                  <a:pt x="0" y="63500"/>
                </a:lnTo>
                <a:arcTo wR="63500" hR="63500" stAng="10800000" swAng="5400000"/>
                <a:lnTo>
                  <a:pt x="63500" y="0"/>
                </a:lnTo>
                <a:arcTo wR="25400" hR="63500" stAng="16200000" swAng="-5400000"/>
                <a:lnTo>
                  <a:pt x="38100" y="317500"/>
                </a:lnTo>
                <a:arcTo wR="25400" hR="63500" stAng="10800000" swAng="-5400000"/>
                <a:close/>
              </a:path>
            </a:pathLst>
          </a:custGeom>
          <a:solidFill xmlns:a="http://schemas.openxmlformats.org/drawingml/2006/main">
            <a:srgbClr val="9CCBAE"/>
          </a:solidFill>
        </p:spPr>
      </p:sp>
      <p:sp>
        <p:nvSpPr>
          <p:cNvPr id="9" name="Text 5">
            <a:extLst xmlns:a="http://schemas.openxmlformats.org/drawingml/2006/main">
              <a:ext uri="{FF2B5EF4-FFF2-40B4-BE49-F238E27FC236}">
                <a16:creationId xmlns:a16="http://schemas.microsoft.com/office/drawing/2014/main" id="{327DA85A-44F8-4473-B3A7-1C43D026EB6B}"/>
              </a:ext>
            </a:extLst>
          </p:cNvPr>
          <p:cNvSpPr>
            <a:spLocks xmlns:a="http://schemas.openxmlformats.org/drawingml/2006/main" noGrp="1"/>
          </p:cNvSpPr>
          <p:nvPr/>
        </p:nvSpPr>
        <p:spPr>
          <a:xfrm xmlns:a="http://schemas.openxmlformats.org/drawingml/2006/main">
            <a:off x="9601200" y="6299200"/>
            <a:ext cx="2336800" cy="381000"/>
          </a:xfrm>
          <a:prstGeom xmlns:a="http://schemas.openxmlformats.org/drawingml/2006/main" prst="roundRect">
            <a:avLst>
              <a:gd name="adj" fmla="val 16667"/>
            </a:avLst>
          </a:prstGeom>
          <a:solidFill xmlns:a="http://schemas.openxmlformats.org/drawingml/2006/main">
            <a:srgbClr val="1E1234">
              <a:alpha val="82000"/>
            </a:srgbClr>
          </a:solidFill>
        </p:spPr>
        <p:txBody>
          <a:bodyPr xmlns:a="http://schemas.openxmlformats.org/drawingml/2006/main" wrap="square" lIns="38100" tIns="0" rIns="0" bIns="0" anchor="ctr">
            <a:normAutofit/>
          </a:bodyPr>
          <a:lstStyle xmlns:a="http://schemas.openxmlformats.org/drawingml/2006/main"/>
          <a:p xmlns:a="http://schemas.openxmlformats.org/drawingml/2006/main">
            <a:pPr marL="0" indent="0" algn="ctr">
              <a:lnSpc>
                <a:spcPts val="1680"/>
              </a:lnSpc>
              <a:buNone/>
            </a:pPr>
            <a:r>
              <a:rPr sz="1200" b="1" spc="150">
                <a:solidFill>
                  <a:srgbClr val="F1F6F2"/>
                </a:solidFill>
                <a:latin typeface="IBM Plex Sans"/>
                <a:ea typeface="IBM Plex Sans"/>
                <a:cs typeface="IBM Plex Sans"/>
              </a:rPr>
              <a:t>PUERTO SAN LORENZO</a:t>
            </a:r>
            <a:endParaRPr sz="1200"/>
          </a:p>
        </p:txBody>
      </p:sp>
      <p:sp>
        <p:nvSpPr>
          <p:cNvPr id="10" name="Shape 6">
            <a:extLst xmlns:a="http://schemas.openxmlformats.org/drawingml/2006/main">
              <a:ext uri="{FF2B5EF4-FFF2-40B4-BE49-F238E27FC236}">
                <a16:creationId xmlns:a16="http://schemas.microsoft.com/office/drawing/2014/main" id="{360E858E-489D-4385-A931-2977FB935996}"/>
              </a:ext>
            </a:extLst>
          </p:cNvPr>
          <p:cNvSpPr>
            <a:spLocks xmlns:a="http://schemas.openxmlformats.org/drawingml/2006/main" noGrp="1"/>
          </p:cNvSpPr>
          <p:nvPr/>
        </p:nvSpPr>
        <p:spPr>
          <a:xfrm xmlns:a="http://schemas.openxmlformats.org/drawingml/2006/main">
            <a:off x="9601200" y="6299200"/>
            <a:ext cx="2336800" cy="381000"/>
          </a:xfrm>
          <a:custGeom xmlns:a="http://schemas.openxmlformats.org/drawingml/2006/main">
            <a:rect l="l" t="t" r="r" b="b"/>
            <a:pathLst>
              <a:path w="2336800" h="381000">
                <a:moveTo>
                  <a:pt x="63500" y="381000"/>
                </a:moveTo>
                <a:lnTo>
                  <a:pt x="63500" y="381000"/>
                </a:lnTo>
                <a:arcTo wR="63500" hR="63500" stAng="5400000" swAng="5400000"/>
                <a:lnTo>
                  <a:pt x="0" y="63500"/>
                </a:lnTo>
                <a:arcTo wR="63500" hR="63500" stAng="10800000" swAng="5400000"/>
                <a:lnTo>
                  <a:pt x="63500" y="0"/>
                </a:lnTo>
                <a:arcTo wR="25400" hR="63500" stAng="16200000" swAng="-5400000"/>
                <a:lnTo>
                  <a:pt x="38100" y="317500"/>
                </a:lnTo>
                <a:arcTo wR="25400" hR="63500" stAng="10800000" swAng="-5400000"/>
                <a:close/>
              </a:path>
            </a:pathLst>
          </a:custGeom>
          <a:solidFill xmlns:a="http://schemas.openxmlformats.org/drawingml/2006/main">
            <a:srgbClr val="B9A8E0"/>
          </a:solidFill>
        </p:spPr>
      </p:sp>
      <p:pic>
        <p:nvPicPr>
          <p:cNvPr id="29" name="Image 2"/>
          <p:cNvPicPr>
            <a:picLocks xmlns:a="http://schemas.openxmlformats.org/drawingml/2006/main" noChangeAspect="1"/>
          </p:cNvPicPr>
          <p:nvPr/>
        </p:nvPicPr>
        <p:blipFill>
          <a:blip xmlns:r="http://schemas.openxmlformats.org/officeDocument/2006/relationships" xmlns:a="http://schemas.openxmlformats.org/drawingml/2006/main" r:embed="R081e84af2b074aac"/>
          <a:srcRect xmlns:a="http://schemas.openxmlformats.org/drawingml/2006/main" l="-167" t="0" r="-167" b="0"/>
          <a:stretch xmlns:a="http://schemas.openxmlformats.org/drawingml/2006/main"/>
        </p:blipFill>
        <p:spPr>
          <a:xfrm xmlns:a="http://schemas.openxmlformats.org/drawingml/2006/main">
            <a:off x="812800" y="609600"/>
            <a:ext cx="1524000" cy="812800"/>
          </a:xfrm>
          <a:prstGeom xmlns:a="http://schemas.openxmlformats.org/drawingml/2006/main" prst="rect">
            <a:avLst/>
          </a:prstGeom>
        </p:spPr>
      </p:pic>
      <p:sp>
        <p:nvSpPr>
          <p:cNvPr id="12" name="Text 7">
            <a:extLst xmlns:a="http://schemas.openxmlformats.org/drawingml/2006/main">
              <a:ext uri="{FF2B5EF4-FFF2-40B4-BE49-F238E27FC236}">
                <a16:creationId xmlns:a16="http://schemas.microsoft.com/office/drawing/2014/main" id="{60775B3E-8C73-4D9C-B095-B813006A0175}"/>
              </a:ext>
            </a:extLst>
          </p:cNvPr>
          <p:cNvSpPr>
            <a:spLocks xmlns:a="http://schemas.openxmlformats.org/drawingml/2006/main" noGrp="1"/>
          </p:cNvSpPr>
          <p:nvPr/>
        </p:nvSpPr>
        <p:spPr>
          <a:xfrm xmlns:a="http://schemas.openxmlformats.org/drawingml/2006/main">
            <a:off x="812800" y="1797348"/>
            <a:ext cx="457835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spc="150">
                <a:solidFill>
                  <a:srgbClr val="9CCBAE"/>
                </a:solidFill>
                <a:latin typeface="IBM Plex Sans"/>
                <a:ea typeface="IBM Plex Sans"/>
                <a:cs typeface="IBM Plex Sans"/>
              </a:rPr>
              <a:t>LOGÍSTICA · RICARDONE Y SAN LORENZO</a:t>
            </a:r>
            <a:endParaRPr sz="1400"/>
          </a:p>
        </p:txBody>
      </p:sp>
      <p:sp>
        <p:nvSpPr>
          <p:cNvPr id="13" name="Text 8">
            <a:extLst xmlns:a="http://schemas.openxmlformats.org/drawingml/2006/main">
              <a:ext uri="{FF2B5EF4-FFF2-40B4-BE49-F238E27FC236}">
                <a16:creationId xmlns:a16="http://schemas.microsoft.com/office/drawing/2014/main" id="{B02B0591-A9FD-4092-89D7-3610AAAB5EC3}"/>
              </a:ext>
            </a:extLst>
          </p:cNvPr>
          <p:cNvSpPr>
            <a:spLocks xmlns:a="http://schemas.openxmlformats.org/drawingml/2006/main" noGrp="1"/>
          </p:cNvSpPr>
          <p:nvPr>
            <p:ph type="title" idx="0"/>
          </p:nvPr>
        </p:nvSpPr>
        <p:spPr>
          <a:xfrm xmlns:a="http://schemas.openxmlformats.org/drawingml/2006/main">
            <a:off x="812800" y="2185888"/>
            <a:ext cx="4709160" cy="220156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5712"/>
              </a:lnSpc>
              <a:buNone/>
            </a:pPr>
            <a:r>
              <a:rPr sz="5600" b="1" i="0">
                <a:solidFill>
                  <a:srgbClr val="F1F6F2"/>
                </a:solidFill>
                <a:latin typeface="IBM Plex Sans"/>
                <a:ea typeface="IBM Plex Sans"/>
                <a:cs typeface="IBM Plex Sans"/>
              </a:rPr>
              <a:t>Comité de Logística Nodo Sur</a:t>
            </a:r>
            <a:endParaRPr sz="5600"/>
          </a:p>
        </p:txBody>
      </p:sp>
      <p:sp>
        <p:nvSpPr>
          <p:cNvPr id="14" name="Shape 9">
            <a:extLst xmlns:a="http://schemas.openxmlformats.org/drawingml/2006/main">
              <a:ext uri="{FF2B5EF4-FFF2-40B4-BE49-F238E27FC236}">
                <a16:creationId xmlns:a16="http://schemas.microsoft.com/office/drawing/2014/main" id="{05FDB89A-9B18-4F1B-8BC3-79DA28A514DF}"/>
              </a:ext>
            </a:extLst>
          </p:cNvPr>
          <p:cNvSpPr>
            <a:spLocks xmlns:a="http://schemas.openxmlformats.org/drawingml/2006/main" noGrp="1"/>
          </p:cNvSpPr>
          <p:nvPr/>
        </p:nvSpPr>
        <p:spPr>
          <a:xfrm xmlns:a="http://schemas.openxmlformats.org/drawingml/2006/main">
            <a:off x="812800" y="4501753"/>
            <a:ext cx="1016000" cy="50800"/>
          </a:xfrm>
          <a:prstGeom xmlns:a="http://schemas.openxmlformats.org/drawingml/2006/main" prst="roundRect">
            <a:avLst>
              <a:gd name="adj" fmla="val 50000"/>
            </a:avLst>
          </a:prstGeom>
          <a:solidFill xmlns:a="http://schemas.openxmlformats.org/drawingml/2006/main">
            <a:srgbClr val="9CCBAE"/>
          </a:solidFill>
        </p:spPr>
      </p:sp>
      <p:sp>
        <p:nvSpPr>
          <p:cNvPr id="15" name="Text 10">
            <a:extLst xmlns:a="http://schemas.openxmlformats.org/drawingml/2006/main">
              <a:ext uri="{FF2B5EF4-FFF2-40B4-BE49-F238E27FC236}">
                <a16:creationId xmlns:a16="http://schemas.microsoft.com/office/drawing/2014/main" id="{7415B6A6-A8FC-4DF5-823E-1BEDBBF26CAA}"/>
              </a:ext>
            </a:extLst>
          </p:cNvPr>
          <p:cNvSpPr>
            <a:spLocks xmlns:a="http://schemas.openxmlformats.org/drawingml/2006/main" noGrp="1"/>
          </p:cNvSpPr>
          <p:nvPr/>
        </p:nvSpPr>
        <p:spPr>
          <a:xfrm xmlns:a="http://schemas.openxmlformats.org/drawingml/2006/main">
            <a:off x="812800" y="4692253"/>
            <a:ext cx="457835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600"/>
              </a:lnSpc>
              <a:buNone/>
            </a:pPr>
            <a:r>
              <a:rPr sz="2000">
                <a:solidFill>
                  <a:srgbClr val="D6E4DA"/>
                </a:solidFill>
                <a:latin typeface="IBM Plex Sans"/>
                <a:ea typeface="IBM Plex Sans"/>
                <a:cs typeface="IBM Plex Sans"/>
              </a:rPr>
              <a:t>Semana del 24 al 30 de septiembre de 2026</a:t>
            </a:r>
            <a:endParaRPr sz="2000"/>
          </a:p>
        </p:txBody>
      </p:sp>
      <p:pic>
        <p:nvPicPr>
          <p:cNvPr id="34" name="Image 3"/>
          <p:cNvPicPr>
            <a:picLocks xmlns:a="http://schemas.openxmlformats.org/drawingml/2006/main" noChangeAspect="1"/>
          </p:cNvPicPr>
          <p:nvPr/>
        </p:nvPicPr>
        <p:blipFill>
          <a:blip xmlns:r="http://schemas.openxmlformats.org/officeDocument/2006/relationships" xmlns:a="http://schemas.openxmlformats.org/drawingml/2006/main" r:embed="R12abda9c364e4b95"/>
          <a:srcRect xmlns:a="http://schemas.openxmlformats.org/drawingml/2006/main" l="0" t="-392" r="0" b="-392"/>
          <a:stretch xmlns:a="http://schemas.openxmlformats.org/drawingml/2006/main"/>
        </p:blipFill>
        <p:spPr>
          <a:xfrm xmlns:a="http://schemas.openxmlformats.org/drawingml/2006/main">
            <a:off x="812800" y="5727700"/>
            <a:ext cx="1206500" cy="571500"/>
          </a:xfrm>
          <a:prstGeom xmlns:a="http://schemas.openxmlformats.org/drawingml/2006/main" prst="rect">
            <a:avLst/>
          </a:prstGeom>
        </p:spPr>
      </p:pic>
    </p:spTree>
    <p:extLst>
      <p:ext uri="{BB962C8B-B14F-4D97-AF65-F5344CB8AC3E}">
        <p14:creationId xmlns:p14="http://schemas.microsoft.com/office/powerpoint/2010/main" val="547506116"/>
      </p:ext>
    </p:extLst>
  </p:cSld>
</p:sld>
</file>

<file path=ppt/slides/slide2.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23B6278-F4C0-41CA-9F8A-FEA81CF72E95}"/>
              </a:ext>
            </a:extLst>
          </p:cNvPr>
          <p:cNvSpPr>
            <a:spLocks xmlns:a="http://schemas.openxmlformats.org/drawingml/2006/main" noGrp="1"/>
          </p:cNvSpPr>
          <p:nvPr/>
        </p:nvSpPr>
        <p:spPr>
          <a:xfrm xmlns:a="http://schemas.openxmlformats.org/drawingml/2006/main">
            <a:off x="812800" y="711200"/>
            <a:ext cx="877491" cy="289520"/>
          </a:xfrm>
          <a:custGeom xmlns:a="http://schemas.openxmlformats.org/drawingml/2006/main">
            <a:rect l="l" t="t" r="r" b="b"/>
            <a:pathLst>
              <a:path w="877491" h="289520">
                <a:moveTo>
                  <a:pt x="144760" y="0"/>
                </a:moveTo>
                <a:lnTo>
                  <a:pt x="732730" y="0"/>
                </a:lnTo>
                <a:arcTo wR="144760" hR="144760" stAng="16200000" swAng="5400000"/>
                <a:lnTo>
                  <a:pt x="877491"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2E1B4E"/>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PLANTA</a:t>
            </a:r>
            <a:endParaRPr sz="1200"/>
          </a:p>
        </p:txBody>
      </p:sp>
      <p:sp>
        <p:nvSpPr>
          <p:cNvPr id="3" name="Text 1">
            <a:extLst xmlns:a="http://schemas.openxmlformats.org/drawingml/2006/main">
              <a:ext uri="{FF2B5EF4-FFF2-40B4-BE49-F238E27FC236}">
                <a16:creationId xmlns:a16="http://schemas.microsoft.com/office/drawing/2014/main" id="{EC1647AD-1E39-47FD-B8F4-78D514D6F6BF}"/>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Qué entró a la planta, cuándo y cuánto tardó</a:t>
            </a:r>
            <a:endParaRPr sz="3200"/>
          </a:p>
        </p:txBody>
      </p:sp>
      <p:sp>
        <p:nvSpPr>
          <p:cNvPr id="4" name="Shape 2">
            <a:extLst xmlns:a="http://schemas.openxmlformats.org/drawingml/2006/main">
              <a:ext uri="{FF2B5EF4-FFF2-40B4-BE49-F238E27FC236}">
                <a16:creationId xmlns:a16="http://schemas.microsoft.com/office/drawing/2014/main" id="{32C9DD3B-9A27-4233-807F-2D3C6DE61A8B}"/>
              </a:ext>
            </a:extLst>
          </p:cNvPr>
          <p:cNvSpPr>
            <a:spLocks xmlns:a="http://schemas.openxmlformats.org/drawingml/2006/main" noGrp="1"/>
          </p:cNvSpPr>
          <p:nvPr/>
        </p:nvSpPr>
        <p:spPr>
          <a:xfrm xmlns:a="http://schemas.openxmlformats.org/drawingml/2006/main">
            <a:off x="815975" y="1730276"/>
            <a:ext cx="2520950" cy="2397522"/>
          </a:xfrm>
          <a:prstGeom xmlns:a="http://schemas.openxmlformats.org/drawingml/2006/main" prst="roundRect">
            <a:avLst>
              <a:gd name="adj" fmla="val 4105"/>
            </a:avLst>
          </a:prstGeom>
          <a:solidFill xmlns:a="http://schemas.openxmlformats.org/drawingml/2006/main">
            <a:srgbClr val="FCFDFB"/>
          </a:solidFill>
          <a:ln xmlns:a="http://schemas.openxmlformats.org/drawingml/2006/main" w="6350">
            <a:solidFill>
              <a:srgbClr val="D3E2D7"/>
            </a:solidFill>
            <a:prstDash val="solid"/>
          </a:ln>
        </p:spPr>
      </p:sp>
      <p:sp>
        <p:nvSpPr>
          <p:cNvPr id="5" name="Text 3">
            <a:extLst xmlns:a="http://schemas.openxmlformats.org/drawingml/2006/main">
              <a:ext uri="{FF2B5EF4-FFF2-40B4-BE49-F238E27FC236}">
                <a16:creationId xmlns:a16="http://schemas.microsoft.com/office/drawing/2014/main" id="{D5DB816F-6934-4E2E-8236-62F4930CB90F}"/>
              </a:ext>
            </a:extLst>
          </p:cNvPr>
          <p:cNvSpPr>
            <a:spLocks xmlns:a="http://schemas.openxmlformats.org/drawingml/2006/main" noGrp="1"/>
          </p:cNvSpPr>
          <p:nvPr/>
        </p:nvSpPr>
        <p:spPr>
          <a:xfrm xmlns:a="http://schemas.openxmlformats.org/drawingml/2006/main">
            <a:off x="984250" y="1873151"/>
            <a:ext cx="224993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50">
                <a:solidFill>
                  <a:srgbClr val="0B5638"/>
                </a:solidFill>
                <a:latin typeface="IBM Plex Sans"/>
                <a:ea typeface="IBM Plex Sans"/>
                <a:cs typeface="IBM Plex Sans"/>
              </a:rPr>
              <a:t>SOJA · R7</a:t>
            </a:r>
            <a:endParaRPr sz="1200"/>
          </a:p>
        </p:txBody>
      </p:sp>
      <p:sp>
        <p:nvSpPr>
          <p:cNvPr id="6" name="Text 4">
            <a:extLst xmlns:a="http://schemas.openxmlformats.org/drawingml/2006/main">
              <a:ext uri="{FF2B5EF4-FFF2-40B4-BE49-F238E27FC236}">
                <a16:creationId xmlns:a16="http://schemas.microsoft.com/office/drawing/2014/main" id="{8798B0B7-2D27-457C-904C-99B79AEB30E4}"/>
              </a:ext>
            </a:extLst>
          </p:cNvPr>
          <p:cNvSpPr>
            <a:spLocks xmlns:a="http://schemas.openxmlformats.org/drawingml/2006/main" noGrp="1"/>
          </p:cNvSpPr>
          <p:nvPr/>
        </p:nvSpPr>
        <p:spPr>
          <a:xfrm xmlns:a="http://schemas.openxmlformats.org/drawingml/2006/main">
            <a:off x="984250" y="2149971"/>
            <a:ext cx="749300" cy="425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150"/>
              </a:lnSpc>
              <a:buNone/>
            </a:pPr>
            <a:r>
              <a:rPr sz="3000" b="1">
                <a:solidFill>
                  <a:srgbClr val="0B5638"/>
                </a:solidFill>
                <a:latin typeface="IBM Plex Sans"/>
                <a:ea typeface="IBM Plex Sans"/>
                <a:cs typeface="IBM Plex Sans"/>
              </a:rPr>
              <a:t>770</a:t>
            </a:r>
            <a:endParaRPr sz="3000"/>
          </a:p>
        </p:txBody>
      </p:sp>
      <p:sp>
        <p:nvSpPr>
          <p:cNvPr id="7" name="Text 5">
            <a:extLst xmlns:a="http://schemas.openxmlformats.org/drawingml/2006/main">
              <a:ext uri="{FF2B5EF4-FFF2-40B4-BE49-F238E27FC236}">
                <a16:creationId xmlns:a16="http://schemas.microsoft.com/office/drawing/2014/main" id="{14091EF8-35B7-483D-AA94-17CC4117D5BA}"/>
              </a:ext>
            </a:extLst>
          </p:cNvPr>
          <p:cNvSpPr>
            <a:spLocks xmlns:a="http://schemas.openxmlformats.org/drawingml/2006/main" noGrp="1"/>
          </p:cNvSpPr>
          <p:nvPr/>
        </p:nvSpPr>
        <p:spPr>
          <a:xfrm xmlns:a="http://schemas.openxmlformats.org/drawingml/2006/main">
            <a:off x="1733550" y="2334121"/>
            <a:ext cx="100643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operaciones</a:t>
            </a:r>
            <a:endParaRPr sz="1200"/>
          </a:p>
        </p:txBody>
      </p:sp>
      <p:sp>
        <p:nvSpPr>
          <p:cNvPr id="8" name="Text 6">
            <a:extLst xmlns:a="http://schemas.openxmlformats.org/drawingml/2006/main">
              <a:ext uri="{FF2B5EF4-FFF2-40B4-BE49-F238E27FC236}">
                <a16:creationId xmlns:a16="http://schemas.microsoft.com/office/drawing/2014/main" id="{B2DB0AD6-DFBC-4CDB-A5FD-4BA3E83FCBD5}"/>
              </a:ext>
            </a:extLst>
          </p:cNvPr>
          <p:cNvSpPr>
            <a:spLocks xmlns:a="http://schemas.openxmlformats.org/drawingml/2006/main" noGrp="1"/>
          </p:cNvSpPr>
          <p:nvPr/>
        </p:nvSpPr>
        <p:spPr>
          <a:xfrm xmlns:a="http://schemas.openxmlformats.org/drawingml/2006/main">
            <a:off x="984250" y="2613521"/>
            <a:ext cx="224993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4281E"/>
                </a:solidFill>
                <a:latin typeface="IBM Plex Sans"/>
                <a:ea typeface="IBM Plex Sans"/>
                <a:cs typeface="IBM Plex Sans"/>
              </a:rPr>
              <a:t>265 min</a:t>
            </a:r>
            <a:r>
              <a:rPr sz="1200">
                <a:solidFill>
                  <a:srgbClr val="14281E"/>
                </a:solidFill>
                <a:latin typeface="IBM Plex Sans"/>
                <a:ea typeface="IBM Plex Sans"/>
                <a:cs typeface="IBM Plex Sans"/>
              </a:rPr>
              <a:t> puerta a puerta</a:t>
            </a:r>
            <a:endParaRPr sz="1200"/>
          </a:p>
        </p:txBody>
      </p:sp>
      <p:pic>
        <p:nvPicPr>
          <p:cNvPr id="56" name="Image 0"/>
          <p:cNvPicPr>
            <a:picLocks xmlns:a="http://schemas.openxmlformats.org/drawingml/2006/main" noChangeAspect="1"/>
          </p:cNvPicPr>
          <p:nvPr/>
        </p:nvPicPr>
        <p:blipFill>
          <a:blip xmlns:r="http://schemas.openxmlformats.org/officeDocument/2006/relationships" xmlns:a="http://schemas.openxmlformats.org/drawingml/2006/main" r:embed="Rb3177bdb1bb849b4"/>
          <a:srcRect xmlns:a="http://schemas.openxmlformats.org/drawingml/2006/main" l="0" t="0" r="0" b="0"/>
          <a:stretch xmlns:a="http://schemas.openxmlformats.org/drawingml/2006/main"/>
        </p:blipFill>
        <p:spPr>
          <a:xfrm xmlns:a="http://schemas.openxmlformats.org/drawingml/2006/main">
            <a:off x="984250" y="2890341"/>
            <a:ext cx="2171700" cy="635000"/>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35ECF3B2-05EA-4B40-9DA9-A2C470D0BBCC}"/>
              </a:ext>
            </a:extLst>
          </p:cNvPr>
          <p:cNvSpPr>
            <a:spLocks xmlns:a="http://schemas.openxmlformats.org/drawingml/2006/main" noGrp="1"/>
          </p:cNvSpPr>
          <p:nvPr/>
        </p:nvSpPr>
        <p:spPr>
          <a:xfrm xmlns:a="http://schemas.openxmlformats.org/drawingml/2006/main">
            <a:off x="984250" y="3588841"/>
            <a:ext cx="2249932" cy="223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60"/>
              </a:lnSpc>
              <a:buNone/>
            </a:pPr>
            <a:r>
              <a:rPr sz="1200">
                <a:solidFill>
                  <a:srgbClr val="4A5D52"/>
                </a:solidFill>
                <a:latin typeface="IBM Plex Sans"/>
                <a:ea typeface="IBM Plex Sans"/>
                <a:cs typeface="IBM Plex Sans"/>
              </a:rPr>
              <a:t>Lun 28: el día más cargado.</a:t>
            </a:r>
            <a:endParaRPr sz="1200"/>
          </a:p>
        </p:txBody>
      </p:sp>
      <p:sp>
        <p:nvSpPr>
          <p:cNvPr id="11" name="Shape 8">
            <a:extLst xmlns:a="http://schemas.openxmlformats.org/drawingml/2006/main">
              <a:ext uri="{FF2B5EF4-FFF2-40B4-BE49-F238E27FC236}">
                <a16:creationId xmlns:a16="http://schemas.microsoft.com/office/drawing/2014/main" id="{F03BACCC-9F61-4CB3-A60B-0D10783C77FA}"/>
              </a:ext>
            </a:extLst>
          </p:cNvPr>
          <p:cNvSpPr>
            <a:spLocks xmlns:a="http://schemas.openxmlformats.org/drawingml/2006/main" noGrp="1"/>
          </p:cNvSpPr>
          <p:nvPr/>
        </p:nvSpPr>
        <p:spPr>
          <a:xfrm xmlns:a="http://schemas.openxmlformats.org/drawingml/2006/main">
            <a:off x="3495675" y="1730276"/>
            <a:ext cx="2520950" cy="2397522"/>
          </a:xfrm>
          <a:prstGeom xmlns:a="http://schemas.openxmlformats.org/drawingml/2006/main" prst="roundRect">
            <a:avLst>
              <a:gd name="adj" fmla="val 4105"/>
            </a:avLst>
          </a:prstGeom>
          <a:solidFill xmlns:a="http://schemas.openxmlformats.org/drawingml/2006/main">
            <a:srgbClr val="FCFDFB"/>
          </a:solidFill>
          <a:ln xmlns:a="http://schemas.openxmlformats.org/drawingml/2006/main" w="6350">
            <a:solidFill>
              <a:srgbClr val="D3E2D7"/>
            </a:solidFill>
            <a:prstDash val="solid"/>
          </a:ln>
        </p:spPr>
      </p:sp>
      <p:sp>
        <p:nvSpPr>
          <p:cNvPr id="12" name="Text 9">
            <a:extLst xmlns:a="http://schemas.openxmlformats.org/drawingml/2006/main">
              <a:ext uri="{FF2B5EF4-FFF2-40B4-BE49-F238E27FC236}">
                <a16:creationId xmlns:a16="http://schemas.microsoft.com/office/drawing/2014/main" id="{7DF93B87-DA27-4F7F-92B8-CCB9FFB4BBF5}"/>
              </a:ext>
            </a:extLst>
          </p:cNvPr>
          <p:cNvSpPr>
            <a:spLocks xmlns:a="http://schemas.openxmlformats.org/drawingml/2006/main" noGrp="1"/>
          </p:cNvSpPr>
          <p:nvPr/>
        </p:nvSpPr>
        <p:spPr>
          <a:xfrm xmlns:a="http://schemas.openxmlformats.org/drawingml/2006/main">
            <a:off x="3663950" y="1873151"/>
            <a:ext cx="224993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50">
                <a:solidFill>
                  <a:srgbClr val="7A5608"/>
                </a:solidFill>
                <a:latin typeface="IBM Plex Sans"/>
                <a:ea typeface="IBM Plex Sans"/>
                <a:cs typeface="IBM Plex Sans"/>
              </a:rPr>
              <a:t>GIRASOL · R5+R6</a:t>
            </a:r>
            <a:endParaRPr sz="1200"/>
          </a:p>
        </p:txBody>
      </p:sp>
      <p:sp>
        <p:nvSpPr>
          <p:cNvPr id="13" name="Text 10">
            <a:extLst xmlns:a="http://schemas.openxmlformats.org/drawingml/2006/main">
              <a:ext uri="{FF2B5EF4-FFF2-40B4-BE49-F238E27FC236}">
                <a16:creationId xmlns:a16="http://schemas.microsoft.com/office/drawing/2014/main" id="{85D81814-BDA1-4927-BE0B-ADDB599B731E}"/>
              </a:ext>
            </a:extLst>
          </p:cNvPr>
          <p:cNvSpPr>
            <a:spLocks xmlns:a="http://schemas.openxmlformats.org/drawingml/2006/main" noGrp="1"/>
          </p:cNvSpPr>
          <p:nvPr/>
        </p:nvSpPr>
        <p:spPr>
          <a:xfrm xmlns:a="http://schemas.openxmlformats.org/drawingml/2006/main">
            <a:off x="3663950" y="2149971"/>
            <a:ext cx="749300" cy="425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150"/>
              </a:lnSpc>
              <a:buNone/>
            </a:pPr>
            <a:r>
              <a:rPr sz="3000" b="1">
                <a:solidFill>
                  <a:srgbClr val="7A5608"/>
                </a:solidFill>
                <a:latin typeface="IBM Plex Sans"/>
                <a:ea typeface="IBM Plex Sans"/>
                <a:cs typeface="IBM Plex Sans"/>
              </a:rPr>
              <a:t>208</a:t>
            </a:r>
            <a:endParaRPr sz="3000"/>
          </a:p>
        </p:txBody>
      </p:sp>
      <p:sp>
        <p:nvSpPr>
          <p:cNvPr id="14" name="Text 11">
            <a:extLst xmlns:a="http://schemas.openxmlformats.org/drawingml/2006/main">
              <a:ext uri="{FF2B5EF4-FFF2-40B4-BE49-F238E27FC236}">
                <a16:creationId xmlns:a16="http://schemas.microsoft.com/office/drawing/2014/main" id="{E4E307A5-DA27-4D0B-9347-80795E33DAB6}"/>
              </a:ext>
            </a:extLst>
          </p:cNvPr>
          <p:cNvSpPr>
            <a:spLocks xmlns:a="http://schemas.openxmlformats.org/drawingml/2006/main" noGrp="1"/>
          </p:cNvSpPr>
          <p:nvPr/>
        </p:nvSpPr>
        <p:spPr>
          <a:xfrm xmlns:a="http://schemas.openxmlformats.org/drawingml/2006/main">
            <a:off x="4413250" y="2334121"/>
            <a:ext cx="100643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operaciones</a:t>
            </a:r>
            <a:endParaRPr sz="1200"/>
          </a:p>
        </p:txBody>
      </p:sp>
      <p:sp>
        <p:nvSpPr>
          <p:cNvPr id="15" name="Text 12">
            <a:extLst xmlns:a="http://schemas.openxmlformats.org/drawingml/2006/main">
              <a:ext uri="{FF2B5EF4-FFF2-40B4-BE49-F238E27FC236}">
                <a16:creationId xmlns:a16="http://schemas.microsoft.com/office/drawing/2014/main" id="{B263D7A6-E34D-46E2-AA20-31DD8740E32B}"/>
              </a:ext>
            </a:extLst>
          </p:cNvPr>
          <p:cNvSpPr>
            <a:spLocks xmlns:a="http://schemas.openxmlformats.org/drawingml/2006/main" noGrp="1"/>
          </p:cNvSpPr>
          <p:nvPr/>
        </p:nvSpPr>
        <p:spPr>
          <a:xfrm xmlns:a="http://schemas.openxmlformats.org/drawingml/2006/main">
            <a:off x="3663950" y="2613521"/>
            <a:ext cx="224993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4281E"/>
                </a:solidFill>
                <a:latin typeface="IBM Plex Sans"/>
                <a:ea typeface="IBM Plex Sans"/>
                <a:cs typeface="IBM Plex Sans"/>
              </a:rPr>
              <a:t>14 h</a:t>
            </a:r>
            <a:r>
              <a:rPr sz="1200">
                <a:solidFill>
                  <a:srgbClr val="14281E"/>
                </a:solidFill>
                <a:latin typeface="IBM Plex Sans"/>
                <a:ea typeface="IBM Plex Sans"/>
                <a:cs typeface="IBM Plex Sans"/>
              </a:rPr>
              <a:t> en planta, mediana</a:t>
            </a:r>
            <a:endParaRPr sz="1200"/>
          </a:p>
        </p:txBody>
      </p:sp>
      <p:pic>
        <p:nvPicPr>
          <p:cNvPr id="63" name="Image 1"/>
          <p:cNvPicPr>
            <a:picLocks xmlns:a="http://schemas.openxmlformats.org/drawingml/2006/main" noChangeAspect="1"/>
          </p:cNvPicPr>
          <p:nvPr/>
        </p:nvPicPr>
        <p:blipFill>
          <a:blip xmlns:r="http://schemas.openxmlformats.org/officeDocument/2006/relationships" xmlns:a="http://schemas.openxmlformats.org/drawingml/2006/main" r:embed="R5d1c602833a2431c"/>
          <a:srcRect xmlns:a="http://schemas.openxmlformats.org/drawingml/2006/main" l="0" t="0" r="0" b="0"/>
          <a:stretch xmlns:a="http://schemas.openxmlformats.org/drawingml/2006/main"/>
        </p:blipFill>
        <p:spPr>
          <a:xfrm xmlns:a="http://schemas.openxmlformats.org/drawingml/2006/main">
            <a:off x="3663950" y="2890341"/>
            <a:ext cx="2171700" cy="635000"/>
          </a:xfrm>
          <a:prstGeom xmlns:a="http://schemas.openxmlformats.org/drawingml/2006/main" prst="rect">
            <a:avLst/>
          </a:prstGeom>
        </p:spPr>
      </p:pic>
      <p:sp>
        <p:nvSpPr>
          <p:cNvPr id="17" name="Text 13">
            <a:extLst xmlns:a="http://schemas.openxmlformats.org/drawingml/2006/main">
              <a:ext uri="{FF2B5EF4-FFF2-40B4-BE49-F238E27FC236}">
                <a16:creationId xmlns:a16="http://schemas.microsoft.com/office/drawing/2014/main" id="{71C4C43F-E936-4724-94AD-4CA6D82BFC82}"/>
              </a:ext>
            </a:extLst>
          </p:cNvPr>
          <p:cNvSpPr>
            <a:spLocks xmlns:a="http://schemas.openxmlformats.org/drawingml/2006/main" noGrp="1"/>
          </p:cNvSpPr>
          <p:nvPr/>
        </p:nvSpPr>
        <p:spPr>
          <a:xfrm xmlns:a="http://schemas.openxmlformats.org/drawingml/2006/main">
            <a:off x="3663950" y="3588841"/>
            <a:ext cx="2249932" cy="4214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60"/>
              </a:lnSpc>
              <a:buNone/>
            </a:pPr>
            <a:r>
              <a:rPr sz="1200">
                <a:solidFill>
                  <a:srgbClr val="4A5D52"/>
                </a:solidFill>
                <a:latin typeface="IBM Plex Sans"/>
                <a:ea typeface="IBM Plex Sans"/>
                <a:cs typeface="IBM Plex Sans"/>
              </a:rPr>
              <a:t>Volcable 1: 118 · volcable 2: 74.</a:t>
            </a:r>
            <a:endParaRPr sz="1200"/>
          </a:p>
        </p:txBody>
      </p:sp>
      <p:sp>
        <p:nvSpPr>
          <p:cNvPr id="18" name="Shape 14">
            <a:extLst xmlns:a="http://schemas.openxmlformats.org/drawingml/2006/main">
              <a:ext uri="{FF2B5EF4-FFF2-40B4-BE49-F238E27FC236}">
                <a16:creationId xmlns:a16="http://schemas.microsoft.com/office/drawing/2014/main" id="{C647FC5F-6B95-4CB0-9496-0044A804BD2D}"/>
              </a:ext>
            </a:extLst>
          </p:cNvPr>
          <p:cNvSpPr>
            <a:spLocks xmlns:a="http://schemas.openxmlformats.org/drawingml/2006/main" noGrp="1"/>
          </p:cNvSpPr>
          <p:nvPr/>
        </p:nvSpPr>
        <p:spPr>
          <a:xfrm xmlns:a="http://schemas.openxmlformats.org/drawingml/2006/main">
            <a:off x="6175375" y="1730276"/>
            <a:ext cx="2520950" cy="2397522"/>
          </a:xfrm>
          <a:prstGeom xmlns:a="http://schemas.openxmlformats.org/drawingml/2006/main" prst="roundRect">
            <a:avLst>
              <a:gd name="adj" fmla="val 4105"/>
            </a:avLst>
          </a:prstGeom>
          <a:solidFill xmlns:a="http://schemas.openxmlformats.org/drawingml/2006/main">
            <a:srgbClr val="FCFDFB"/>
          </a:solidFill>
          <a:ln xmlns:a="http://schemas.openxmlformats.org/drawingml/2006/main" w="6350">
            <a:solidFill>
              <a:srgbClr val="D3E2D7"/>
            </a:solidFill>
            <a:prstDash val="solid"/>
          </a:ln>
        </p:spPr>
      </p:sp>
      <p:sp>
        <p:nvSpPr>
          <p:cNvPr id="19" name="Text 15">
            <a:extLst xmlns:a="http://schemas.openxmlformats.org/drawingml/2006/main">
              <a:ext uri="{FF2B5EF4-FFF2-40B4-BE49-F238E27FC236}">
                <a16:creationId xmlns:a16="http://schemas.microsoft.com/office/drawing/2014/main" id="{D96B2631-77B1-455F-9D1A-127C954F3114}"/>
              </a:ext>
            </a:extLst>
          </p:cNvPr>
          <p:cNvSpPr>
            <a:spLocks xmlns:a="http://schemas.openxmlformats.org/drawingml/2006/main" noGrp="1"/>
          </p:cNvSpPr>
          <p:nvPr/>
        </p:nvSpPr>
        <p:spPr>
          <a:xfrm xmlns:a="http://schemas.openxmlformats.org/drawingml/2006/main">
            <a:off x="6343650" y="1873151"/>
            <a:ext cx="224993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50">
                <a:solidFill>
                  <a:srgbClr val="1F4E7A"/>
                </a:solidFill>
                <a:latin typeface="IBM Plex Sans"/>
                <a:ea typeface="IBM Plex Sans"/>
                <a:cs typeface="IBM Plex Sans"/>
              </a:rPr>
              <a:t>LÍQUIDOS</a:t>
            </a:r>
            <a:endParaRPr sz="1200"/>
          </a:p>
        </p:txBody>
      </p:sp>
      <p:sp>
        <p:nvSpPr>
          <p:cNvPr id="20" name="Text 16">
            <a:extLst xmlns:a="http://schemas.openxmlformats.org/drawingml/2006/main">
              <a:ext uri="{FF2B5EF4-FFF2-40B4-BE49-F238E27FC236}">
                <a16:creationId xmlns:a16="http://schemas.microsoft.com/office/drawing/2014/main" id="{C85B8917-F33A-4F99-B304-24BEF3F01D3B}"/>
              </a:ext>
            </a:extLst>
          </p:cNvPr>
          <p:cNvSpPr>
            <a:spLocks xmlns:a="http://schemas.openxmlformats.org/drawingml/2006/main" noGrp="1"/>
          </p:cNvSpPr>
          <p:nvPr/>
        </p:nvSpPr>
        <p:spPr>
          <a:xfrm xmlns:a="http://schemas.openxmlformats.org/drawingml/2006/main">
            <a:off x="6343650" y="2149971"/>
            <a:ext cx="749300" cy="425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150"/>
              </a:lnSpc>
              <a:buNone/>
            </a:pPr>
            <a:r>
              <a:rPr sz="3000" b="1">
                <a:solidFill>
                  <a:srgbClr val="1F4E7A"/>
                </a:solidFill>
                <a:latin typeface="IBM Plex Sans"/>
                <a:ea typeface="IBM Plex Sans"/>
                <a:cs typeface="IBM Plex Sans"/>
              </a:rPr>
              <a:t>383</a:t>
            </a:r>
            <a:endParaRPr sz="3000"/>
          </a:p>
        </p:txBody>
      </p:sp>
      <p:sp>
        <p:nvSpPr>
          <p:cNvPr id="21" name="Text 17">
            <a:extLst xmlns:a="http://schemas.openxmlformats.org/drawingml/2006/main">
              <a:ext uri="{FF2B5EF4-FFF2-40B4-BE49-F238E27FC236}">
                <a16:creationId xmlns:a16="http://schemas.microsoft.com/office/drawing/2014/main" id="{EEB0A0FA-3A4B-47D7-82E2-4F01CDAF3D17}"/>
              </a:ext>
            </a:extLst>
          </p:cNvPr>
          <p:cNvSpPr>
            <a:spLocks xmlns:a="http://schemas.openxmlformats.org/drawingml/2006/main" noGrp="1"/>
          </p:cNvSpPr>
          <p:nvPr/>
        </p:nvSpPr>
        <p:spPr>
          <a:xfrm xmlns:a="http://schemas.openxmlformats.org/drawingml/2006/main">
            <a:off x="7092950" y="2334121"/>
            <a:ext cx="79081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camiones</a:t>
            </a:r>
            <a:endParaRPr sz="1200"/>
          </a:p>
        </p:txBody>
      </p:sp>
      <p:sp>
        <p:nvSpPr>
          <p:cNvPr id="22" name="Text 18">
            <a:extLst xmlns:a="http://schemas.openxmlformats.org/drawingml/2006/main">
              <a:ext uri="{FF2B5EF4-FFF2-40B4-BE49-F238E27FC236}">
                <a16:creationId xmlns:a16="http://schemas.microsoft.com/office/drawing/2014/main" id="{A495783A-432B-4BDC-9C9B-38526EC061D9}"/>
              </a:ext>
            </a:extLst>
          </p:cNvPr>
          <p:cNvSpPr>
            <a:spLocks xmlns:a="http://schemas.openxmlformats.org/drawingml/2006/main" noGrp="1"/>
          </p:cNvSpPr>
          <p:nvPr/>
        </p:nvSpPr>
        <p:spPr>
          <a:xfrm xmlns:a="http://schemas.openxmlformats.org/drawingml/2006/main">
            <a:off x="6343650" y="2613521"/>
            <a:ext cx="224993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4281E"/>
                </a:solidFill>
                <a:latin typeface="IBM Plex Sans"/>
                <a:ea typeface="IBM Plex Sans"/>
                <a:cs typeface="IBM Plex Sans"/>
              </a:rPr>
              <a:t>328 min</a:t>
            </a:r>
            <a:r>
              <a:rPr sz="1200">
                <a:solidFill>
                  <a:srgbClr val="14281E"/>
                </a:solidFill>
                <a:latin typeface="IBM Plex Sans"/>
                <a:ea typeface="IBM Plex Sans"/>
                <a:cs typeface="IBM Plex Sans"/>
              </a:rPr>
              <a:t> puerta a puerta</a:t>
            </a:r>
            <a:endParaRPr sz="1200"/>
          </a:p>
        </p:txBody>
      </p:sp>
      <p:pic>
        <p:nvPicPr>
          <p:cNvPr id="70" name="Image 2"/>
          <p:cNvPicPr>
            <a:picLocks xmlns:a="http://schemas.openxmlformats.org/drawingml/2006/main" noChangeAspect="1"/>
          </p:cNvPicPr>
          <p:nvPr/>
        </p:nvPicPr>
        <p:blipFill>
          <a:blip xmlns:r="http://schemas.openxmlformats.org/officeDocument/2006/relationships" xmlns:a="http://schemas.openxmlformats.org/drawingml/2006/main" r:embed="Rcbac324c18e54640"/>
          <a:srcRect xmlns:a="http://schemas.openxmlformats.org/drawingml/2006/main" l="0" t="0" r="0" b="0"/>
          <a:stretch xmlns:a="http://schemas.openxmlformats.org/drawingml/2006/main"/>
        </p:blipFill>
        <p:spPr>
          <a:xfrm xmlns:a="http://schemas.openxmlformats.org/drawingml/2006/main">
            <a:off x="6343650" y="2890341"/>
            <a:ext cx="2171700" cy="635000"/>
          </a:xfrm>
          <a:prstGeom xmlns:a="http://schemas.openxmlformats.org/drawingml/2006/main" prst="rect">
            <a:avLst/>
          </a:prstGeom>
        </p:spPr>
      </p:pic>
      <p:sp>
        <p:nvSpPr>
          <p:cNvPr id="24" name="Text 19">
            <a:extLst xmlns:a="http://schemas.openxmlformats.org/drawingml/2006/main">
              <a:ext uri="{FF2B5EF4-FFF2-40B4-BE49-F238E27FC236}">
                <a16:creationId xmlns:a16="http://schemas.microsoft.com/office/drawing/2014/main" id="{AD1745C5-A58E-43F5-A3EE-90D1DBAF2C69}"/>
              </a:ext>
            </a:extLst>
          </p:cNvPr>
          <p:cNvSpPr>
            <a:spLocks xmlns:a="http://schemas.openxmlformats.org/drawingml/2006/main" noGrp="1"/>
          </p:cNvSpPr>
          <p:nvPr/>
        </p:nvSpPr>
        <p:spPr>
          <a:xfrm xmlns:a="http://schemas.openxmlformats.org/drawingml/2006/main">
            <a:off x="6343650" y="3588841"/>
            <a:ext cx="2249932" cy="4214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60"/>
              </a:lnSpc>
              <a:buNone/>
            </a:pPr>
            <a:r>
              <a:rPr sz="1200">
                <a:solidFill>
                  <a:srgbClr val="4A5D52"/>
                </a:solidFill>
                <a:latin typeface="IBM Plex Sans"/>
                <a:ea typeface="IBM Plex Sans"/>
                <a:cs typeface="IBM Plex Sans"/>
              </a:rPr>
              <a:t>Aceites, borras y glicerina. Pico lunes a miércoles.</a:t>
            </a:r>
            <a:endParaRPr sz="1200"/>
          </a:p>
        </p:txBody>
      </p:sp>
      <p:sp>
        <p:nvSpPr>
          <p:cNvPr id="25" name="Shape 20">
            <a:extLst xmlns:a="http://schemas.openxmlformats.org/drawingml/2006/main">
              <a:ext uri="{FF2B5EF4-FFF2-40B4-BE49-F238E27FC236}">
                <a16:creationId xmlns:a16="http://schemas.microsoft.com/office/drawing/2014/main" id="{DC4DC630-2129-4983-ADD1-1B1486F8C5AA}"/>
              </a:ext>
            </a:extLst>
          </p:cNvPr>
          <p:cNvSpPr>
            <a:spLocks xmlns:a="http://schemas.openxmlformats.org/drawingml/2006/main" noGrp="1"/>
          </p:cNvSpPr>
          <p:nvPr/>
        </p:nvSpPr>
        <p:spPr>
          <a:xfrm xmlns:a="http://schemas.openxmlformats.org/drawingml/2006/main">
            <a:off x="8855075" y="1730276"/>
            <a:ext cx="2520950" cy="2397522"/>
          </a:xfrm>
          <a:prstGeom xmlns:a="http://schemas.openxmlformats.org/drawingml/2006/main" prst="roundRect">
            <a:avLst>
              <a:gd name="adj" fmla="val 4105"/>
            </a:avLst>
          </a:prstGeom>
          <a:solidFill xmlns:a="http://schemas.openxmlformats.org/drawingml/2006/main">
            <a:srgbClr val="FCFDFB"/>
          </a:solidFill>
          <a:ln xmlns:a="http://schemas.openxmlformats.org/drawingml/2006/main" w="6350">
            <a:solidFill>
              <a:srgbClr val="D3E2D7"/>
            </a:solidFill>
            <a:prstDash val="solid"/>
          </a:ln>
        </p:spPr>
      </p:sp>
      <p:sp>
        <p:nvSpPr>
          <p:cNvPr id="26" name="Text 21">
            <a:extLst xmlns:a="http://schemas.openxmlformats.org/drawingml/2006/main">
              <a:ext uri="{FF2B5EF4-FFF2-40B4-BE49-F238E27FC236}">
                <a16:creationId xmlns:a16="http://schemas.microsoft.com/office/drawing/2014/main" id="{028CAEA4-A681-4F08-B66B-C5AF2B8ACBE0}"/>
              </a:ext>
            </a:extLst>
          </p:cNvPr>
          <p:cNvSpPr>
            <a:spLocks xmlns:a="http://schemas.openxmlformats.org/drawingml/2006/main" noGrp="1"/>
          </p:cNvSpPr>
          <p:nvPr/>
        </p:nvSpPr>
        <p:spPr>
          <a:xfrm xmlns:a="http://schemas.openxmlformats.org/drawingml/2006/main">
            <a:off x="9023350" y="1873151"/>
            <a:ext cx="224993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50">
                <a:solidFill>
                  <a:srgbClr val="5E4428"/>
                </a:solidFill>
                <a:latin typeface="IBM Plex Sans"/>
                <a:ea typeface="IBM Plex Sans"/>
                <a:cs typeface="IBM Plex Sans"/>
              </a:rPr>
              <a:t>PELLET</a:t>
            </a:r>
            <a:endParaRPr sz="1200"/>
          </a:p>
        </p:txBody>
      </p:sp>
      <p:sp>
        <p:nvSpPr>
          <p:cNvPr id="27" name="Text 22">
            <a:extLst xmlns:a="http://schemas.openxmlformats.org/drawingml/2006/main">
              <a:ext uri="{FF2B5EF4-FFF2-40B4-BE49-F238E27FC236}">
                <a16:creationId xmlns:a16="http://schemas.microsoft.com/office/drawing/2014/main" id="{DE6801E9-DF63-491A-A3E4-A2A13C083765}"/>
              </a:ext>
            </a:extLst>
          </p:cNvPr>
          <p:cNvSpPr>
            <a:spLocks xmlns:a="http://schemas.openxmlformats.org/drawingml/2006/main" noGrp="1"/>
          </p:cNvSpPr>
          <p:nvPr/>
        </p:nvSpPr>
        <p:spPr>
          <a:xfrm xmlns:a="http://schemas.openxmlformats.org/drawingml/2006/main">
            <a:off x="9023350" y="2149971"/>
            <a:ext cx="749300" cy="425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150"/>
              </a:lnSpc>
              <a:buNone/>
            </a:pPr>
            <a:r>
              <a:rPr sz="3000" b="1">
                <a:solidFill>
                  <a:srgbClr val="5E4428"/>
                </a:solidFill>
                <a:latin typeface="IBM Plex Sans"/>
                <a:ea typeface="IBM Plex Sans"/>
                <a:cs typeface="IBM Plex Sans"/>
              </a:rPr>
              <a:t>307</a:t>
            </a:r>
            <a:endParaRPr sz="3000"/>
          </a:p>
        </p:txBody>
      </p:sp>
      <p:sp>
        <p:nvSpPr>
          <p:cNvPr id="28" name="Text 23">
            <a:extLst xmlns:a="http://schemas.openxmlformats.org/drawingml/2006/main">
              <a:ext uri="{FF2B5EF4-FFF2-40B4-BE49-F238E27FC236}">
                <a16:creationId xmlns:a16="http://schemas.microsoft.com/office/drawing/2014/main" id="{019FAB64-14FD-4F12-812C-C8F837C6314B}"/>
              </a:ext>
            </a:extLst>
          </p:cNvPr>
          <p:cNvSpPr>
            <a:spLocks xmlns:a="http://schemas.openxmlformats.org/drawingml/2006/main" noGrp="1"/>
          </p:cNvSpPr>
          <p:nvPr/>
        </p:nvSpPr>
        <p:spPr>
          <a:xfrm xmlns:a="http://schemas.openxmlformats.org/drawingml/2006/main">
            <a:off x="9772650" y="2334121"/>
            <a:ext cx="46863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viajes</a:t>
            </a:r>
            <a:endParaRPr sz="1200"/>
          </a:p>
        </p:txBody>
      </p:sp>
      <p:sp>
        <p:nvSpPr>
          <p:cNvPr id="29" name="Text 24">
            <a:extLst xmlns:a="http://schemas.openxmlformats.org/drawingml/2006/main">
              <a:ext uri="{FF2B5EF4-FFF2-40B4-BE49-F238E27FC236}">
                <a16:creationId xmlns:a16="http://schemas.microsoft.com/office/drawing/2014/main" id="{168094B3-0D9C-45E1-9859-414B724FBD1F}"/>
              </a:ext>
            </a:extLst>
          </p:cNvPr>
          <p:cNvSpPr>
            <a:spLocks xmlns:a="http://schemas.openxmlformats.org/drawingml/2006/main" noGrp="1"/>
          </p:cNvSpPr>
          <p:nvPr/>
        </p:nvSpPr>
        <p:spPr>
          <a:xfrm xmlns:a="http://schemas.openxmlformats.org/drawingml/2006/main">
            <a:off x="9023350" y="2613521"/>
            <a:ext cx="224993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4281E"/>
                </a:solidFill>
                <a:latin typeface="IBM Plex Sans"/>
                <a:ea typeface="IBM Plex Sans"/>
                <a:cs typeface="IBM Plex Sans"/>
              </a:rPr>
              <a:t>9.210 t</a:t>
            </a:r>
            <a:r>
              <a:rPr sz="1200">
                <a:solidFill>
                  <a:srgbClr val="14281E"/>
                </a:solidFill>
                <a:latin typeface="IBM Plex Sans"/>
                <a:ea typeface="IBM Plex Sans"/>
                <a:cs typeface="IBM Plex Sans"/>
              </a:rPr>
              <a:t> al puerto</a:t>
            </a:r>
            <a:endParaRPr sz="1200"/>
          </a:p>
        </p:txBody>
      </p:sp>
      <p:pic>
        <p:nvPicPr>
          <p:cNvPr id="77" name="Image 3"/>
          <p:cNvPicPr>
            <a:picLocks xmlns:a="http://schemas.openxmlformats.org/drawingml/2006/main" noChangeAspect="1"/>
          </p:cNvPicPr>
          <p:nvPr/>
        </p:nvPicPr>
        <p:blipFill>
          <a:blip xmlns:r="http://schemas.openxmlformats.org/officeDocument/2006/relationships" xmlns:a="http://schemas.openxmlformats.org/drawingml/2006/main" r:embed="R5ea135a8097b454d"/>
          <a:srcRect xmlns:a="http://schemas.openxmlformats.org/drawingml/2006/main" l="0" t="0" r="0" b="0"/>
          <a:stretch xmlns:a="http://schemas.openxmlformats.org/drawingml/2006/main"/>
        </p:blipFill>
        <p:spPr>
          <a:xfrm xmlns:a="http://schemas.openxmlformats.org/drawingml/2006/main">
            <a:off x="9023350" y="2890341"/>
            <a:ext cx="2171700" cy="635000"/>
          </a:xfrm>
          <a:prstGeom xmlns:a="http://schemas.openxmlformats.org/drawingml/2006/main" prst="rect">
            <a:avLst/>
          </a:prstGeom>
        </p:spPr>
      </p:pic>
      <p:sp>
        <p:nvSpPr>
          <p:cNvPr id="31" name="Text 25">
            <a:extLst xmlns:a="http://schemas.openxmlformats.org/drawingml/2006/main">
              <a:ext uri="{FF2B5EF4-FFF2-40B4-BE49-F238E27FC236}">
                <a16:creationId xmlns:a16="http://schemas.microsoft.com/office/drawing/2014/main" id="{89C39335-502A-4BBC-9290-678F4D48ABDF}"/>
              </a:ext>
            </a:extLst>
          </p:cNvPr>
          <p:cNvSpPr>
            <a:spLocks xmlns:a="http://schemas.openxmlformats.org/drawingml/2006/main" noGrp="1"/>
          </p:cNvSpPr>
          <p:nvPr/>
        </p:nvSpPr>
        <p:spPr>
          <a:xfrm xmlns:a="http://schemas.openxmlformats.org/drawingml/2006/main">
            <a:off x="9023350" y="3588841"/>
            <a:ext cx="2249932" cy="4214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60"/>
              </a:lnSpc>
              <a:buNone/>
            </a:pPr>
            <a:r>
              <a:rPr sz="1200">
                <a:solidFill>
                  <a:srgbClr val="4A5D52"/>
                </a:solidFill>
                <a:latin typeface="IBM Plex Sans"/>
                <a:ea typeface="IBM Plex Sans"/>
                <a:cs typeface="IBM Plex Sans"/>
              </a:rPr>
              <a:t>Operativo de transile, jueves a sábado y miércoles.</a:t>
            </a:r>
            <a:endParaRPr sz="1200"/>
          </a:p>
        </p:txBody>
      </p:sp>
      <p:sp>
        <p:nvSpPr>
          <p:cNvPr id="32" name="Shape 26">
            <a:extLst xmlns:a="http://schemas.openxmlformats.org/drawingml/2006/main">
              <a:ext uri="{FF2B5EF4-FFF2-40B4-BE49-F238E27FC236}">
                <a16:creationId xmlns:a16="http://schemas.microsoft.com/office/drawing/2014/main" id="{D3BEB60C-D28F-4F5E-B525-54609F6071C8}"/>
              </a:ext>
            </a:extLst>
          </p:cNvPr>
          <p:cNvSpPr>
            <a:spLocks xmlns:a="http://schemas.openxmlformats.org/drawingml/2006/main" noGrp="1"/>
          </p:cNvSpPr>
          <p:nvPr/>
        </p:nvSpPr>
        <p:spPr>
          <a:xfrm xmlns:a="http://schemas.openxmlformats.org/drawingml/2006/main">
            <a:off x="838200" y="4308773"/>
            <a:ext cx="0" cy="703461"/>
          </a:xfrm>
          <a:prstGeom xmlns:a="http://schemas.openxmlformats.org/drawingml/2006/main" prst="line">
            <a:avLst/>
          </a:prstGeom>
          <a:noFill xmlns:a="http://schemas.openxmlformats.org/drawingml/2006/main"/>
          <a:ln xmlns:a="http://schemas.openxmlformats.org/drawingml/2006/main" w="50800">
            <a:solidFill>
              <a:srgbClr val="9AA8A0"/>
            </a:solidFill>
            <a:prstDash val="solid"/>
          </a:ln>
        </p:spPr>
      </p:sp>
      <p:sp>
        <p:nvSpPr>
          <p:cNvPr id="33" name="Text 27">
            <a:extLst xmlns:a="http://schemas.openxmlformats.org/drawingml/2006/main">
              <a:ext uri="{FF2B5EF4-FFF2-40B4-BE49-F238E27FC236}">
                <a16:creationId xmlns:a16="http://schemas.microsoft.com/office/drawing/2014/main" id="{D5A85470-689E-41EF-8992-01EDE50F7C5F}"/>
              </a:ext>
            </a:extLst>
          </p:cNvPr>
          <p:cNvSpPr>
            <a:spLocks xmlns:a="http://schemas.openxmlformats.org/drawingml/2006/main" noGrp="1"/>
          </p:cNvSpPr>
          <p:nvPr/>
        </p:nvSpPr>
        <p:spPr>
          <a:xfrm xmlns:a="http://schemas.openxmlformats.org/drawingml/2006/main">
            <a:off x="977900" y="4334173"/>
            <a:ext cx="331818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4281E"/>
                </a:solidFill>
                <a:latin typeface="IBM Plex Sans"/>
                <a:ea typeface="IBM Plex Sans"/>
                <a:cs typeface="IBM Plex Sans"/>
              </a:rPr>
              <a:t>Calada sólida Ricardone</a:t>
            </a:r>
            <a:endParaRPr sz="1200"/>
          </a:p>
        </p:txBody>
      </p:sp>
      <p:sp>
        <p:nvSpPr>
          <p:cNvPr id="34" name="Text 28">
            <a:extLst xmlns:a="http://schemas.openxmlformats.org/drawingml/2006/main">
              <a:ext uri="{FF2B5EF4-FFF2-40B4-BE49-F238E27FC236}">
                <a16:creationId xmlns:a16="http://schemas.microsoft.com/office/drawing/2014/main" id="{CB8ABCDF-7B2F-43BE-B408-CAA08F3CBC21}"/>
              </a:ext>
            </a:extLst>
          </p:cNvPr>
          <p:cNvSpPr>
            <a:spLocks xmlns:a="http://schemas.openxmlformats.org/drawingml/2006/main" noGrp="1"/>
          </p:cNvSpPr>
          <p:nvPr/>
        </p:nvSpPr>
        <p:spPr>
          <a:xfrm xmlns:a="http://schemas.openxmlformats.org/drawingml/2006/main">
            <a:off x="977900" y="4560193"/>
            <a:ext cx="331818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1.455 recorridos de cámara · activa el 87 % de las horas</a:t>
            </a:r>
            <a:endParaRPr sz="1200"/>
          </a:p>
        </p:txBody>
      </p:sp>
      <p:sp>
        <p:nvSpPr>
          <p:cNvPr id="35" name="Shape 29">
            <a:extLst xmlns:a="http://schemas.openxmlformats.org/drawingml/2006/main">
              <a:ext uri="{FF2B5EF4-FFF2-40B4-BE49-F238E27FC236}">
                <a16:creationId xmlns:a16="http://schemas.microsoft.com/office/drawing/2014/main" id="{65319B3E-1AA7-4D8D-A764-FB29B2050A06}"/>
              </a:ext>
            </a:extLst>
          </p:cNvPr>
          <p:cNvSpPr>
            <a:spLocks xmlns:a="http://schemas.openxmlformats.org/drawingml/2006/main" noGrp="1"/>
          </p:cNvSpPr>
          <p:nvPr/>
        </p:nvSpPr>
        <p:spPr>
          <a:xfrm xmlns:a="http://schemas.openxmlformats.org/drawingml/2006/main">
            <a:off x="4428034" y="4308773"/>
            <a:ext cx="0" cy="703461"/>
          </a:xfrm>
          <a:prstGeom xmlns:a="http://schemas.openxmlformats.org/drawingml/2006/main" prst="line">
            <a:avLst/>
          </a:prstGeom>
          <a:noFill xmlns:a="http://schemas.openxmlformats.org/drawingml/2006/main"/>
          <a:ln xmlns:a="http://schemas.openxmlformats.org/drawingml/2006/main" w="50800">
            <a:solidFill>
              <a:srgbClr val="9AA8A0"/>
            </a:solidFill>
            <a:prstDash val="solid"/>
          </a:ln>
        </p:spPr>
      </p:sp>
      <p:sp>
        <p:nvSpPr>
          <p:cNvPr id="36" name="Text 30">
            <a:extLst xmlns:a="http://schemas.openxmlformats.org/drawingml/2006/main">
              <a:ext uri="{FF2B5EF4-FFF2-40B4-BE49-F238E27FC236}">
                <a16:creationId xmlns:a16="http://schemas.microsoft.com/office/drawing/2014/main" id="{34F15972-141F-4D54-AE71-69DBA92DFE06}"/>
              </a:ext>
            </a:extLst>
          </p:cNvPr>
          <p:cNvSpPr>
            <a:spLocks xmlns:a="http://schemas.openxmlformats.org/drawingml/2006/main" noGrp="1"/>
          </p:cNvSpPr>
          <p:nvPr/>
        </p:nvSpPr>
        <p:spPr>
          <a:xfrm xmlns:a="http://schemas.openxmlformats.org/drawingml/2006/main">
            <a:off x="4567734" y="4334173"/>
            <a:ext cx="331828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4281E"/>
                </a:solidFill>
                <a:latin typeface="IBM Plex Sans"/>
                <a:ea typeface="IBM Plex Sans"/>
                <a:cs typeface="IBM Plex Sans"/>
              </a:rPr>
              <a:t>Volcables puerto</a:t>
            </a:r>
            <a:endParaRPr sz="1200"/>
          </a:p>
        </p:txBody>
      </p:sp>
      <p:sp>
        <p:nvSpPr>
          <p:cNvPr id="37" name="Text 31">
            <a:extLst xmlns:a="http://schemas.openxmlformats.org/drawingml/2006/main">
              <a:ext uri="{FF2B5EF4-FFF2-40B4-BE49-F238E27FC236}">
                <a16:creationId xmlns:a16="http://schemas.microsoft.com/office/drawing/2014/main" id="{AF28174F-65D7-4F6B-8275-681C56C282B7}"/>
              </a:ext>
            </a:extLst>
          </p:cNvPr>
          <p:cNvSpPr>
            <a:spLocks xmlns:a="http://schemas.openxmlformats.org/drawingml/2006/main" noGrp="1"/>
          </p:cNvSpPr>
          <p:nvPr/>
        </p:nvSpPr>
        <p:spPr>
          <a:xfrm xmlns:a="http://schemas.openxmlformats.org/drawingml/2006/main">
            <a:off x="4567734" y="4560193"/>
            <a:ext cx="331828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911 recorridos de cámara · V5 hizo el 53 %</a:t>
            </a:r>
            <a:endParaRPr sz="1200"/>
          </a:p>
        </p:txBody>
      </p:sp>
      <p:sp>
        <p:nvSpPr>
          <p:cNvPr id="38" name="Shape 32">
            <a:extLst xmlns:a="http://schemas.openxmlformats.org/drawingml/2006/main">
              <a:ext uri="{FF2B5EF4-FFF2-40B4-BE49-F238E27FC236}">
                <a16:creationId xmlns:a16="http://schemas.microsoft.com/office/drawing/2014/main" id="{6140B425-B557-41DE-8A30-B9C23D12F843}"/>
              </a:ext>
            </a:extLst>
          </p:cNvPr>
          <p:cNvSpPr>
            <a:spLocks xmlns:a="http://schemas.openxmlformats.org/drawingml/2006/main" noGrp="1"/>
          </p:cNvSpPr>
          <p:nvPr/>
        </p:nvSpPr>
        <p:spPr>
          <a:xfrm xmlns:a="http://schemas.openxmlformats.org/drawingml/2006/main">
            <a:off x="8017966" y="4308773"/>
            <a:ext cx="0" cy="703461"/>
          </a:xfrm>
          <a:prstGeom xmlns:a="http://schemas.openxmlformats.org/drawingml/2006/main" prst="line">
            <a:avLst/>
          </a:prstGeom>
          <a:noFill xmlns:a="http://schemas.openxmlformats.org/drawingml/2006/main"/>
          <a:ln xmlns:a="http://schemas.openxmlformats.org/drawingml/2006/main" w="50800">
            <a:solidFill>
              <a:srgbClr val="9AA8A0"/>
            </a:solidFill>
            <a:prstDash val="solid"/>
          </a:ln>
        </p:spPr>
      </p:sp>
      <p:sp>
        <p:nvSpPr>
          <p:cNvPr id="39" name="Text 33">
            <a:extLst xmlns:a="http://schemas.openxmlformats.org/drawingml/2006/main">
              <a:ext uri="{FF2B5EF4-FFF2-40B4-BE49-F238E27FC236}">
                <a16:creationId xmlns:a16="http://schemas.microsoft.com/office/drawing/2014/main" id="{EE36AEBF-D20B-4EB0-8D67-D6BF61813026}"/>
              </a:ext>
            </a:extLst>
          </p:cNvPr>
          <p:cNvSpPr>
            <a:spLocks xmlns:a="http://schemas.openxmlformats.org/drawingml/2006/main" noGrp="1"/>
          </p:cNvSpPr>
          <p:nvPr/>
        </p:nvSpPr>
        <p:spPr>
          <a:xfrm xmlns:a="http://schemas.openxmlformats.org/drawingml/2006/main">
            <a:off x="8157666" y="4334173"/>
            <a:ext cx="331818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4281E"/>
                </a:solidFill>
                <a:latin typeface="IBM Plex Sans"/>
                <a:ea typeface="IBM Plex Sans"/>
                <a:cs typeface="IBM Plex Sans"/>
              </a:rPr>
              <a:t>Silos Ricardone</a:t>
            </a:r>
            <a:endParaRPr sz="1200"/>
          </a:p>
        </p:txBody>
      </p:sp>
      <p:sp>
        <p:nvSpPr>
          <p:cNvPr id="40" name="Text 34">
            <a:extLst xmlns:a="http://schemas.openxmlformats.org/drawingml/2006/main">
              <a:ext uri="{FF2B5EF4-FFF2-40B4-BE49-F238E27FC236}">
                <a16:creationId xmlns:a16="http://schemas.microsoft.com/office/drawing/2014/main" id="{EE723662-A3C1-4836-A57D-A990B2863480}"/>
              </a:ext>
            </a:extLst>
          </p:cNvPr>
          <p:cNvSpPr>
            <a:spLocks xmlns:a="http://schemas.openxmlformats.org/drawingml/2006/main" noGrp="1"/>
          </p:cNvSpPr>
          <p:nvPr/>
        </p:nvSpPr>
        <p:spPr>
          <a:xfrm xmlns:a="http://schemas.openxmlformats.org/drawingml/2006/main">
            <a:off x="8157666" y="4560193"/>
            <a:ext cx="331818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516 transiles de soja (R29), casi toda la semana</a:t>
            </a:r>
            <a:endParaRPr sz="1200"/>
          </a:p>
        </p:txBody>
      </p:sp>
      <p:pic>
        <p:nvPicPr>
          <p:cNvPr id="88" name="Image 4"/>
          <p:cNvPicPr>
            <a:picLocks xmlns:a="http://schemas.openxmlformats.org/drawingml/2006/main" noChangeAspect="1"/>
          </p:cNvPicPr>
          <p:nvPr/>
        </p:nvPicPr>
        <p:blipFill>
          <a:blip xmlns:r="http://schemas.openxmlformats.org/officeDocument/2006/relationships" xmlns:a="http://schemas.openxmlformats.org/drawingml/2006/main" r:embed="Ra085c668f36a4e11"/>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42" name="Text 35">
            <a:extLst xmlns:a="http://schemas.openxmlformats.org/drawingml/2006/main">
              <a:ext uri="{FF2B5EF4-FFF2-40B4-BE49-F238E27FC236}">
                <a16:creationId xmlns:a16="http://schemas.microsoft.com/office/drawing/2014/main" id="{3DE0FBD7-F57F-4013-878E-1FD5798244C0}"/>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2</a:t>
            </a:r>
            <a:endParaRPr sz="1200"/>
          </a:p>
        </p:txBody>
      </p:sp>
      <p:pic>
        <p:nvPicPr>
          <p:cNvPr id="90" name="Image 5"/>
          <p:cNvPicPr>
            <a:picLocks xmlns:a="http://schemas.openxmlformats.org/drawingml/2006/main" noChangeAspect="1"/>
          </p:cNvPicPr>
          <p:nvPr/>
        </p:nvPicPr>
        <p:blipFill>
          <a:blip xmlns:r="http://schemas.openxmlformats.org/officeDocument/2006/relationships" xmlns:a="http://schemas.openxmlformats.org/drawingml/2006/main" r:embed="R28f35b6aca4843c3"/>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694951767"/>
      </p:ext>
    </p:extLst>
  </p:cSld>
</p:sld>
</file>

<file path=ppt/slides/slide3.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A4BFE40-0290-4C10-BD85-80F67D865826}"/>
              </a:ext>
            </a:extLst>
          </p:cNvPr>
          <p:cNvSpPr>
            <a:spLocks xmlns:a="http://schemas.openxmlformats.org/drawingml/2006/main" noGrp="1"/>
          </p:cNvSpPr>
          <p:nvPr/>
        </p:nvSpPr>
        <p:spPr>
          <a:xfrm xmlns:a="http://schemas.openxmlformats.org/drawingml/2006/main">
            <a:off x="812800" y="711200"/>
            <a:ext cx="877491" cy="289520"/>
          </a:xfrm>
          <a:custGeom xmlns:a="http://schemas.openxmlformats.org/drawingml/2006/main">
            <a:rect l="l" t="t" r="r" b="b"/>
            <a:pathLst>
              <a:path w="877491" h="289520">
                <a:moveTo>
                  <a:pt x="144760" y="0"/>
                </a:moveTo>
                <a:lnTo>
                  <a:pt x="732730" y="0"/>
                </a:lnTo>
                <a:arcTo wR="144760" hR="144760" stAng="16200000" swAng="5400000"/>
                <a:lnTo>
                  <a:pt x="877491"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2E1B4E"/>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PLANTA</a:t>
            </a:r>
            <a:endParaRPr sz="1200"/>
          </a:p>
        </p:txBody>
      </p:sp>
      <p:sp>
        <p:nvSpPr>
          <p:cNvPr id="3" name="Text 1">
            <a:extLst xmlns:a="http://schemas.openxmlformats.org/drawingml/2006/main">
              <a:ext uri="{FF2B5EF4-FFF2-40B4-BE49-F238E27FC236}">
                <a16:creationId xmlns:a16="http://schemas.microsoft.com/office/drawing/2014/main" id="{D01B4598-28F3-4540-841A-34A0E77B2045}"/>
              </a:ext>
            </a:extLst>
          </p:cNvPr>
          <p:cNvSpPr>
            <a:spLocks xmlns:a="http://schemas.openxmlformats.org/drawingml/2006/main" noGrp="1"/>
          </p:cNvSpPr>
          <p:nvPr>
            <p:ph type="title" idx="0"/>
          </p:nvPr>
        </p:nvSpPr>
        <p:spPr>
          <a:xfrm xmlns:a="http://schemas.openxmlformats.org/drawingml/2006/main">
            <a:off x="812800" y="1102320"/>
            <a:ext cx="10883392" cy="444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00"/>
              </a:lnSpc>
              <a:buNone/>
            </a:pPr>
            <a:r>
              <a:rPr sz="3000" b="1" i="0">
                <a:solidFill>
                  <a:srgbClr val="14281E"/>
                </a:solidFill>
                <a:latin typeface="IBM Plex Sans"/>
                <a:ea typeface="IBM Plex Sans"/>
                <a:cs typeface="IBM Plex Sans"/>
              </a:rPr>
              <a:t>El lunes fue el día con más camiones adentro de la planta</a:t>
            </a:r>
            <a:endParaRPr sz="3000"/>
          </a:p>
        </p:txBody>
      </p:sp>
      <p:sp>
        <p:nvSpPr>
          <p:cNvPr id="4" name="Text 2">
            <a:extLst xmlns:a="http://schemas.openxmlformats.org/drawingml/2006/main">
              <a:ext uri="{FF2B5EF4-FFF2-40B4-BE49-F238E27FC236}">
                <a16:creationId xmlns:a16="http://schemas.microsoft.com/office/drawing/2014/main" id="{9F5CCD44-DB4E-4810-A211-7F4BE16372B2}"/>
              </a:ext>
            </a:extLst>
          </p:cNvPr>
          <p:cNvSpPr>
            <a:spLocks xmlns:a="http://schemas.openxmlformats.org/drawingml/2006/main" noGrp="1"/>
          </p:cNvSpPr>
          <p:nvPr/>
        </p:nvSpPr>
        <p:spPr>
          <a:xfrm xmlns:a="http://schemas.openxmlformats.org/drawingml/2006/main">
            <a:off x="812800" y="1648420"/>
            <a:ext cx="10883392"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4A5D52"/>
                </a:solidFill>
                <a:latin typeface="IBM Plex Sans"/>
                <a:ea typeface="IBM Plex Sans"/>
                <a:cs typeface="IBM Plex Sans"/>
              </a:rPr>
              <a:t>Camiones adentro:</a:t>
            </a:r>
            <a:r>
              <a:rPr sz="1300">
                <a:solidFill>
                  <a:srgbClr val="4A5D52"/>
                </a:solidFill>
                <a:latin typeface="IBM Plex Sans"/>
                <a:ea typeface="IBM Plex Sans"/>
                <a:cs typeface="IBM Plex Sans"/>
              </a:rPr>
              <a:t> cuántos hay en promedio a cualquier hora. Sube si entran más o si tardan más en salir.</a:t>
            </a:r>
            <a:endParaRPr sz="1300"/>
          </a:p>
        </p:txBody>
      </p:sp>
      <p:sp>
        <p:nvSpPr>
          <p:cNvPr id="5" name="Shape 3">
            <a:extLst xmlns:a="http://schemas.openxmlformats.org/drawingml/2006/main">
              <a:ext uri="{FF2B5EF4-FFF2-40B4-BE49-F238E27FC236}">
                <a16:creationId xmlns:a16="http://schemas.microsoft.com/office/drawing/2014/main" id="{69D01D09-195D-4371-BA41-35E8219CEB0E}"/>
              </a:ext>
            </a:extLst>
          </p:cNvPr>
          <p:cNvSpPr>
            <a:spLocks xmlns:a="http://schemas.openxmlformats.org/drawingml/2006/main" noGrp="1"/>
          </p:cNvSpPr>
          <p:nvPr/>
        </p:nvSpPr>
        <p:spPr>
          <a:xfrm xmlns:a="http://schemas.openxmlformats.org/drawingml/2006/main">
            <a:off x="812800" y="2125861"/>
            <a:ext cx="177800" cy="177800"/>
          </a:xfrm>
          <a:prstGeom xmlns:a="http://schemas.openxmlformats.org/drawingml/2006/main" prst="roundRect">
            <a:avLst>
              <a:gd name="adj" fmla="val 21429"/>
            </a:avLst>
          </a:prstGeom>
          <a:solidFill xmlns:a="http://schemas.openxmlformats.org/drawingml/2006/main">
            <a:srgbClr val="0B5638"/>
          </a:solidFill>
        </p:spPr>
      </p:sp>
      <p:sp>
        <p:nvSpPr>
          <p:cNvPr id="6" name="Text 4">
            <a:extLst xmlns:a="http://schemas.openxmlformats.org/drawingml/2006/main">
              <a:ext uri="{FF2B5EF4-FFF2-40B4-BE49-F238E27FC236}">
                <a16:creationId xmlns:a16="http://schemas.microsoft.com/office/drawing/2014/main" id="{C640CC42-5FA5-4020-8989-FC12004ACB72}"/>
              </a:ext>
            </a:extLst>
          </p:cNvPr>
          <p:cNvSpPr>
            <a:spLocks xmlns:a="http://schemas.openxmlformats.org/drawingml/2006/main" noGrp="1"/>
          </p:cNvSpPr>
          <p:nvPr/>
        </p:nvSpPr>
        <p:spPr>
          <a:xfrm xmlns:a="http://schemas.openxmlformats.org/drawingml/2006/main">
            <a:off x="1066800" y="2108101"/>
            <a:ext cx="743545"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Ricardone</a:t>
            </a:r>
            <a:endParaRPr sz="1200"/>
          </a:p>
        </p:txBody>
      </p:sp>
      <p:sp>
        <p:nvSpPr>
          <p:cNvPr id="7" name="Shape 5">
            <a:extLst xmlns:a="http://schemas.openxmlformats.org/drawingml/2006/main">
              <a:ext uri="{FF2B5EF4-FFF2-40B4-BE49-F238E27FC236}">
                <a16:creationId xmlns:a16="http://schemas.microsoft.com/office/drawing/2014/main" id="{0161DDC1-9BF7-430E-8D37-CCB9A188AB5E}"/>
              </a:ext>
            </a:extLst>
          </p:cNvPr>
          <p:cNvSpPr>
            <a:spLocks xmlns:a="http://schemas.openxmlformats.org/drawingml/2006/main" noGrp="1"/>
          </p:cNvSpPr>
          <p:nvPr/>
        </p:nvSpPr>
        <p:spPr>
          <a:xfrm xmlns:a="http://schemas.openxmlformats.org/drawingml/2006/main">
            <a:off x="1835745" y="2125861"/>
            <a:ext cx="177800" cy="177800"/>
          </a:xfrm>
          <a:prstGeom xmlns:a="http://schemas.openxmlformats.org/drawingml/2006/main" prst="roundRect">
            <a:avLst>
              <a:gd name="adj" fmla="val 21429"/>
            </a:avLst>
          </a:prstGeom>
          <a:solidFill xmlns:a="http://schemas.openxmlformats.org/drawingml/2006/main">
            <a:srgbClr val="6B55A3"/>
          </a:solidFill>
        </p:spPr>
      </p:sp>
      <p:sp>
        <p:nvSpPr>
          <p:cNvPr id="8" name="Text 6">
            <a:extLst xmlns:a="http://schemas.openxmlformats.org/drawingml/2006/main">
              <a:ext uri="{FF2B5EF4-FFF2-40B4-BE49-F238E27FC236}">
                <a16:creationId xmlns:a16="http://schemas.microsoft.com/office/drawing/2014/main" id="{9BC46155-0C87-405D-BE53-0CF292872882}"/>
              </a:ext>
            </a:extLst>
          </p:cNvPr>
          <p:cNvSpPr>
            <a:spLocks xmlns:a="http://schemas.openxmlformats.org/drawingml/2006/main" noGrp="1"/>
          </p:cNvSpPr>
          <p:nvPr/>
        </p:nvSpPr>
        <p:spPr>
          <a:xfrm xmlns:a="http://schemas.openxmlformats.org/drawingml/2006/main">
            <a:off x="2089745" y="2108101"/>
            <a:ext cx="883444"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San Lorenzo</a:t>
            </a:r>
            <a:endParaRPr sz="1200"/>
          </a:p>
        </p:txBody>
      </p:sp>
      <p:sp>
        <p:nvSpPr>
          <p:cNvPr id="9" name="Text 7">
            <a:extLst xmlns:a="http://schemas.openxmlformats.org/drawingml/2006/main">
              <a:ext uri="{FF2B5EF4-FFF2-40B4-BE49-F238E27FC236}">
                <a16:creationId xmlns:a16="http://schemas.microsoft.com/office/drawing/2014/main" id="{96DC01AA-9E4A-4EB2-BCCF-DA36FE446EE9}"/>
              </a:ext>
            </a:extLst>
          </p:cNvPr>
          <p:cNvSpPr>
            <a:spLocks xmlns:a="http://schemas.openxmlformats.org/drawingml/2006/main" noGrp="1"/>
          </p:cNvSpPr>
          <p:nvPr/>
        </p:nvSpPr>
        <p:spPr>
          <a:xfrm xmlns:a="http://schemas.openxmlformats.org/drawingml/2006/main">
            <a:off x="5625604" y="2108101"/>
            <a:ext cx="2211200"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Abajo: camiones de soja del día</a:t>
            </a:r>
            <a:endParaRPr sz="1200"/>
          </a:p>
        </p:txBody>
      </p:sp>
      <p:sp>
        <p:nvSpPr>
          <p:cNvPr id="10" name="Text 8">
            <a:extLst xmlns:a="http://schemas.openxmlformats.org/drawingml/2006/main">
              <a:ext uri="{FF2B5EF4-FFF2-40B4-BE49-F238E27FC236}">
                <a16:creationId xmlns:a16="http://schemas.microsoft.com/office/drawing/2014/main" id="{176D4E85-FEBD-46DF-B9BF-1B0828F293A5}"/>
              </a:ext>
            </a:extLst>
          </p:cNvPr>
          <p:cNvSpPr>
            <a:spLocks xmlns:a="http://schemas.openxmlformats.org/drawingml/2006/main" noGrp="1"/>
          </p:cNvSpPr>
          <p:nvPr/>
        </p:nvSpPr>
        <p:spPr>
          <a:xfrm xmlns:a="http://schemas.openxmlformats.org/drawingml/2006/main">
            <a:off x="1170186" y="3797399"/>
            <a:ext cx="279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00"/>
              </a:lnSpc>
              <a:buNone/>
            </a:pPr>
            <a:r>
              <a:rPr sz="1500" b="1">
                <a:solidFill>
                  <a:srgbClr val="14281E"/>
                </a:solidFill>
                <a:latin typeface="IBM Plex Sans"/>
                <a:ea typeface="IBM Plex Sans"/>
                <a:cs typeface="IBM Plex Sans"/>
              </a:rPr>
              <a:t>23</a:t>
            </a:r>
            <a:endParaRPr sz="1500"/>
          </a:p>
        </p:txBody>
      </p:sp>
      <p:sp>
        <p:nvSpPr>
          <p:cNvPr id="11" name="Text 9">
            <a:extLst xmlns:a="http://schemas.openxmlformats.org/drawingml/2006/main">
              <a:ext uri="{FF2B5EF4-FFF2-40B4-BE49-F238E27FC236}">
                <a16:creationId xmlns:a16="http://schemas.microsoft.com/office/drawing/2014/main" id="{AFC3CEBC-2D72-4F88-B0A9-B30AD11D8561}"/>
              </a:ext>
            </a:extLst>
          </p:cNvPr>
          <p:cNvSpPr>
            <a:spLocks xmlns:a="http://schemas.openxmlformats.org/drawingml/2006/main" noGrp="1"/>
          </p:cNvSpPr>
          <p:nvPr/>
        </p:nvSpPr>
        <p:spPr>
          <a:xfrm xmlns:a="http://schemas.openxmlformats.org/drawingml/2006/main">
            <a:off x="992386" y="4064099"/>
            <a:ext cx="635000" cy="285750"/>
          </a:xfrm>
          <a:custGeom xmlns:a="http://schemas.openxmlformats.org/drawingml/2006/main">
            <a:rect l="l" t="t" r="r" b="b"/>
            <a:pathLst>
              <a:path w="635000" h="285750">
                <a:moveTo>
                  <a:pt x="0" y="38100"/>
                </a:moveTo>
                <a:arcTo wR="38100" hR="38100" stAng="10800000" swAng="5400000"/>
                <a:lnTo>
                  <a:pt x="596900" y="0"/>
                </a:lnTo>
                <a:arcTo wR="38100" hR="38100" stAng="16200000" swAng="5400000"/>
                <a:lnTo>
                  <a:pt x="635000" y="285750"/>
                </a:lnTo>
                <a:lnTo>
                  <a:pt x="0" y="285750"/>
                </a:lnTo>
                <a:close/>
              </a:path>
            </a:pathLst>
          </a:custGeom>
          <a:solidFill xmlns:a="http://schemas.openxmlformats.org/drawingml/2006/main">
            <a:srgbClr val="6B55A3"/>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5</a:t>
            </a:r>
            <a:endParaRPr sz="1200"/>
          </a:p>
        </p:txBody>
      </p:sp>
      <p:sp>
        <p:nvSpPr>
          <p:cNvPr id="12" name="Text 10">
            <a:extLst xmlns:a="http://schemas.openxmlformats.org/drawingml/2006/main">
              <a:ext uri="{FF2B5EF4-FFF2-40B4-BE49-F238E27FC236}">
                <a16:creationId xmlns:a16="http://schemas.microsoft.com/office/drawing/2014/main" id="{B0EC7E82-B742-4442-AF26-0D2911E2AADB}"/>
              </a:ext>
            </a:extLst>
          </p:cNvPr>
          <p:cNvSpPr>
            <a:spLocks xmlns:a="http://schemas.openxmlformats.org/drawingml/2006/main" noGrp="1"/>
          </p:cNvSpPr>
          <p:nvPr/>
        </p:nvSpPr>
        <p:spPr>
          <a:xfrm xmlns:a="http://schemas.openxmlformats.org/drawingml/2006/main">
            <a:off x="992386" y="4349849"/>
            <a:ext cx="635000" cy="1035050"/>
          </a:xfrm>
          <a:prstGeom xmlns:a="http://schemas.openxmlformats.org/drawingml/2006/main" prst="rect">
            <a:avLst/>
          </a:prstGeom>
          <a:solidFill xmlns:a="http://schemas.openxmlformats.org/drawingml/2006/main">
            <a:srgbClr val="0B5638"/>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18</a:t>
            </a:r>
            <a:endParaRPr sz="1200"/>
          </a:p>
        </p:txBody>
      </p:sp>
      <p:sp>
        <p:nvSpPr>
          <p:cNvPr id="13" name="Shape 11">
            <a:extLst xmlns:a="http://schemas.openxmlformats.org/drawingml/2006/main">
              <a:ext uri="{FF2B5EF4-FFF2-40B4-BE49-F238E27FC236}">
                <a16:creationId xmlns:a16="http://schemas.microsoft.com/office/drawing/2014/main" id="{7F9919FE-9138-4D24-B03B-707D8C2C7E3E}"/>
              </a:ext>
            </a:extLst>
          </p:cNvPr>
          <p:cNvSpPr>
            <a:spLocks xmlns:a="http://schemas.openxmlformats.org/drawingml/2006/main" noGrp="1"/>
          </p:cNvSpPr>
          <p:nvPr/>
        </p:nvSpPr>
        <p:spPr>
          <a:xfrm xmlns:a="http://schemas.openxmlformats.org/drawingml/2006/main">
            <a:off x="812800" y="5391249"/>
            <a:ext cx="994172" cy="0"/>
          </a:xfrm>
          <a:prstGeom xmlns:a="http://schemas.openxmlformats.org/drawingml/2006/main" prst="line">
            <a:avLst/>
          </a:prstGeom>
          <a:noFill xmlns:a="http://schemas.openxmlformats.org/drawingml/2006/main"/>
          <a:ln xmlns:a="http://schemas.openxmlformats.org/drawingml/2006/main" w="12700">
            <a:solidFill>
              <a:srgbClr val="B7C3BB"/>
            </a:solidFill>
            <a:prstDash val="solid"/>
          </a:ln>
        </p:spPr>
      </p:sp>
      <p:sp>
        <p:nvSpPr>
          <p:cNvPr id="14" name="Text 12">
            <a:extLst xmlns:a="http://schemas.openxmlformats.org/drawingml/2006/main">
              <a:ext uri="{FF2B5EF4-FFF2-40B4-BE49-F238E27FC236}">
                <a16:creationId xmlns:a16="http://schemas.microsoft.com/office/drawing/2014/main" id="{75E2E3DA-8EBA-4273-82AD-B4E8827C4AF1}"/>
              </a:ext>
            </a:extLst>
          </p:cNvPr>
          <p:cNvSpPr>
            <a:spLocks xmlns:a="http://schemas.openxmlformats.org/drawingml/2006/main" noGrp="1"/>
          </p:cNvSpPr>
          <p:nvPr/>
        </p:nvSpPr>
        <p:spPr>
          <a:xfrm xmlns:a="http://schemas.openxmlformats.org/drawingml/2006/main">
            <a:off x="1000085" y="5448399"/>
            <a:ext cx="619601" cy="223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560"/>
              </a:lnSpc>
              <a:buNone/>
            </a:pPr>
            <a:r>
              <a:rPr sz="1300" b="1">
                <a:solidFill>
                  <a:srgbClr val="14281E"/>
                </a:solidFill>
                <a:latin typeface="IBM Plex Sans"/>
                <a:ea typeface="IBM Plex Sans"/>
                <a:cs typeface="IBM Plex Sans"/>
              </a:rPr>
              <a:t>Jue 24</a:t>
            </a:r>
            <a:endParaRPr sz="1300"/>
          </a:p>
        </p:txBody>
      </p:sp>
      <p:sp>
        <p:nvSpPr>
          <p:cNvPr id="15" name="Text 13">
            <a:extLst xmlns:a="http://schemas.openxmlformats.org/drawingml/2006/main">
              <a:ext uri="{FF2B5EF4-FFF2-40B4-BE49-F238E27FC236}">
                <a16:creationId xmlns:a16="http://schemas.microsoft.com/office/drawing/2014/main" id="{EEFD0F45-DA8B-44EA-9ABF-1EF56D55990C}"/>
              </a:ext>
            </a:extLst>
          </p:cNvPr>
          <p:cNvSpPr>
            <a:spLocks xmlns:a="http://schemas.openxmlformats.org/drawingml/2006/main" noGrp="1"/>
          </p:cNvSpPr>
          <p:nvPr/>
        </p:nvSpPr>
        <p:spPr>
          <a:xfrm xmlns:a="http://schemas.openxmlformats.org/drawingml/2006/main">
            <a:off x="956270" y="5659140"/>
            <a:ext cx="707231" cy="2082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440"/>
              </a:lnSpc>
              <a:buNone/>
            </a:pPr>
            <a:r>
              <a:rPr sz="1200">
                <a:solidFill>
                  <a:srgbClr val="4A5D52"/>
                </a:solidFill>
                <a:latin typeface="IBM Plex Sans"/>
                <a:ea typeface="IBM Plex Sans"/>
                <a:cs typeface="IBM Plex Sans"/>
              </a:rPr>
              <a:t>soja 109</a:t>
            </a:r>
            <a:endParaRPr sz="1200"/>
          </a:p>
        </p:txBody>
      </p:sp>
      <p:sp>
        <p:nvSpPr>
          <p:cNvPr id="16" name="Text 14">
            <a:extLst xmlns:a="http://schemas.openxmlformats.org/drawingml/2006/main">
              <a:ext uri="{FF2B5EF4-FFF2-40B4-BE49-F238E27FC236}">
                <a16:creationId xmlns:a16="http://schemas.microsoft.com/office/drawing/2014/main" id="{51ABB5A1-2430-4896-A808-130778B8E6C1}"/>
              </a:ext>
            </a:extLst>
          </p:cNvPr>
          <p:cNvSpPr>
            <a:spLocks xmlns:a="http://schemas.openxmlformats.org/drawingml/2006/main" noGrp="1"/>
          </p:cNvSpPr>
          <p:nvPr/>
        </p:nvSpPr>
        <p:spPr>
          <a:xfrm xmlns:a="http://schemas.openxmlformats.org/drawingml/2006/main">
            <a:off x="2164358" y="3162399"/>
            <a:ext cx="279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00"/>
              </a:lnSpc>
              <a:buNone/>
            </a:pPr>
            <a:r>
              <a:rPr sz="1500" b="1">
                <a:solidFill>
                  <a:srgbClr val="14281E"/>
                </a:solidFill>
                <a:latin typeface="IBM Plex Sans"/>
                <a:ea typeface="IBM Plex Sans"/>
                <a:cs typeface="IBM Plex Sans"/>
              </a:rPr>
              <a:t>34</a:t>
            </a:r>
            <a:endParaRPr sz="1500"/>
          </a:p>
        </p:txBody>
      </p:sp>
      <p:sp>
        <p:nvSpPr>
          <p:cNvPr id="17" name="Text 15">
            <a:extLst xmlns:a="http://schemas.openxmlformats.org/drawingml/2006/main">
              <a:ext uri="{FF2B5EF4-FFF2-40B4-BE49-F238E27FC236}">
                <a16:creationId xmlns:a16="http://schemas.microsoft.com/office/drawing/2014/main" id="{E9D9CF39-C849-46D5-87B2-0D83847E482A}"/>
              </a:ext>
            </a:extLst>
          </p:cNvPr>
          <p:cNvSpPr>
            <a:spLocks xmlns:a="http://schemas.openxmlformats.org/drawingml/2006/main" noGrp="1"/>
          </p:cNvSpPr>
          <p:nvPr/>
        </p:nvSpPr>
        <p:spPr>
          <a:xfrm xmlns:a="http://schemas.openxmlformats.org/drawingml/2006/main">
            <a:off x="1986558" y="3429099"/>
            <a:ext cx="635000" cy="1206500"/>
          </a:xfrm>
          <a:custGeom xmlns:a="http://schemas.openxmlformats.org/drawingml/2006/main">
            <a:rect l="l" t="t" r="r" b="b"/>
            <a:pathLst>
              <a:path w="635000" h="1206500">
                <a:moveTo>
                  <a:pt x="0" y="38100"/>
                </a:moveTo>
                <a:arcTo wR="38100" hR="38100" stAng="10800000" swAng="5400000"/>
                <a:lnTo>
                  <a:pt x="596900" y="0"/>
                </a:lnTo>
                <a:arcTo wR="38100" hR="38100" stAng="16200000" swAng="5400000"/>
                <a:lnTo>
                  <a:pt x="635000" y="1206500"/>
                </a:lnTo>
                <a:lnTo>
                  <a:pt x="0" y="1206500"/>
                </a:lnTo>
                <a:close/>
              </a:path>
            </a:pathLst>
          </a:custGeom>
          <a:solidFill xmlns:a="http://schemas.openxmlformats.org/drawingml/2006/main">
            <a:srgbClr val="6B55A3"/>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21</a:t>
            </a:r>
            <a:endParaRPr sz="1200"/>
          </a:p>
        </p:txBody>
      </p:sp>
      <p:sp>
        <p:nvSpPr>
          <p:cNvPr id="18" name="Text 16">
            <a:extLst xmlns:a="http://schemas.openxmlformats.org/drawingml/2006/main">
              <a:ext uri="{FF2B5EF4-FFF2-40B4-BE49-F238E27FC236}">
                <a16:creationId xmlns:a16="http://schemas.microsoft.com/office/drawing/2014/main" id="{61BB28D2-4603-47A3-B017-B7FA0FB72430}"/>
              </a:ext>
            </a:extLst>
          </p:cNvPr>
          <p:cNvSpPr>
            <a:spLocks xmlns:a="http://schemas.openxmlformats.org/drawingml/2006/main" noGrp="1"/>
          </p:cNvSpPr>
          <p:nvPr/>
        </p:nvSpPr>
        <p:spPr>
          <a:xfrm xmlns:a="http://schemas.openxmlformats.org/drawingml/2006/main">
            <a:off x="1986558" y="4635599"/>
            <a:ext cx="635000" cy="749300"/>
          </a:xfrm>
          <a:prstGeom xmlns:a="http://schemas.openxmlformats.org/drawingml/2006/main" prst="rect">
            <a:avLst/>
          </a:prstGeom>
          <a:solidFill xmlns:a="http://schemas.openxmlformats.org/drawingml/2006/main">
            <a:srgbClr val="0B5638"/>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13</a:t>
            </a:r>
            <a:endParaRPr sz="1200"/>
          </a:p>
        </p:txBody>
      </p:sp>
      <p:sp>
        <p:nvSpPr>
          <p:cNvPr id="19" name="Shape 17">
            <a:extLst xmlns:a="http://schemas.openxmlformats.org/drawingml/2006/main">
              <a:ext uri="{FF2B5EF4-FFF2-40B4-BE49-F238E27FC236}">
                <a16:creationId xmlns:a16="http://schemas.microsoft.com/office/drawing/2014/main" id="{5782C630-C1EE-44AC-97E6-7B90BAD28D72}"/>
              </a:ext>
            </a:extLst>
          </p:cNvPr>
          <p:cNvSpPr>
            <a:spLocks xmlns:a="http://schemas.openxmlformats.org/drawingml/2006/main" noGrp="1"/>
          </p:cNvSpPr>
          <p:nvPr/>
        </p:nvSpPr>
        <p:spPr>
          <a:xfrm xmlns:a="http://schemas.openxmlformats.org/drawingml/2006/main">
            <a:off x="1806972" y="5391249"/>
            <a:ext cx="994271" cy="0"/>
          </a:xfrm>
          <a:prstGeom xmlns:a="http://schemas.openxmlformats.org/drawingml/2006/main" prst="line">
            <a:avLst/>
          </a:prstGeom>
          <a:noFill xmlns:a="http://schemas.openxmlformats.org/drawingml/2006/main"/>
          <a:ln xmlns:a="http://schemas.openxmlformats.org/drawingml/2006/main" w="12700">
            <a:solidFill>
              <a:srgbClr val="B7C3BB"/>
            </a:solidFill>
            <a:prstDash val="solid"/>
          </a:ln>
        </p:spPr>
      </p:sp>
      <p:sp>
        <p:nvSpPr>
          <p:cNvPr id="20" name="Text 18">
            <a:extLst xmlns:a="http://schemas.openxmlformats.org/drawingml/2006/main">
              <a:ext uri="{FF2B5EF4-FFF2-40B4-BE49-F238E27FC236}">
                <a16:creationId xmlns:a16="http://schemas.microsoft.com/office/drawing/2014/main" id="{0C6BDB72-616D-4C9B-871C-B70DA61B55C9}"/>
              </a:ext>
            </a:extLst>
          </p:cNvPr>
          <p:cNvSpPr>
            <a:spLocks xmlns:a="http://schemas.openxmlformats.org/drawingml/2006/main" noGrp="1"/>
          </p:cNvSpPr>
          <p:nvPr/>
        </p:nvSpPr>
        <p:spPr>
          <a:xfrm xmlns:a="http://schemas.openxmlformats.org/drawingml/2006/main">
            <a:off x="2016046" y="5448399"/>
            <a:ext cx="576024" cy="223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560"/>
              </a:lnSpc>
              <a:buNone/>
            </a:pPr>
            <a:r>
              <a:rPr sz="1300" b="1">
                <a:solidFill>
                  <a:srgbClr val="14281E"/>
                </a:solidFill>
                <a:latin typeface="IBM Plex Sans"/>
                <a:ea typeface="IBM Plex Sans"/>
                <a:cs typeface="IBM Plex Sans"/>
              </a:rPr>
              <a:t>Vie 25</a:t>
            </a:r>
            <a:endParaRPr sz="1300"/>
          </a:p>
        </p:txBody>
      </p:sp>
      <p:sp>
        <p:nvSpPr>
          <p:cNvPr id="21" name="Text 19">
            <a:extLst xmlns:a="http://schemas.openxmlformats.org/drawingml/2006/main">
              <a:ext uri="{FF2B5EF4-FFF2-40B4-BE49-F238E27FC236}">
                <a16:creationId xmlns:a16="http://schemas.microsoft.com/office/drawing/2014/main" id="{F8C9A588-26BB-4367-B245-81DCEBE244BD}"/>
              </a:ext>
            </a:extLst>
          </p:cNvPr>
          <p:cNvSpPr>
            <a:spLocks xmlns:a="http://schemas.openxmlformats.org/drawingml/2006/main" noGrp="1"/>
          </p:cNvSpPr>
          <p:nvPr/>
        </p:nvSpPr>
        <p:spPr>
          <a:xfrm xmlns:a="http://schemas.openxmlformats.org/drawingml/2006/main">
            <a:off x="1950442" y="5659140"/>
            <a:ext cx="707231" cy="2082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440"/>
              </a:lnSpc>
              <a:buNone/>
            </a:pPr>
            <a:r>
              <a:rPr sz="1200">
                <a:solidFill>
                  <a:srgbClr val="4A5D52"/>
                </a:solidFill>
                <a:latin typeface="IBM Plex Sans"/>
                <a:ea typeface="IBM Plex Sans"/>
                <a:cs typeface="IBM Plex Sans"/>
              </a:rPr>
              <a:t>soja 131</a:t>
            </a:r>
            <a:endParaRPr sz="1200"/>
          </a:p>
        </p:txBody>
      </p:sp>
      <p:sp>
        <p:nvSpPr>
          <p:cNvPr id="22" name="Text 20">
            <a:extLst xmlns:a="http://schemas.openxmlformats.org/drawingml/2006/main">
              <a:ext uri="{FF2B5EF4-FFF2-40B4-BE49-F238E27FC236}">
                <a16:creationId xmlns:a16="http://schemas.microsoft.com/office/drawing/2014/main" id="{0AC0DDA2-711C-4490-B974-AFB569A952A0}"/>
              </a:ext>
            </a:extLst>
          </p:cNvPr>
          <p:cNvSpPr>
            <a:spLocks xmlns:a="http://schemas.openxmlformats.org/drawingml/2006/main" noGrp="1"/>
          </p:cNvSpPr>
          <p:nvPr/>
        </p:nvSpPr>
        <p:spPr>
          <a:xfrm xmlns:a="http://schemas.openxmlformats.org/drawingml/2006/main">
            <a:off x="3158629" y="4083149"/>
            <a:ext cx="279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00"/>
              </a:lnSpc>
              <a:buNone/>
            </a:pPr>
            <a:r>
              <a:rPr sz="1500" b="1">
                <a:solidFill>
                  <a:srgbClr val="14281E"/>
                </a:solidFill>
                <a:latin typeface="IBM Plex Sans"/>
                <a:ea typeface="IBM Plex Sans"/>
                <a:cs typeface="IBM Plex Sans"/>
              </a:rPr>
              <a:t>18</a:t>
            </a:r>
            <a:endParaRPr sz="1500"/>
          </a:p>
        </p:txBody>
      </p:sp>
      <p:sp>
        <p:nvSpPr>
          <p:cNvPr id="23" name="Text 21">
            <a:extLst xmlns:a="http://schemas.openxmlformats.org/drawingml/2006/main">
              <a:ext uri="{FF2B5EF4-FFF2-40B4-BE49-F238E27FC236}">
                <a16:creationId xmlns:a16="http://schemas.microsoft.com/office/drawing/2014/main" id="{DD6C1DA2-C124-40CD-9F8F-DB6320B0CFA4}"/>
              </a:ext>
            </a:extLst>
          </p:cNvPr>
          <p:cNvSpPr>
            <a:spLocks xmlns:a="http://schemas.openxmlformats.org/drawingml/2006/main" noGrp="1"/>
          </p:cNvSpPr>
          <p:nvPr/>
        </p:nvSpPr>
        <p:spPr>
          <a:xfrm xmlns:a="http://schemas.openxmlformats.org/drawingml/2006/main">
            <a:off x="2980829" y="4349849"/>
            <a:ext cx="635000" cy="577850"/>
          </a:xfrm>
          <a:custGeom xmlns:a="http://schemas.openxmlformats.org/drawingml/2006/main">
            <a:rect l="l" t="t" r="r" b="b"/>
            <a:pathLst>
              <a:path w="635000" h="577850">
                <a:moveTo>
                  <a:pt x="0" y="38100"/>
                </a:moveTo>
                <a:arcTo wR="38100" hR="38100" stAng="10800000" swAng="5400000"/>
                <a:lnTo>
                  <a:pt x="596900" y="0"/>
                </a:lnTo>
                <a:arcTo wR="38100" hR="38100" stAng="16200000" swAng="5400000"/>
                <a:lnTo>
                  <a:pt x="635000" y="577850"/>
                </a:lnTo>
                <a:lnTo>
                  <a:pt x="0" y="577850"/>
                </a:lnTo>
                <a:close/>
              </a:path>
            </a:pathLst>
          </a:custGeom>
          <a:solidFill xmlns:a="http://schemas.openxmlformats.org/drawingml/2006/main">
            <a:srgbClr val="6B55A3"/>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10</a:t>
            </a:r>
            <a:endParaRPr sz="1200"/>
          </a:p>
        </p:txBody>
      </p:sp>
      <p:sp>
        <p:nvSpPr>
          <p:cNvPr id="24" name="Text 22">
            <a:extLst xmlns:a="http://schemas.openxmlformats.org/drawingml/2006/main">
              <a:ext uri="{FF2B5EF4-FFF2-40B4-BE49-F238E27FC236}">
                <a16:creationId xmlns:a16="http://schemas.microsoft.com/office/drawing/2014/main" id="{1FDE7304-1FFE-4871-A622-676CECBA71CF}"/>
              </a:ext>
            </a:extLst>
          </p:cNvPr>
          <p:cNvSpPr>
            <a:spLocks xmlns:a="http://schemas.openxmlformats.org/drawingml/2006/main" noGrp="1"/>
          </p:cNvSpPr>
          <p:nvPr/>
        </p:nvSpPr>
        <p:spPr>
          <a:xfrm xmlns:a="http://schemas.openxmlformats.org/drawingml/2006/main">
            <a:off x="2980829" y="4927699"/>
            <a:ext cx="635000" cy="457200"/>
          </a:xfrm>
          <a:prstGeom xmlns:a="http://schemas.openxmlformats.org/drawingml/2006/main" prst="rect">
            <a:avLst/>
          </a:prstGeom>
          <a:solidFill xmlns:a="http://schemas.openxmlformats.org/drawingml/2006/main">
            <a:srgbClr val="0B5638"/>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8</a:t>
            </a:r>
            <a:endParaRPr sz="1200"/>
          </a:p>
        </p:txBody>
      </p:sp>
      <p:sp>
        <p:nvSpPr>
          <p:cNvPr id="25" name="Shape 23">
            <a:extLst xmlns:a="http://schemas.openxmlformats.org/drawingml/2006/main">
              <a:ext uri="{FF2B5EF4-FFF2-40B4-BE49-F238E27FC236}">
                <a16:creationId xmlns:a16="http://schemas.microsoft.com/office/drawing/2014/main" id="{70C62946-AA5D-4BDA-9609-DE08585279B3}"/>
              </a:ext>
            </a:extLst>
          </p:cNvPr>
          <p:cNvSpPr>
            <a:spLocks xmlns:a="http://schemas.openxmlformats.org/drawingml/2006/main" noGrp="1"/>
          </p:cNvSpPr>
          <p:nvPr/>
        </p:nvSpPr>
        <p:spPr>
          <a:xfrm xmlns:a="http://schemas.openxmlformats.org/drawingml/2006/main">
            <a:off x="2801243" y="5391249"/>
            <a:ext cx="994172" cy="0"/>
          </a:xfrm>
          <a:prstGeom xmlns:a="http://schemas.openxmlformats.org/drawingml/2006/main" prst="line">
            <a:avLst/>
          </a:prstGeom>
          <a:noFill xmlns:a="http://schemas.openxmlformats.org/drawingml/2006/main"/>
          <a:ln xmlns:a="http://schemas.openxmlformats.org/drawingml/2006/main" w="12700">
            <a:solidFill>
              <a:srgbClr val="B7C3BB"/>
            </a:solidFill>
            <a:prstDash val="solid"/>
          </a:ln>
        </p:spPr>
      </p:sp>
      <p:sp>
        <p:nvSpPr>
          <p:cNvPr id="26" name="Text 24">
            <a:extLst xmlns:a="http://schemas.openxmlformats.org/drawingml/2006/main">
              <a:ext uri="{FF2B5EF4-FFF2-40B4-BE49-F238E27FC236}">
                <a16:creationId xmlns:a16="http://schemas.microsoft.com/office/drawing/2014/main" id="{C565A7EA-10EF-4B71-89A3-84C62AC55953}"/>
              </a:ext>
            </a:extLst>
          </p:cNvPr>
          <p:cNvSpPr>
            <a:spLocks xmlns:a="http://schemas.openxmlformats.org/drawingml/2006/main" noGrp="1"/>
          </p:cNvSpPr>
          <p:nvPr/>
        </p:nvSpPr>
        <p:spPr>
          <a:xfrm xmlns:a="http://schemas.openxmlformats.org/drawingml/2006/main">
            <a:off x="2980680" y="5448399"/>
            <a:ext cx="635198" cy="223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560"/>
              </a:lnSpc>
              <a:buNone/>
            </a:pPr>
            <a:r>
              <a:rPr sz="1300" b="1">
                <a:solidFill>
                  <a:srgbClr val="14281E"/>
                </a:solidFill>
                <a:latin typeface="IBM Plex Sans"/>
                <a:ea typeface="IBM Plex Sans"/>
                <a:cs typeface="IBM Plex Sans"/>
              </a:rPr>
              <a:t>Sáb 26</a:t>
            </a:r>
            <a:endParaRPr sz="1300"/>
          </a:p>
        </p:txBody>
      </p:sp>
      <p:sp>
        <p:nvSpPr>
          <p:cNvPr id="27" name="Text 25">
            <a:extLst xmlns:a="http://schemas.openxmlformats.org/drawingml/2006/main">
              <a:ext uri="{FF2B5EF4-FFF2-40B4-BE49-F238E27FC236}">
                <a16:creationId xmlns:a16="http://schemas.microsoft.com/office/drawing/2014/main" id="{42358305-96A0-4C25-ADA8-98BBD91BA6FF}"/>
              </a:ext>
            </a:extLst>
          </p:cNvPr>
          <p:cNvSpPr>
            <a:spLocks xmlns:a="http://schemas.openxmlformats.org/drawingml/2006/main" noGrp="1"/>
          </p:cNvSpPr>
          <p:nvPr/>
        </p:nvSpPr>
        <p:spPr>
          <a:xfrm xmlns:a="http://schemas.openxmlformats.org/drawingml/2006/main">
            <a:off x="2999492" y="5659140"/>
            <a:ext cx="597575" cy="2082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440"/>
              </a:lnSpc>
              <a:buNone/>
            </a:pPr>
            <a:r>
              <a:rPr sz="1200">
                <a:solidFill>
                  <a:srgbClr val="4A5D52"/>
                </a:solidFill>
                <a:latin typeface="IBM Plex Sans"/>
                <a:ea typeface="IBM Plex Sans"/>
                <a:cs typeface="IBM Plex Sans"/>
              </a:rPr>
              <a:t>soja 92</a:t>
            </a:r>
            <a:endParaRPr sz="1200"/>
          </a:p>
        </p:txBody>
      </p:sp>
      <p:sp>
        <p:nvSpPr>
          <p:cNvPr id="28" name="Text 26">
            <a:extLst xmlns:a="http://schemas.openxmlformats.org/drawingml/2006/main">
              <a:ext uri="{FF2B5EF4-FFF2-40B4-BE49-F238E27FC236}">
                <a16:creationId xmlns:a16="http://schemas.microsoft.com/office/drawing/2014/main" id="{1E8153DD-B07C-4225-971D-647E46136E91}"/>
              </a:ext>
            </a:extLst>
          </p:cNvPr>
          <p:cNvSpPr>
            <a:spLocks xmlns:a="http://schemas.openxmlformats.org/drawingml/2006/main" noGrp="1"/>
          </p:cNvSpPr>
          <p:nvPr/>
        </p:nvSpPr>
        <p:spPr>
          <a:xfrm xmlns:a="http://schemas.openxmlformats.org/drawingml/2006/main">
            <a:off x="4152801" y="3854549"/>
            <a:ext cx="279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00"/>
              </a:lnSpc>
              <a:buNone/>
            </a:pPr>
            <a:r>
              <a:rPr sz="1500" b="1">
                <a:solidFill>
                  <a:srgbClr val="14281E"/>
                </a:solidFill>
                <a:latin typeface="IBM Plex Sans"/>
                <a:ea typeface="IBM Plex Sans"/>
                <a:cs typeface="IBM Plex Sans"/>
              </a:rPr>
              <a:t>22</a:t>
            </a:r>
            <a:endParaRPr sz="1500"/>
          </a:p>
        </p:txBody>
      </p:sp>
      <p:sp>
        <p:nvSpPr>
          <p:cNvPr id="29" name="Text 27">
            <a:extLst xmlns:a="http://schemas.openxmlformats.org/drawingml/2006/main">
              <a:ext uri="{FF2B5EF4-FFF2-40B4-BE49-F238E27FC236}">
                <a16:creationId xmlns:a16="http://schemas.microsoft.com/office/drawing/2014/main" id="{A5FE959F-EF2D-416C-830D-49D2F0987315}"/>
              </a:ext>
            </a:extLst>
          </p:cNvPr>
          <p:cNvSpPr>
            <a:spLocks xmlns:a="http://schemas.openxmlformats.org/drawingml/2006/main" noGrp="1"/>
          </p:cNvSpPr>
          <p:nvPr/>
        </p:nvSpPr>
        <p:spPr>
          <a:xfrm xmlns:a="http://schemas.openxmlformats.org/drawingml/2006/main">
            <a:off x="3975001" y="4121249"/>
            <a:ext cx="635000" cy="342900"/>
          </a:xfrm>
          <a:custGeom xmlns:a="http://schemas.openxmlformats.org/drawingml/2006/main">
            <a:rect l="l" t="t" r="r" b="b"/>
            <a:pathLst>
              <a:path w="635000" h="342900">
                <a:moveTo>
                  <a:pt x="0" y="38100"/>
                </a:moveTo>
                <a:arcTo wR="38100" hR="38100" stAng="10800000" swAng="5400000"/>
                <a:lnTo>
                  <a:pt x="596900" y="0"/>
                </a:lnTo>
                <a:arcTo wR="38100" hR="38100" stAng="16200000" swAng="5400000"/>
                <a:lnTo>
                  <a:pt x="635000" y="342900"/>
                </a:lnTo>
                <a:lnTo>
                  <a:pt x="0" y="342900"/>
                </a:lnTo>
                <a:close/>
              </a:path>
            </a:pathLst>
          </a:custGeom>
          <a:solidFill xmlns:a="http://schemas.openxmlformats.org/drawingml/2006/main">
            <a:srgbClr val="6B55A3"/>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6</a:t>
            </a:r>
            <a:endParaRPr sz="1200"/>
          </a:p>
        </p:txBody>
      </p:sp>
      <p:sp>
        <p:nvSpPr>
          <p:cNvPr id="30" name="Text 28">
            <a:extLst xmlns:a="http://schemas.openxmlformats.org/drawingml/2006/main">
              <a:ext uri="{FF2B5EF4-FFF2-40B4-BE49-F238E27FC236}">
                <a16:creationId xmlns:a16="http://schemas.microsoft.com/office/drawing/2014/main" id="{A5F53267-9FB5-4C67-9707-22A6EE193F42}"/>
              </a:ext>
            </a:extLst>
          </p:cNvPr>
          <p:cNvSpPr>
            <a:spLocks xmlns:a="http://schemas.openxmlformats.org/drawingml/2006/main" noGrp="1"/>
          </p:cNvSpPr>
          <p:nvPr/>
        </p:nvSpPr>
        <p:spPr>
          <a:xfrm xmlns:a="http://schemas.openxmlformats.org/drawingml/2006/main">
            <a:off x="3975001" y="4464149"/>
            <a:ext cx="635000" cy="920750"/>
          </a:xfrm>
          <a:prstGeom xmlns:a="http://schemas.openxmlformats.org/drawingml/2006/main" prst="rect">
            <a:avLst/>
          </a:prstGeom>
          <a:solidFill xmlns:a="http://schemas.openxmlformats.org/drawingml/2006/main">
            <a:srgbClr val="0B5638"/>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16</a:t>
            </a:r>
            <a:endParaRPr sz="1200"/>
          </a:p>
        </p:txBody>
      </p:sp>
      <p:sp>
        <p:nvSpPr>
          <p:cNvPr id="31" name="Shape 29">
            <a:extLst xmlns:a="http://schemas.openxmlformats.org/drawingml/2006/main">
              <a:ext uri="{FF2B5EF4-FFF2-40B4-BE49-F238E27FC236}">
                <a16:creationId xmlns:a16="http://schemas.microsoft.com/office/drawing/2014/main" id="{504D36B0-E7AF-48B2-9D36-8990EA09954B}"/>
              </a:ext>
            </a:extLst>
          </p:cNvPr>
          <p:cNvSpPr>
            <a:spLocks xmlns:a="http://schemas.openxmlformats.org/drawingml/2006/main" noGrp="1"/>
          </p:cNvSpPr>
          <p:nvPr/>
        </p:nvSpPr>
        <p:spPr>
          <a:xfrm xmlns:a="http://schemas.openxmlformats.org/drawingml/2006/main">
            <a:off x="3795415" y="5391249"/>
            <a:ext cx="994271" cy="0"/>
          </a:xfrm>
          <a:prstGeom xmlns:a="http://schemas.openxmlformats.org/drawingml/2006/main" prst="line">
            <a:avLst/>
          </a:prstGeom>
          <a:noFill xmlns:a="http://schemas.openxmlformats.org/drawingml/2006/main"/>
          <a:ln xmlns:a="http://schemas.openxmlformats.org/drawingml/2006/main" w="12700">
            <a:solidFill>
              <a:srgbClr val="B7C3BB"/>
            </a:solidFill>
            <a:prstDash val="solid"/>
          </a:ln>
        </p:spPr>
      </p:sp>
      <p:sp>
        <p:nvSpPr>
          <p:cNvPr id="32" name="Text 30">
            <a:extLst xmlns:a="http://schemas.openxmlformats.org/drawingml/2006/main">
              <a:ext uri="{FF2B5EF4-FFF2-40B4-BE49-F238E27FC236}">
                <a16:creationId xmlns:a16="http://schemas.microsoft.com/office/drawing/2014/main" id="{7A9FF16F-2D09-41A7-8F86-A35D215DF938}"/>
              </a:ext>
            </a:extLst>
          </p:cNvPr>
          <p:cNvSpPr>
            <a:spLocks xmlns:a="http://schemas.openxmlformats.org/drawingml/2006/main" noGrp="1"/>
          </p:cNvSpPr>
          <p:nvPr/>
        </p:nvSpPr>
        <p:spPr>
          <a:xfrm xmlns:a="http://schemas.openxmlformats.org/drawingml/2006/main">
            <a:off x="3938280" y="5448399"/>
            <a:ext cx="708541" cy="223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560"/>
              </a:lnSpc>
              <a:buNone/>
            </a:pPr>
            <a:r>
              <a:rPr sz="1300" b="1">
                <a:solidFill>
                  <a:srgbClr val="14281E"/>
                </a:solidFill>
                <a:latin typeface="IBM Plex Sans"/>
                <a:ea typeface="IBM Plex Sans"/>
                <a:cs typeface="IBM Plex Sans"/>
              </a:rPr>
              <a:t>Dom 27</a:t>
            </a:r>
            <a:endParaRPr sz="1300"/>
          </a:p>
        </p:txBody>
      </p:sp>
      <p:sp>
        <p:nvSpPr>
          <p:cNvPr id="33" name="Text 31">
            <a:extLst xmlns:a="http://schemas.openxmlformats.org/drawingml/2006/main">
              <a:ext uri="{FF2B5EF4-FFF2-40B4-BE49-F238E27FC236}">
                <a16:creationId xmlns:a16="http://schemas.microsoft.com/office/drawing/2014/main" id="{AFFE1943-D333-4824-8129-5877D555DE29}"/>
              </a:ext>
            </a:extLst>
          </p:cNvPr>
          <p:cNvSpPr>
            <a:spLocks xmlns:a="http://schemas.openxmlformats.org/drawingml/2006/main" noGrp="1"/>
          </p:cNvSpPr>
          <p:nvPr/>
        </p:nvSpPr>
        <p:spPr>
          <a:xfrm xmlns:a="http://schemas.openxmlformats.org/drawingml/2006/main">
            <a:off x="3938885" y="5659140"/>
            <a:ext cx="707231" cy="2082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440"/>
              </a:lnSpc>
              <a:buNone/>
            </a:pPr>
            <a:r>
              <a:rPr sz="1200">
                <a:solidFill>
                  <a:srgbClr val="4A5D52"/>
                </a:solidFill>
                <a:latin typeface="IBM Plex Sans"/>
                <a:ea typeface="IBM Plex Sans"/>
                <a:cs typeface="IBM Plex Sans"/>
              </a:rPr>
              <a:t>soja 107</a:t>
            </a:r>
            <a:endParaRPr sz="1200"/>
          </a:p>
        </p:txBody>
      </p:sp>
      <p:sp>
        <p:nvSpPr>
          <p:cNvPr id="34" name="Text 32">
            <a:extLst xmlns:a="http://schemas.openxmlformats.org/drawingml/2006/main">
              <a:ext uri="{FF2B5EF4-FFF2-40B4-BE49-F238E27FC236}">
                <a16:creationId xmlns:a16="http://schemas.microsoft.com/office/drawing/2014/main" id="{DD885B26-C44A-4446-8FE6-70EACFD7E5C4}"/>
              </a:ext>
            </a:extLst>
          </p:cNvPr>
          <p:cNvSpPr>
            <a:spLocks xmlns:a="http://schemas.openxmlformats.org/drawingml/2006/main" noGrp="1"/>
          </p:cNvSpPr>
          <p:nvPr/>
        </p:nvSpPr>
        <p:spPr>
          <a:xfrm xmlns:a="http://schemas.openxmlformats.org/drawingml/2006/main">
            <a:off x="5147072" y="2933799"/>
            <a:ext cx="279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00"/>
              </a:lnSpc>
              <a:buNone/>
            </a:pPr>
            <a:r>
              <a:rPr sz="1500" b="1">
                <a:solidFill>
                  <a:srgbClr val="14281E"/>
                </a:solidFill>
                <a:latin typeface="IBM Plex Sans"/>
                <a:ea typeface="IBM Plex Sans"/>
                <a:cs typeface="IBM Plex Sans"/>
              </a:rPr>
              <a:t>38</a:t>
            </a:r>
            <a:endParaRPr sz="1500"/>
          </a:p>
        </p:txBody>
      </p:sp>
      <p:sp>
        <p:nvSpPr>
          <p:cNvPr id="35" name="Text 33">
            <a:extLst xmlns:a="http://schemas.openxmlformats.org/drawingml/2006/main">
              <a:ext uri="{FF2B5EF4-FFF2-40B4-BE49-F238E27FC236}">
                <a16:creationId xmlns:a16="http://schemas.microsoft.com/office/drawing/2014/main" id="{6132F9D7-9499-4EC3-8DF1-8EB8A775941A}"/>
              </a:ext>
            </a:extLst>
          </p:cNvPr>
          <p:cNvSpPr>
            <a:spLocks xmlns:a="http://schemas.openxmlformats.org/drawingml/2006/main" noGrp="1"/>
          </p:cNvSpPr>
          <p:nvPr/>
        </p:nvSpPr>
        <p:spPr>
          <a:xfrm xmlns:a="http://schemas.openxmlformats.org/drawingml/2006/main">
            <a:off x="4969272" y="3200499"/>
            <a:ext cx="635000" cy="1492250"/>
          </a:xfrm>
          <a:custGeom xmlns:a="http://schemas.openxmlformats.org/drawingml/2006/main">
            <a:rect l="l" t="t" r="r" b="b"/>
            <a:pathLst>
              <a:path w="635000" h="1492250">
                <a:moveTo>
                  <a:pt x="0" y="38100"/>
                </a:moveTo>
                <a:arcTo wR="38100" hR="38100" stAng="10800000" swAng="5400000"/>
                <a:lnTo>
                  <a:pt x="596900" y="0"/>
                </a:lnTo>
                <a:arcTo wR="38100" hR="38100" stAng="16200000" swAng="5400000"/>
                <a:lnTo>
                  <a:pt x="635000" y="1492250"/>
                </a:lnTo>
                <a:lnTo>
                  <a:pt x="0" y="1492250"/>
                </a:lnTo>
                <a:close/>
              </a:path>
            </a:pathLst>
          </a:custGeom>
          <a:solidFill xmlns:a="http://schemas.openxmlformats.org/drawingml/2006/main">
            <a:srgbClr val="6B55A3"/>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26</a:t>
            </a:r>
            <a:endParaRPr sz="1200"/>
          </a:p>
        </p:txBody>
      </p:sp>
      <p:sp>
        <p:nvSpPr>
          <p:cNvPr id="36" name="Text 34">
            <a:extLst xmlns:a="http://schemas.openxmlformats.org/drawingml/2006/main">
              <a:ext uri="{FF2B5EF4-FFF2-40B4-BE49-F238E27FC236}">
                <a16:creationId xmlns:a16="http://schemas.microsoft.com/office/drawing/2014/main" id="{0F1AA48A-CC1D-45B5-8DEE-23C7844E880B}"/>
              </a:ext>
            </a:extLst>
          </p:cNvPr>
          <p:cNvSpPr>
            <a:spLocks xmlns:a="http://schemas.openxmlformats.org/drawingml/2006/main" noGrp="1"/>
          </p:cNvSpPr>
          <p:nvPr/>
        </p:nvSpPr>
        <p:spPr>
          <a:xfrm xmlns:a="http://schemas.openxmlformats.org/drawingml/2006/main">
            <a:off x="4969272" y="4692749"/>
            <a:ext cx="635000" cy="692150"/>
          </a:xfrm>
          <a:prstGeom xmlns:a="http://schemas.openxmlformats.org/drawingml/2006/main" prst="rect">
            <a:avLst/>
          </a:prstGeom>
          <a:solidFill xmlns:a="http://schemas.openxmlformats.org/drawingml/2006/main">
            <a:srgbClr val="0B5638"/>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12</a:t>
            </a:r>
            <a:endParaRPr sz="1200"/>
          </a:p>
        </p:txBody>
      </p:sp>
      <p:sp>
        <p:nvSpPr>
          <p:cNvPr id="37" name="Shape 35">
            <a:extLst xmlns:a="http://schemas.openxmlformats.org/drawingml/2006/main">
              <a:ext uri="{FF2B5EF4-FFF2-40B4-BE49-F238E27FC236}">
                <a16:creationId xmlns:a16="http://schemas.microsoft.com/office/drawing/2014/main" id="{A98E8081-1B95-4957-A1D4-49E602D82214}"/>
              </a:ext>
            </a:extLst>
          </p:cNvPr>
          <p:cNvSpPr>
            <a:spLocks xmlns:a="http://schemas.openxmlformats.org/drawingml/2006/main" noGrp="1"/>
          </p:cNvSpPr>
          <p:nvPr/>
        </p:nvSpPr>
        <p:spPr>
          <a:xfrm xmlns:a="http://schemas.openxmlformats.org/drawingml/2006/main">
            <a:off x="4789686" y="5391249"/>
            <a:ext cx="994172" cy="0"/>
          </a:xfrm>
          <a:prstGeom xmlns:a="http://schemas.openxmlformats.org/drawingml/2006/main" prst="line">
            <a:avLst/>
          </a:prstGeom>
          <a:noFill xmlns:a="http://schemas.openxmlformats.org/drawingml/2006/main"/>
          <a:ln xmlns:a="http://schemas.openxmlformats.org/drawingml/2006/main" w="12700">
            <a:solidFill>
              <a:srgbClr val="B7C3BB"/>
            </a:solidFill>
            <a:prstDash val="solid"/>
          </a:ln>
        </p:spPr>
      </p:sp>
      <p:sp>
        <p:nvSpPr>
          <p:cNvPr id="38" name="Text 36">
            <a:extLst xmlns:a="http://schemas.openxmlformats.org/drawingml/2006/main">
              <a:ext uri="{FF2B5EF4-FFF2-40B4-BE49-F238E27FC236}">
                <a16:creationId xmlns:a16="http://schemas.microsoft.com/office/drawing/2014/main" id="{70C515BB-A9FF-4024-AF7B-2AD652A75F43}"/>
              </a:ext>
            </a:extLst>
          </p:cNvPr>
          <p:cNvSpPr>
            <a:spLocks xmlns:a="http://schemas.openxmlformats.org/drawingml/2006/main" noGrp="1"/>
          </p:cNvSpPr>
          <p:nvPr/>
        </p:nvSpPr>
        <p:spPr>
          <a:xfrm xmlns:a="http://schemas.openxmlformats.org/drawingml/2006/main">
            <a:off x="4976981" y="5448399"/>
            <a:ext cx="619482" cy="223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560"/>
              </a:lnSpc>
              <a:buNone/>
            </a:pPr>
            <a:r>
              <a:rPr sz="1300" b="1">
                <a:solidFill>
                  <a:srgbClr val="14281E"/>
                </a:solidFill>
                <a:latin typeface="IBM Plex Sans"/>
                <a:ea typeface="IBM Plex Sans"/>
                <a:cs typeface="IBM Plex Sans"/>
              </a:rPr>
              <a:t>Lun 28</a:t>
            </a:r>
            <a:endParaRPr sz="1300"/>
          </a:p>
        </p:txBody>
      </p:sp>
      <p:sp>
        <p:nvSpPr>
          <p:cNvPr id="39" name="Text 37">
            <a:extLst xmlns:a="http://schemas.openxmlformats.org/drawingml/2006/main">
              <a:ext uri="{FF2B5EF4-FFF2-40B4-BE49-F238E27FC236}">
                <a16:creationId xmlns:a16="http://schemas.microsoft.com/office/drawing/2014/main" id="{35749355-5270-4627-B8D3-9709F6240973}"/>
              </a:ext>
            </a:extLst>
          </p:cNvPr>
          <p:cNvSpPr>
            <a:spLocks xmlns:a="http://schemas.openxmlformats.org/drawingml/2006/main" noGrp="1"/>
          </p:cNvSpPr>
          <p:nvPr/>
        </p:nvSpPr>
        <p:spPr>
          <a:xfrm xmlns:a="http://schemas.openxmlformats.org/drawingml/2006/main">
            <a:off x="4933156" y="5659140"/>
            <a:ext cx="707231" cy="2082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440"/>
              </a:lnSpc>
              <a:buNone/>
            </a:pPr>
            <a:r>
              <a:rPr sz="1200">
                <a:solidFill>
                  <a:srgbClr val="4A5D52"/>
                </a:solidFill>
                <a:latin typeface="IBM Plex Sans"/>
                <a:ea typeface="IBM Plex Sans"/>
                <a:cs typeface="IBM Plex Sans"/>
              </a:rPr>
              <a:t>soja 135</a:t>
            </a:r>
            <a:endParaRPr sz="1200"/>
          </a:p>
        </p:txBody>
      </p:sp>
      <p:sp>
        <p:nvSpPr>
          <p:cNvPr id="40" name="Text 38">
            <a:extLst xmlns:a="http://schemas.openxmlformats.org/drawingml/2006/main">
              <a:ext uri="{FF2B5EF4-FFF2-40B4-BE49-F238E27FC236}">
                <a16:creationId xmlns:a16="http://schemas.microsoft.com/office/drawing/2014/main" id="{63825366-6C6E-4A7C-9600-5D76AD0AD7FB}"/>
              </a:ext>
            </a:extLst>
          </p:cNvPr>
          <p:cNvSpPr>
            <a:spLocks xmlns:a="http://schemas.openxmlformats.org/drawingml/2006/main" noGrp="1"/>
          </p:cNvSpPr>
          <p:nvPr/>
        </p:nvSpPr>
        <p:spPr>
          <a:xfrm xmlns:a="http://schemas.openxmlformats.org/drawingml/2006/main">
            <a:off x="6141244" y="4140299"/>
            <a:ext cx="279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00"/>
              </a:lnSpc>
              <a:buNone/>
            </a:pPr>
            <a:r>
              <a:rPr sz="1500" b="1">
                <a:solidFill>
                  <a:srgbClr val="14281E"/>
                </a:solidFill>
                <a:latin typeface="IBM Plex Sans"/>
                <a:ea typeface="IBM Plex Sans"/>
                <a:cs typeface="IBM Plex Sans"/>
              </a:rPr>
              <a:t>17</a:t>
            </a:r>
            <a:endParaRPr sz="1500"/>
          </a:p>
        </p:txBody>
      </p:sp>
      <p:sp>
        <p:nvSpPr>
          <p:cNvPr id="41" name="Text 39">
            <a:extLst xmlns:a="http://schemas.openxmlformats.org/drawingml/2006/main">
              <a:ext uri="{FF2B5EF4-FFF2-40B4-BE49-F238E27FC236}">
                <a16:creationId xmlns:a16="http://schemas.microsoft.com/office/drawing/2014/main" id="{0F08E77C-7399-4502-8C2C-15602BD6B2E9}"/>
              </a:ext>
            </a:extLst>
          </p:cNvPr>
          <p:cNvSpPr>
            <a:spLocks xmlns:a="http://schemas.openxmlformats.org/drawingml/2006/main" noGrp="1"/>
          </p:cNvSpPr>
          <p:nvPr/>
        </p:nvSpPr>
        <p:spPr>
          <a:xfrm xmlns:a="http://schemas.openxmlformats.org/drawingml/2006/main">
            <a:off x="5963444" y="4406999"/>
            <a:ext cx="635000" cy="342900"/>
          </a:xfrm>
          <a:custGeom xmlns:a="http://schemas.openxmlformats.org/drawingml/2006/main">
            <a:rect l="l" t="t" r="r" b="b"/>
            <a:pathLst>
              <a:path w="635000" h="342900">
                <a:moveTo>
                  <a:pt x="0" y="38100"/>
                </a:moveTo>
                <a:arcTo wR="38100" hR="38100" stAng="10800000" swAng="5400000"/>
                <a:lnTo>
                  <a:pt x="596900" y="0"/>
                </a:lnTo>
                <a:arcTo wR="38100" hR="38100" stAng="16200000" swAng="5400000"/>
                <a:lnTo>
                  <a:pt x="635000" y="342900"/>
                </a:lnTo>
                <a:lnTo>
                  <a:pt x="0" y="342900"/>
                </a:lnTo>
                <a:close/>
              </a:path>
            </a:pathLst>
          </a:custGeom>
          <a:solidFill xmlns:a="http://schemas.openxmlformats.org/drawingml/2006/main">
            <a:srgbClr val="6B55A3"/>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6</a:t>
            </a:r>
            <a:endParaRPr sz="1200"/>
          </a:p>
        </p:txBody>
      </p:sp>
      <p:sp>
        <p:nvSpPr>
          <p:cNvPr id="42" name="Text 40">
            <a:extLst xmlns:a="http://schemas.openxmlformats.org/drawingml/2006/main">
              <a:ext uri="{FF2B5EF4-FFF2-40B4-BE49-F238E27FC236}">
                <a16:creationId xmlns:a16="http://schemas.microsoft.com/office/drawing/2014/main" id="{CEDCD5F2-A9A3-4141-838E-0DB2877F5B55}"/>
              </a:ext>
            </a:extLst>
          </p:cNvPr>
          <p:cNvSpPr>
            <a:spLocks xmlns:a="http://schemas.openxmlformats.org/drawingml/2006/main" noGrp="1"/>
          </p:cNvSpPr>
          <p:nvPr/>
        </p:nvSpPr>
        <p:spPr>
          <a:xfrm xmlns:a="http://schemas.openxmlformats.org/drawingml/2006/main">
            <a:off x="5963444" y="4749899"/>
            <a:ext cx="635000" cy="635000"/>
          </a:xfrm>
          <a:prstGeom xmlns:a="http://schemas.openxmlformats.org/drawingml/2006/main" prst="rect">
            <a:avLst/>
          </a:prstGeom>
          <a:solidFill xmlns:a="http://schemas.openxmlformats.org/drawingml/2006/main">
            <a:srgbClr val="0B5638"/>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11</a:t>
            </a:r>
            <a:endParaRPr sz="1200"/>
          </a:p>
        </p:txBody>
      </p:sp>
      <p:sp>
        <p:nvSpPr>
          <p:cNvPr id="43" name="Shape 41">
            <a:extLst xmlns:a="http://schemas.openxmlformats.org/drawingml/2006/main">
              <a:ext uri="{FF2B5EF4-FFF2-40B4-BE49-F238E27FC236}">
                <a16:creationId xmlns:a16="http://schemas.microsoft.com/office/drawing/2014/main" id="{842EBBF0-EA08-4D4F-B196-6EA449C69510}"/>
              </a:ext>
            </a:extLst>
          </p:cNvPr>
          <p:cNvSpPr>
            <a:spLocks xmlns:a="http://schemas.openxmlformats.org/drawingml/2006/main" noGrp="1"/>
          </p:cNvSpPr>
          <p:nvPr/>
        </p:nvSpPr>
        <p:spPr>
          <a:xfrm xmlns:a="http://schemas.openxmlformats.org/drawingml/2006/main">
            <a:off x="5783858" y="5391249"/>
            <a:ext cx="994271" cy="0"/>
          </a:xfrm>
          <a:prstGeom xmlns:a="http://schemas.openxmlformats.org/drawingml/2006/main" prst="line">
            <a:avLst/>
          </a:prstGeom>
          <a:noFill xmlns:a="http://schemas.openxmlformats.org/drawingml/2006/main"/>
          <a:ln xmlns:a="http://schemas.openxmlformats.org/drawingml/2006/main" w="12700">
            <a:solidFill>
              <a:srgbClr val="B7C3BB"/>
            </a:solidFill>
            <a:prstDash val="solid"/>
          </a:ln>
        </p:spPr>
      </p:sp>
      <p:sp>
        <p:nvSpPr>
          <p:cNvPr id="44" name="Text 42">
            <a:extLst xmlns:a="http://schemas.openxmlformats.org/drawingml/2006/main">
              <a:ext uri="{FF2B5EF4-FFF2-40B4-BE49-F238E27FC236}">
                <a16:creationId xmlns:a16="http://schemas.microsoft.com/office/drawing/2014/main" id="{D604EF32-5B07-471B-87CE-844FC6608861}"/>
              </a:ext>
            </a:extLst>
          </p:cNvPr>
          <p:cNvSpPr>
            <a:spLocks xmlns:a="http://schemas.openxmlformats.org/drawingml/2006/main" noGrp="1"/>
          </p:cNvSpPr>
          <p:nvPr/>
        </p:nvSpPr>
        <p:spPr>
          <a:xfrm xmlns:a="http://schemas.openxmlformats.org/drawingml/2006/main">
            <a:off x="5963404" y="5448399"/>
            <a:ext cx="635079" cy="223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560"/>
              </a:lnSpc>
              <a:buNone/>
            </a:pPr>
            <a:r>
              <a:rPr sz="1300" b="1">
                <a:solidFill>
                  <a:srgbClr val="14281E"/>
                </a:solidFill>
                <a:latin typeface="IBM Plex Sans"/>
                <a:ea typeface="IBM Plex Sans"/>
                <a:cs typeface="IBM Plex Sans"/>
              </a:rPr>
              <a:t>Mar 29</a:t>
            </a:r>
            <a:endParaRPr sz="1300"/>
          </a:p>
        </p:txBody>
      </p:sp>
      <p:sp>
        <p:nvSpPr>
          <p:cNvPr id="45" name="Text 43">
            <a:extLst xmlns:a="http://schemas.openxmlformats.org/drawingml/2006/main">
              <a:ext uri="{FF2B5EF4-FFF2-40B4-BE49-F238E27FC236}">
                <a16:creationId xmlns:a16="http://schemas.microsoft.com/office/drawing/2014/main" id="{933FE6B3-D395-4F37-8C4C-A9BAF7D5DC59}"/>
              </a:ext>
            </a:extLst>
          </p:cNvPr>
          <p:cNvSpPr>
            <a:spLocks xmlns:a="http://schemas.openxmlformats.org/drawingml/2006/main" noGrp="1"/>
          </p:cNvSpPr>
          <p:nvPr/>
        </p:nvSpPr>
        <p:spPr>
          <a:xfrm xmlns:a="http://schemas.openxmlformats.org/drawingml/2006/main">
            <a:off x="5982206" y="5659140"/>
            <a:ext cx="597575" cy="2082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440"/>
              </a:lnSpc>
              <a:buNone/>
            </a:pPr>
            <a:r>
              <a:rPr sz="1200">
                <a:solidFill>
                  <a:srgbClr val="4A5D52"/>
                </a:solidFill>
                <a:latin typeface="IBM Plex Sans"/>
                <a:ea typeface="IBM Plex Sans"/>
                <a:cs typeface="IBM Plex Sans"/>
              </a:rPr>
              <a:t>soja 96</a:t>
            </a:r>
            <a:endParaRPr sz="1200"/>
          </a:p>
        </p:txBody>
      </p:sp>
      <p:sp>
        <p:nvSpPr>
          <p:cNvPr id="46" name="Text 44">
            <a:extLst xmlns:a="http://schemas.openxmlformats.org/drawingml/2006/main">
              <a:ext uri="{FF2B5EF4-FFF2-40B4-BE49-F238E27FC236}">
                <a16:creationId xmlns:a16="http://schemas.microsoft.com/office/drawing/2014/main" id="{E97FC12A-50A0-45D2-845D-2178D1913116}"/>
              </a:ext>
            </a:extLst>
          </p:cNvPr>
          <p:cNvSpPr>
            <a:spLocks xmlns:a="http://schemas.openxmlformats.org/drawingml/2006/main" noGrp="1"/>
          </p:cNvSpPr>
          <p:nvPr/>
        </p:nvSpPr>
        <p:spPr>
          <a:xfrm xmlns:a="http://schemas.openxmlformats.org/drawingml/2006/main">
            <a:off x="7135515" y="3340199"/>
            <a:ext cx="279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00"/>
              </a:lnSpc>
              <a:buNone/>
            </a:pPr>
            <a:r>
              <a:rPr sz="1500" b="1">
                <a:solidFill>
                  <a:srgbClr val="14281E"/>
                </a:solidFill>
                <a:latin typeface="IBM Plex Sans"/>
                <a:ea typeface="IBM Plex Sans"/>
                <a:cs typeface="IBM Plex Sans"/>
              </a:rPr>
              <a:t>31</a:t>
            </a:r>
            <a:endParaRPr sz="1500"/>
          </a:p>
        </p:txBody>
      </p:sp>
      <p:sp>
        <p:nvSpPr>
          <p:cNvPr id="47" name="Text 45">
            <a:extLst xmlns:a="http://schemas.openxmlformats.org/drawingml/2006/main">
              <a:ext uri="{FF2B5EF4-FFF2-40B4-BE49-F238E27FC236}">
                <a16:creationId xmlns:a16="http://schemas.microsoft.com/office/drawing/2014/main" id="{0188B645-A187-460C-9827-338CC8FDDE61}"/>
              </a:ext>
            </a:extLst>
          </p:cNvPr>
          <p:cNvSpPr>
            <a:spLocks xmlns:a="http://schemas.openxmlformats.org/drawingml/2006/main" noGrp="1"/>
          </p:cNvSpPr>
          <p:nvPr/>
        </p:nvSpPr>
        <p:spPr>
          <a:xfrm xmlns:a="http://schemas.openxmlformats.org/drawingml/2006/main">
            <a:off x="6957715" y="3606899"/>
            <a:ext cx="635000" cy="1263650"/>
          </a:xfrm>
          <a:custGeom xmlns:a="http://schemas.openxmlformats.org/drawingml/2006/main">
            <a:rect l="l" t="t" r="r" b="b"/>
            <a:pathLst>
              <a:path w="635000" h="1263650">
                <a:moveTo>
                  <a:pt x="0" y="38100"/>
                </a:moveTo>
                <a:arcTo wR="38100" hR="38100" stAng="10800000" swAng="5400000"/>
                <a:lnTo>
                  <a:pt x="596900" y="0"/>
                </a:lnTo>
                <a:arcTo wR="38100" hR="38100" stAng="16200000" swAng="5400000"/>
                <a:lnTo>
                  <a:pt x="635000" y="1263650"/>
                </a:lnTo>
                <a:lnTo>
                  <a:pt x="0" y="1263650"/>
                </a:lnTo>
                <a:close/>
              </a:path>
            </a:pathLst>
          </a:custGeom>
          <a:solidFill xmlns:a="http://schemas.openxmlformats.org/drawingml/2006/main">
            <a:srgbClr val="6B55A3"/>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22</a:t>
            </a:r>
            <a:endParaRPr sz="1200"/>
          </a:p>
        </p:txBody>
      </p:sp>
      <p:sp>
        <p:nvSpPr>
          <p:cNvPr id="48" name="Text 46">
            <a:extLst xmlns:a="http://schemas.openxmlformats.org/drawingml/2006/main">
              <a:ext uri="{FF2B5EF4-FFF2-40B4-BE49-F238E27FC236}">
                <a16:creationId xmlns:a16="http://schemas.microsoft.com/office/drawing/2014/main" id="{97618177-1F6C-47E2-A75C-E6A7811E1600}"/>
              </a:ext>
            </a:extLst>
          </p:cNvPr>
          <p:cNvSpPr>
            <a:spLocks xmlns:a="http://schemas.openxmlformats.org/drawingml/2006/main" noGrp="1"/>
          </p:cNvSpPr>
          <p:nvPr/>
        </p:nvSpPr>
        <p:spPr>
          <a:xfrm xmlns:a="http://schemas.openxmlformats.org/drawingml/2006/main">
            <a:off x="6957715" y="4870549"/>
            <a:ext cx="635000" cy="514350"/>
          </a:xfrm>
          <a:prstGeom xmlns:a="http://schemas.openxmlformats.org/drawingml/2006/main" prst="rect">
            <a:avLst/>
          </a:prstGeom>
          <a:solidFill xmlns:a="http://schemas.openxmlformats.org/drawingml/2006/main">
            <a:srgbClr val="0B5638"/>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9</a:t>
            </a:r>
            <a:endParaRPr sz="1200"/>
          </a:p>
        </p:txBody>
      </p:sp>
      <p:sp>
        <p:nvSpPr>
          <p:cNvPr id="49" name="Shape 47">
            <a:extLst xmlns:a="http://schemas.openxmlformats.org/drawingml/2006/main">
              <a:ext uri="{FF2B5EF4-FFF2-40B4-BE49-F238E27FC236}">
                <a16:creationId xmlns:a16="http://schemas.microsoft.com/office/drawing/2014/main" id="{7CF6F08D-EA36-4760-BEC0-A1C777E47BC9}"/>
              </a:ext>
            </a:extLst>
          </p:cNvPr>
          <p:cNvSpPr>
            <a:spLocks xmlns:a="http://schemas.openxmlformats.org/drawingml/2006/main" noGrp="1"/>
          </p:cNvSpPr>
          <p:nvPr/>
        </p:nvSpPr>
        <p:spPr>
          <a:xfrm xmlns:a="http://schemas.openxmlformats.org/drawingml/2006/main">
            <a:off x="6778129" y="5391249"/>
            <a:ext cx="994271" cy="0"/>
          </a:xfrm>
          <a:prstGeom xmlns:a="http://schemas.openxmlformats.org/drawingml/2006/main" prst="line">
            <a:avLst/>
          </a:prstGeom>
          <a:noFill xmlns:a="http://schemas.openxmlformats.org/drawingml/2006/main"/>
          <a:ln xmlns:a="http://schemas.openxmlformats.org/drawingml/2006/main" w="12700">
            <a:solidFill>
              <a:srgbClr val="B7C3BB"/>
            </a:solidFill>
            <a:prstDash val="solid"/>
          </a:ln>
        </p:spPr>
      </p:sp>
      <p:sp>
        <p:nvSpPr>
          <p:cNvPr id="50" name="Text 48">
            <a:extLst xmlns:a="http://schemas.openxmlformats.org/drawingml/2006/main">
              <a:ext uri="{FF2B5EF4-FFF2-40B4-BE49-F238E27FC236}">
                <a16:creationId xmlns:a16="http://schemas.microsoft.com/office/drawing/2014/main" id="{6C34DE2B-4307-4A6B-8EFB-CABF101174A1}"/>
              </a:ext>
            </a:extLst>
          </p:cNvPr>
          <p:cNvSpPr>
            <a:spLocks xmlns:a="http://schemas.openxmlformats.org/drawingml/2006/main" noGrp="1"/>
          </p:cNvSpPr>
          <p:nvPr/>
        </p:nvSpPr>
        <p:spPr>
          <a:xfrm xmlns:a="http://schemas.openxmlformats.org/drawingml/2006/main">
            <a:off x="6969462" y="5448399"/>
            <a:ext cx="611505" cy="223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560"/>
              </a:lnSpc>
              <a:buNone/>
            </a:pPr>
            <a:r>
              <a:rPr sz="1300" b="1">
                <a:solidFill>
                  <a:srgbClr val="14281E"/>
                </a:solidFill>
                <a:latin typeface="IBM Plex Sans"/>
                <a:ea typeface="IBM Plex Sans"/>
                <a:cs typeface="IBM Plex Sans"/>
              </a:rPr>
              <a:t>Mié 30</a:t>
            </a:r>
            <a:endParaRPr sz="1300"/>
          </a:p>
        </p:txBody>
      </p:sp>
      <p:sp>
        <p:nvSpPr>
          <p:cNvPr id="51" name="Text 49">
            <a:extLst xmlns:a="http://schemas.openxmlformats.org/drawingml/2006/main">
              <a:ext uri="{FF2B5EF4-FFF2-40B4-BE49-F238E27FC236}">
                <a16:creationId xmlns:a16="http://schemas.microsoft.com/office/drawing/2014/main" id="{C963B688-15D4-4E21-8B80-DCABC70BFC85}"/>
              </a:ext>
            </a:extLst>
          </p:cNvPr>
          <p:cNvSpPr>
            <a:spLocks xmlns:a="http://schemas.openxmlformats.org/drawingml/2006/main" noGrp="1"/>
          </p:cNvSpPr>
          <p:nvPr/>
        </p:nvSpPr>
        <p:spPr>
          <a:xfrm xmlns:a="http://schemas.openxmlformats.org/drawingml/2006/main">
            <a:off x="6921599" y="5659140"/>
            <a:ext cx="707231" cy="2082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440"/>
              </a:lnSpc>
              <a:buNone/>
            </a:pPr>
            <a:r>
              <a:rPr sz="1200">
                <a:solidFill>
                  <a:srgbClr val="4A5D52"/>
                </a:solidFill>
                <a:latin typeface="IBM Plex Sans"/>
                <a:ea typeface="IBM Plex Sans"/>
                <a:cs typeface="IBM Plex Sans"/>
              </a:rPr>
              <a:t>soja 100</a:t>
            </a:r>
            <a:endParaRPr sz="1200"/>
          </a:p>
        </p:txBody>
      </p:sp>
      <p:sp>
        <p:nvSpPr>
          <p:cNvPr id="52" name="Shape 50">
            <a:extLst xmlns:a="http://schemas.openxmlformats.org/drawingml/2006/main">
              <a:ext uri="{FF2B5EF4-FFF2-40B4-BE49-F238E27FC236}">
                <a16:creationId xmlns:a16="http://schemas.microsoft.com/office/drawing/2014/main" id="{64FD2B7A-E97E-49C2-A60F-510537A15823}"/>
              </a:ext>
            </a:extLst>
          </p:cNvPr>
          <p:cNvSpPr>
            <a:spLocks xmlns:a="http://schemas.openxmlformats.org/drawingml/2006/main" noGrp="1"/>
          </p:cNvSpPr>
          <p:nvPr/>
        </p:nvSpPr>
        <p:spPr>
          <a:xfrm xmlns:a="http://schemas.openxmlformats.org/drawingml/2006/main">
            <a:off x="8080375" y="2371427"/>
            <a:ext cx="3295650" cy="873522"/>
          </a:xfrm>
          <a:prstGeom xmlns:a="http://schemas.openxmlformats.org/drawingml/2006/main" prst="roundRect">
            <a:avLst>
              <a:gd name="adj" fmla="val 9814"/>
            </a:avLst>
          </a:prstGeom>
          <a:solidFill xmlns:a="http://schemas.openxmlformats.org/drawingml/2006/main">
            <a:srgbClr val="FCFDFB"/>
          </a:solidFill>
          <a:ln xmlns:a="http://schemas.openxmlformats.org/drawingml/2006/main" w="6350">
            <a:solidFill>
              <a:srgbClr val="D3E2D7"/>
            </a:solidFill>
            <a:prstDash val="solid"/>
          </a:ln>
        </p:spPr>
      </p:sp>
      <p:sp>
        <p:nvSpPr>
          <p:cNvPr id="53" name="Text 51">
            <a:extLst xmlns:a="http://schemas.openxmlformats.org/drawingml/2006/main">
              <a:ext uri="{FF2B5EF4-FFF2-40B4-BE49-F238E27FC236}">
                <a16:creationId xmlns:a16="http://schemas.microsoft.com/office/drawing/2014/main" id="{25299558-5961-4920-B7F2-7E74B9889979}"/>
              </a:ext>
            </a:extLst>
          </p:cNvPr>
          <p:cNvSpPr>
            <a:spLocks xmlns:a="http://schemas.openxmlformats.org/drawingml/2006/main" noGrp="1"/>
          </p:cNvSpPr>
          <p:nvPr/>
        </p:nvSpPr>
        <p:spPr>
          <a:xfrm xmlns:a="http://schemas.openxmlformats.org/drawingml/2006/main">
            <a:off x="8210550" y="2450802"/>
            <a:ext cx="3126359" cy="31869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310"/>
              </a:lnSpc>
              <a:buNone/>
            </a:pPr>
            <a:r>
              <a:rPr sz="2200" b="1">
                <a:solidFill>
                  <a:srgbClr val="14281E"/>
                </a:solidFill>
                <a:latin typeface="IBM Plex Sans"/>
                <a:ea typeface="IBM Plex Sans"/>
                <a:cs typeface="IBM Plex Sans"/>
              </a:rPr>
              <a:t>38</a:t>
            </a:r>
            <a:endParaRPr sz="2200"/>
          </a:p>
        </p:txBody>
      </p:sp>
      <p:sp>
        <p:nvSpPr>
          <p:cNvPr id="54" name="Text 52">
            <a:extLst xmlns:a="http://schemas.openxmlformats.org/drawingml/2006/main">
              <a:ext uri="{FF2B5EF4-FFF2-40B4-BE49-F238E27FC236}">
                <a16:creationId xmlns:a16="http://schemas.microsoft.com/office/drawing/2014/main" id="{F9EF8384-0D90-4F3E-8DDC-4CFBD168B515}"/>
              </a:ext>
            </a:extLst>
          </p:cNvPr>
          <p:cNvSpPr>
            <a:spLocks xmlns:a="http://schemas.openxmlformats.org/drawingml/2006/main" noGrp="1"/>
          </p:cNvSpPr>
          <p:nvPr/>
        </p:nvSpPr>
        <p:spPr>
          <a:xfrm xmlns:a="http://schemas.openxmlformats.org/drawingml/2006/main">
            <a:off x="8210550" y="2769493"/>
            <a:ext cx="3126359" cy="4214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60"/>
              </a:lnSpc>
              <a:buNone/>
            </a:pPr>
            <a:r>
              <a:rPr sz="1200">
                <a:solidFill>
                  <a:srgbClr val="4A5D52"/>
                </a:solidFill>
                <a:latin typeface="IBM Plex Sans"/>
                <a:ea typeface="IBM Plex Sans"/>
                <a:cs typeface="IBM Plex Sans"/>
              </a:rPr>
              <a:t>camiones adentro el lunes 28: 12 en Ricardone y 26 en San Lorenzo.</a:t>
            </a:r>
            <a:endParaRPr sz="1200"/>
          </a:p>
        </p:txBody>
      </p:sp>
      <p:sp>
        <p:nvSpPr>
          <p:cNvPr id="55" name="Shape 53">
            <a:extLst xmlns:a="http://schemas.openxmlformats.org/drawingml/2006/main">
              <a:ext uri="{FF2B5EF4-FFF2-40B4-BE49-F238E27FC236}">
                <a16:creationId xmlns:a16="http://schemas.microsoft.com/office/drawing/2014/main" id="{60119DA0-EE67-4B37-A7AC-16F4350BDF8A}"/>
              </a:ext>
            </a:extLst>
          </p:cNvPr>
          <p:cNvSpPr>
            <a:spLocks xmlns:a="http://schemas.openxmlformats.org/drawingml/2006/main" noGrp="1"/>
          </p:cNvSpPr>
          <p:nvPr/>
        </p:nvSpPr>
        <p:spPr>
          <a:xfrm xmlns:a="http://schemas.openxmlformats.org/drawingml/2006/main">
            <a:off x="8080375" y="3340199"/>
            <a:ext cx="3295650" cy="873522"/>
          </a:xfrm>
          <a:prstGeom xmlns:a="http://schemas.openxmlformats.org/drawingml/2006/main" prst="roundRect">
            <a:avLst>
              <a:gd name="adj" fmla="val 9814"/>
            </a:avLst>
          </a:prstGeom>
          <a:solidFill xmlns:a="http://schemas.openxmlformats.org/drawingml/2006/main">
            <a:srgbClr val="FCFDFB"/>
          </a:solidFill>
          <a:ln xmlns:a="http://schemas.openxmlformats.org/drawingml/2006/main" w="6350">
            <a:solidFill>
              <a:srgbClr val="D3E2D7"/>
            </a:solidFill>
            <a:prstDash val="solid"/>
          </a:ln>
        </p:spPr>
      </p:sp>
      <p:sp>
        <p:nvSpPr>
          <p:cNvPr id="56" name="Text 54">
            <a:extLst xmlns:a="http://schemas.openxmlformats.org/drawingml/2006/main">
              <a:ext uri="{FF2B5EF4-FFF2-40B4-BE49-F238E27FC236}">
                <a16:creationId xmlns:a16="http://schemas.microsoft.com/office/drawing/2014/main" id="{A13F1702-1F68-4FB2-B1B9-96929394C08F}"/>
              </a:ext>
            </a:extLst>
          </p:cNvPr>
          <p:cNvSpPr>
            <a:spLocks xmlns:a="http://schemas.openxmlformats.org/drawingml/2006/main" noGrp="1"/>
          </p:cNvSpPr>
          <p:nvPr/>
        </p:nvSpPr>
        <p:spPr>
          <a:xfrm xmlns:a="http://schemas.openxmlformats.org/drawingml/2006/main">
            <a:off x="8210550" y="3419574"/>
            <a:ext cx="3126359" cy="31869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310"/>
              </a:lnSpc>
              <a:buNone/>
            </a:pPr>
            <a:r>
              <a:rPr sz="2200" b="1">
                <a:solidFill>
                  <a:srgbClr val="14281E"/>
                </a:solidFill>
                <a:latin typeface="IBM Plex Sans"/>
                <a:ea typeface="IBM Plex Sans"/>
                <a:cs typeface="IBM Plex Sans"/>
              </a:rPr>
              <a:t>17–38</a:t>
            </a:r>
            <a:endParaRPr sz="2200"/>
          </a:p>
        </p:txBody>
      </p:sp>
      <p:sp>
        <p:nvSpPr>
          <p:cNvPr id="57" name="Text 55">
            <a:extLst xmlns:a="http://schemas.openxmlformats.org/drawingml/2006/main">
              <a:ext uri="{FF2B5EF4-FFF2-40B4-BE49-F238E27FC236}">
                <a16:creationId xmlns:a16="http://schemas.microsoft.com/office/drawing/2014/main" id="{F904B683-13DF-49A2-BE3B-8C331ABDC922}"/>
              </a:ext>
            </a:extLst>
          </p:cNvPr>
          <p:cNvSpPr>
            <a:spLocks xmlns:a="http://schemas.openxmlformats.org/drawingml/2006/main" noGrp="1"/>
          </p:cNvSpPr>
          <p:nvPr/>
        </p:nvSpPr>
        <p:spPr>
          <a:xfrm xmlns:a="http://schemas.openxmlformats.org/drawingml/2006/main">
            <a:off x="8210550" y="3738265"/>
            <a:ext cx="3126359" cy="4214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60"/>
              </a:lnSpc>
              <a:buNone/>
            </a:pPr>
            <a:r>
              <a:rPr sz="1200">
                <a:solidFill>
                  <a:srgbClr val="4A5D52"/>
                </a:solidFill>
                <a:latin typeface="IBM Plex Sans"/>
                <a:ea typeface="IBM Plex Sans"/>
                <a:cs typeface="IBM Plex Sans"/>
              </a:rPr>
              <a:t>por día en la semana; el más bajo, el martes 29.</a:t>
            </a:r>
            <a:endParaRPr sz="1200"/>
          </a:p>
        </p:txBody>
      </p:sp>
      <p:sp>
        <p:nvSpPr>
          <p:cNvPr id="58" name="Shape 56">
            <a:extLst xmlns:a="http://schemas.openxmlformats.org/drawingml/2006/main">
              <a:ext uri="{FF2B5EF4-FFF2-40B4-BE49-F238E27FC236}">
                <a16:creationId xmlns:a16="http://schemas.microsoft.com/office/drawing/2014/main" id="{3FA6536F-D06C-4E46-9FCE-4C1F2C171169}"/>
              </a:ext>
            </a:extLst>
          </p:cNvPr>
          <p:cNvSpPr>
            <a:spLocks xmlns:a="http://schemas.openxmlformats.org/drawingml/2006/main" noGrp="1"/>
          </p:cNvSpPr>
          <p:nvPr/>
        </p:nvSpPr>
        <p:spPr>
          <a:xfrm xmlns:a="http://schemas.openxmlformats.org/drawingml/2006/main">
            <a:off x="8080375" y="4308971"/>
            <a:ext cx="3295650" cy="1269603"/>
          </a:xfrm>
          <a:prstGeom xmlns:a="http://schemas.openxmlformats.org/drawingml/2006/main" prst="roundRect">
            <a:avLst>
              <a:gd name="adj" fmla="val 6752"/>
            </a:avLst>
          </a:prstGeom>
          <a:solidFill xmlns:a="http://schemas.openxmlformats.org/drawingml/2006/main">
            <a:srgbClr val="FCFDFB"/>
          </a:solidFill>
          <a:ln xmlns:a="http://schemas.openxmlformats.org/drawingml/2006/main" w="6350">
            <a:solidFill>
              <a:srgbClr val="D3E2D7"/>
            </a:solidFill>
            <a:prstDash val="solid"/>
          </a:ln>
        </p:spPr>
      </p:sp>
      <p:sp>
        <p:nvSpPr>
          <p:cNvPr id="59" name="Text 57">
            <a:extLst xmlns:a="http://schemas.openxmlformats.org/drawingml/2006/main">
              <a:ext uri="{FF2B5EF4-FFF2-40B4-BE49-F238E27FC236}">
                <a16:creationId xmlns:a16="http://schemas.microsoft.com/office/drawing/2014/main" id="{EA15B145-7D7A-4226-886F-69D19B9814C6}"/>
              </a:ext>
            </a:extLst>
          </p:cNvPr>
          <p:cNvSpPr>
            <a:spLocks xmlns:a="http://schemas.openxmlformats.org/drawingml/2006/main" noGrp="1"/>
          </p:cNvSpPr>
          <p:nvPr/>
        </p:nvSpPr>
        <p:spPr>
          <a:xfrm xmlns:a="http://schemas.openxmlformats.org/drawingml/2006/main">
            <a:off x="8210550" y="4388346"/>
            <a:ext cx="3126359" cy="31869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310"/>
              </a:lnSpc>
              <a:buNone/>
            </a:pPr>
            <a:r>
              <a:rPr sz="2200" b="1">
                <a:solidFill>
                  <a:srgbClr val="0B5638"/>
                </a:solidFill>
                <a:latin typeface="IBM Plex Sans"/>
                <a:ea typeface="IBM Plex Sans"/>
                <a:cs typeface="IBM Plex Sans"/>
              </a:rPr>
              <a:t>26</a:t>
            </a:r>
            <a:endParaRPr sz="2200"/>
          </a:p>
        </p:txBody>
      </p:sp>
      <p:sp>
        <p:nvSpPr>
          <p:cNvPr id="60" name="Text 58">
            <a:extLst xmlns:a="http://schemas.openxmlformats.org/drawingml/2006/main">
              <a:ext uri="{FF2B5EF4-FFF2-40B4-BE49-F238E27FC236}">
                <a16:creationId xmlns:a16="http://schemas.microsoft.com/office/drawing/2014/main" id="{1FB5E39A-B2C1-417A-AA99-2B663CC00DDA}"/>
              </a:ext>
            </a:extLst>
          </p:cNvPr>
          <p:cNvSpPr>
            <a:spLocks xmlns:a="http://schemas.openxmlformats.org/drawingml/2006/main" noGrp="1"/>
          </p:cNvSpPr>
          <p:nvPr/>
        </p:nvSpPr>
        <p:spPr>
          <a:xfrm xmlns:a="http://schemas.openxmlformats.org/drawingml/2006/main">
            <a:off x="8210550" y="4707037"/>
            <a:ext cx="3126359" cy="81756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60"/>
              </a:lnSpc>
              <a:buNone/>
            </a:pPr>
            <a:r>
              <a:rPr sz="1200">
                <a:solidFill>
                  <a:srgbClr val="4A5D52"/>
                </a:solidFill>
                <a:latin typeface="IBM Plex Sans"/>
                <a:ea typeface="IBM Plex Sans"/>
                <a:cs typeface="IBM Plex Sans"/>
              </a:rPr>
              <a:t>en San Lorenzo el lunes 28: el puerto tardó 248 min por camión, con la PV2 sin descargar por un preventivo en su compresor.</a:t>
            </a:r>
            <a:endParaRPr sz="1200"/>
          </a:p>
        </p:txBody>
      </p:sp>
      <p:pic>
        <p:nvPicPr>
          <p:cNvPr id="124" name="Image 0"/>
          <p:cNvPicPr>
            <a:picLocks xmlns:a="http://schemas.openxmlformats.org/drawingml/2006/main" noChangeAspect="1"/>
          </p:cNvPicPr>
          <p:nvPr/>
        </p:nvPicPr>
        <p:blipFill>
          <a:blip xmlns:r="http://schemas.openxmlformats.org/officeDocument/2006/relationships" xmlns:a="http://schemas.openxmlformats.org/drawingml/2006/main" r:embed="R309c8e01ccd74f6e"/>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62" name="Text 59">
            <a:extLst xmlns:a="http://schemas.openxmlformats.org/drawingml/2006/main">
              <a:ext uri="{FF2B5EF4-FFF2-40B4-BE49-F238E27FC236}">
                <a16:creationId xmlns:a16="http://schemas.microsoft.com/office/drawing/2014/main" id="{809E0B30-52A6-4F0D-9494-0E0C08876314}"/>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3</a:t>
            </a:r>
            <a:endParaRPr sz="1200"/>
          </a:p>
        </p:txBody>
      </p:sp>
      <p:pic>
        <p:nvPicPr>
          <p:cNvPr id="126" name="Image 1"/>
          <p:cNvPicPr>
            <a:picLocks xmlns:a="http://schemas.openxmlformats.org/drawingml/2006/main" noChangeAspect="1"/>
          </p:cNvPicPr>
          <p:nvPr/>
        </p:nvPicPr>
        <p:blipFill>
          <a:blip xmlns:r="http://schemas.openxmlformats.org/officeDocument/2006/relationships" xmlns:a="http://schemas.openxmlformats.org/drawingml/2006/main" r:embed="Rbd0719ad8f9f4cac"/>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378309934"/>
      </p:ext>
    </p:extLst>
  </p:cSld>
</p:sld>
</file>

<file path=ppt/slides/slide4.xml><?xml version="1.0" encoding="utf-8"?>
<p:sld xmlns:p="http://schemas.openxmlformats.org/presentationml/2006/main">
  <p:cSld>
    <p:bg>
      <p:bgPr>
        <a:solidFill xmlns:a="http://schemas.openxmlformats.org/drawingml/2006/main">
          <a:srgbClr val="0B5638"/>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741FD72-1063-42CC-9BC7-D2C2A066E611}"/>
              </a:ext>
            </a:extLst>
          </p:cNvPr>
          <p:cNvSpPr>
            <a:spLocks xmlns:a="http://schemas.openxmlformats.org/drawingml/2006/main" noGrp="1"/>
          </p:cNvSpPr>
          <p:nvPr/>
        </p:nvSpPr>
        <p:spPr>
          <a:xfrm xmlns:a="http://schemas.openxmlformats.org/drawingml/2006/main">
            <a:off x="812800" y="1907580"/>
            <a:ext cx="10883392" cy="1041400"/>
          </a:xfrm>
          <a:prstGeom xmlns:a="http://schemas.openxmlformats.org/drawingml/2006/main" prst="rect">
            <a:avLst/>
          </a:prstGeom>
          <a:solidFill xmlns:a="http://schemas.openxmlformats.org/drawingml/2006/main">
            <a:srgbClr val="1F4E7A"/>
          </a:solidFill>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8000"/>
              </a:lnSpc>
              <a:buNone/>
            </a:pPr>
            <a:r>
              <a:rPr sz="8000" b="1">
                <a:solidFill>
                  <a:srgbClr val="9CCBAE"/>
                </a:solidFill>
                <a:latin typeface="IBM Plex Sans"/>
                <a:ea typeface="IBM Plex Sans"/>
                <a:cs typeface="IBM Plex Sans"/>
              </a:rPr>
              <a:t>01</a:t>
            </a:r>
            <a:endParaRPr sz="8000"/>
          </a:p>
        </p:txBody>
      </p:sp>
      <p:sp>
        <p:nvSpPr>
          <p:cNvPr id="3" name="Text 1">
            <a:extLst xmlns:a="http://schemas.openxmlformats.org/drawingml/2006/main">
              <a:ext uri="{FF2B5EF4-FFF2-40B4-BE49-F238E27FC236}">
                <a16:creationId xmlns:a16="http://schemas.microsoft.com/office/drawing/2014/main" id="{B5FD5759-6248-4E81-9303-A4FEB0C9D16D}"/>
              </a:ext>
            </a:extLst>
          </p:cNvPr>
          <p:cNvSpPr>
            <a:spLocks xmlns:a="http://schemas.openxmlformats.org/drawingml/2006/main" noGrp="1"/>
          </p:cNvSpPr>
          <p:nvPr>
            <p:ph type="title" idx="0"/>
          </p:nvPr>
        </p:nvSpPr>
        <p:spPr>
          <a:xfrm xmlns:a="http://schemas.openxmlformats.org/drawingml/2006/main">
            <a:off x="812800" y="3075980"/>
            <a:ext cx="10883392" cy="825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6300"/>
              </a:lnSpc>
              <a:buNone/>
            </a:pPr>
            <a:r>
              <a:rPr sz="6000" b="1" i="0">
                <a:solidFill>
                  <a:srgbClr val="F1F6F2"/>
                </a:solidFill>
                <a:latin typeface="IBM Plex Sans"/>
                <a:ea typeface="IBM Plex Sans"/>
                <a:cs typeface="IBM Plex Sans"/>
              </a:rPr>
              <a:t>Soja</a:t>
            </a:r>
            <a:endParaRPr sz="6000"/>
          </a:p>
        </p:txBody>
      </p:sp>
      <p:sp>
        <p:nvSpPr>
          <p:cNvPr id="4" name="Text 2">
            <a:extLst xmlns:a="http://schemas.openxmlformats.org/drawingml/2006/main">
              <a:ext uri="{FF2B5EF4-FFF2-40B4-BE49-F238E27FC236}">
                <a16:creationId xmlns:a16="http://schemas.microsoft.com/office/drawing/2014/main" id="{F6C4FEE6-D240-4369-A178-4432E2E96D04}"/>
              </a:ext>
            </a:extLst>
          </p:cNvPr>
          <p:cNvSpPr>
            <a:spLocks xmlns:a="http://schemas.openxmlformats.org/drawingml/2006/main" noGrp="1"/>
          </p:cNvSpPr>
          <p:nvPr/>
        </p:nvSpPr>
        <p:spPr>
          <a:xfrm xmlns:a="http://schemas.openxmlformats.org/drawingml/2006/main">
            <a:off x="812800" y="4028480"/>
            <a:ext cx="8502650" cy="6425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30"/>
              </a:lnSpc>
              <a:buNone/>
            </a:pPr>
            <a:r>
              <a:rPr sz="1800">
                <a:solidFill>
                  <a:srgbClr val="D6E4DA"/>
                </a:solidFill>
                <a:latin typeface="IBM Plex Sans"/>
                <a:ea typeface="IBM Plex Sans"/>
                <a:cs typeface="IBM Plex Sans"/>
              </a:rPr>
              <a:t>Circuito R7 Ricardone → San Lorenzo: la semana día por día, por planta y por horario.</a:t>
            </a:r>
            <a:endParaRPr sz="1800"/>
          </a:p>
        </p:txBody>
      </p:sp>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36cfec7149184d12"/>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9C8247FD-5247-4654-A7E8-FFE877567264}"/>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C9D8CE"/>
                </a:solidFill>
                <a:latin typeface="IBM Plex Sans"/>
                <a:ea typeface="IBM Plex Sans"/>
                <a:cs typeface="IBM Plex Sans"/>
              </a:rPr>
              <a:t>Comité de Logística Nodo Sur · 24–30/09 · 4</a:t>
            </a:r>
            <a:endParaRPr sz="1200"/>
          </a:p>
        </p:txBody>
      </p:sp>
      <p:pic>
        <p:nvPicPr>
          <p:cNvPr id="14" name="Image 1"/>
          <p:cNvPicPr>
            <a:picLocks xmlns:a="http://schemas.openxmlformats.org/drawingml/2006/main" noChangeAspect="1"/>
          </p:cNvPicPr>
          <p:nvPr/>
        </p:nvPicPr>
        <p:blipFill>
          <a:blip xmlns:r="http://schemas.openxmlformats.org/officeDocument/2006/relationships" xmlns:a="http://schemas.openxmlformats.org/drawingml/2006/main" r:embed="R3ac090bae92c4739"/>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546333653"/>
      </p:ext>
    </p:extLst>
  </p:cSld>
</p:sld>
</file>

<file path=ppt/slides/slide5.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C018605-A724-4684-8DD8-E3B3C416FA3D}"/>
              </a:ext>
            </a:extLst>
          </p:cNvPr>
          <p:cNvSpPr>
            <a:spLocks xmlns:a="http://schemas.openxmlformats.org/drawingml/2006/main" noGrp="1"/>
          </p:cNvSpPr>
          <p:nvPr/>
        </p:nvSpPr>
        <p:spPr>
          <a:xfrm xmlns:a="http://schemas.openxmlformats.org/drawingml/2006/main">
            <a:off x="812800" y="711200"/>
            <a:ext cx="1041400" cy="289520"/>
          </a:xfrm>
          <a:custGeom xmlns:a="http://schemas.openxmlformats.org/drawingml/2006/main">
            <a:rect l="l" t="t" r="r" b="b"/>
            <a:pathLst>
              <a:path w="1041400" h="289520">
                <a:moveTo>
                  <a:pt x="144760" y="0"/>
                </a:moveTo>
                <a:lnTo>
                  <a:pt x="896640" y="0"/>
                </a:lnTo>
                <a:arcTo wR="144760" hR="144760" stAng="16200000" swAng="5400000"/>
                <a:lnTo>
                  <a:pt x="1041400"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0B563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SOJA · R7</a:t>
            </a:r>
            <a:endParaRPr sz="1200"/>
          </a:p>
        </p:txBody>
      </p:sp>
      <p:sp>
        <p:nvSpPr>
          <p:cNvPr id="3" name="Text 1">
            <a:extLst xmlns:a="http://schemas.openxmlformats.org/drawingml/2006/main">
              <a:ext uri="{FF2B5EF4-FFF2-40B4-BE49-F238E27FC236}">
                <a16:creationId xmlns:a16="http://schemas.microsoft.com/office/drawing/2014/main" id="{696EAB58-3D1C-4A6F-AF4F-573D036254D2}"/>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Tiempos medios por tramo</a:t>
            </a:r>
            <a:endParaRPr sz="3200"/>
          </a:p>
        </p:txBody>
      </p:sp>
      <p:sp>
        <p:nvSpPr>
          <p:cNvPr id="4" name="Text 2">
            <a:extLst xmlns:a="http://schemas.openxmlformats.org/drawingml/2006/main">
              <a:ext uri="{FF2B5EF4-FFF2-40B4-BE49-F238E27FC236}">
                <a16:creationId xmlns:a16="http://schemas.microsoft.com/office/drawing/2014/main" id="{1CD1EBAC-AEC6-4DD1-94D8-93EAC5909EFF}"/>
              </a:ext>
            </a:extLst>
          </p:cNvPr>
          <p:cNvSpPr>
            <a:spLocks xmlns:a="http://schemas.openxmlformats.org/drawingml/2006/main" noGrp="1"/>
          </p:cNvSpPr>
          <p:nvPr/>
        </p:nvSpPr>
        <p:spPr>
          <a:xfrm xmlns:a="http://schemas.openxmlformats.org/drawingml/2006/main">
            <a:off x="812800" y="1777901"/>
            <a:ext cx="1494929"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Ingreso</a:t>
            </a:r>
            <a:endParaRPr sz="1400"/>
          </a:p>
        </p:txBody>
      </p:sp>
      <p:sp>
        <p:nvSpPr>
          <p:cNvPr id="5" name="Shape 3">
            <a:extLst xmlns:a="http://schemas.openxmlformats.org/drawingml/2006/main">
              <a:ext uri="{FF2B5EF4-FFF2-40B4-BE49-F238E27FC236}">
                <a16:creationId xmlns:a16="http://schemas.microsoft.com/office/drawing/2014/main" id="{46F82B85-8E9A-43AF-961E-118CCE08025A}"/>
              </a:ext>
            </a:extLst>
          </p:cNvPr>
          <p:cNvSpPr>
            <a:spLocks xmlns:a="http://schemas.openxmlformats.org/drawingml/2006/main" noGrp="1"/>
          </p:cNvSpPr>
          <p:nvPr/>
        </p:nvSpPr>
        <p:spPr>
          <a:xfrm xmlns:a="http://schemas.openxmlformats.org/drawingml/2006/main">
            <a:off x="812800" y="2077541"/>
            <a:ext cx="1444129" cy="63500"/>
          </a:xfrm>
          <a:prstGeom xmlns:a="http://schemas.openxmlformats.org/drawingml/2006/main" prst="roundRect">
            <a:avLst>
              <a:gd name="adj" fmla="val 50000"/>
            </a:avLst>
          </a:prstGeom>
          <a:solidFill xmlns:a="http://schemas.openxmlformats.org/drawingml/2006/main">
            <a:srgbClr val="9CCBAE"/>
          </a:solidFill>
        </p:spPr>
      </p:sp>
      <p:sp>
        <p:nvSpPr>
          <p:cNvPr id="6" name="Text 4">
            <a:extLst xmlns:a="http://schemas.openxmlformats.org/drawingml/2006/main">
              <a:ext uri="{FF2B5EF4-FFF2-40B4-BE49-F238E27FC236}">
                <a16:creationId xmlns:a16="http://schemas.microsoft.com/office/drawing/2014/main" id="{0BD96C52-3107-443F-955A-5D8FAA8D8329}"/>
              </a:ext>
            </a:extLst>
          </p:cNvPr>
          <p:cNvSpPr>
            <a:spLocks xmlns:a="http://schemas.openxmlformats.org/drawingml/2006/main" noGrp="1"/>
          </p:cNvSpPr>
          <p:nvPr/>
        </p:nvSpPr>
        <p:spPr>
          <a:xfrm xmlns:a="http://schemas.openxmlformats.org/drawingml/2006/main">
            <a:off x="812800" y="2191841"/>
            <a:ext cx="1494929"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Ingreso → Pre-ingreso</a:t>
            </a:r>
            <a:endParaRPr sz="1200"/>
          </a:p>
        </p:txBody>
      </p:sp>
      <p:sp>
        <p:nvSpPr>
          <p:cNvPr id="7" name="Text 5">
            <a:extLst xmlns:a="http://schemas.openxmlformats.org/drawingml/2006/main">
              <a:ext uri="{FF2B5EF4-FFF2-40B4-BE49-F238E27FC236}">
                <a16:creationId xmlns:a16="http://schemas.microsoft.com/office/drawing/2014/main" id="{A25210DD-E443-4C92-8E32-1886DCCB82DB}"/>
              </a:ext>
            </a:extLst>
          </p:cNvPr>
          <p:cNvSpPr>
            <a:spLocks xmlns:a="http://schemas.openxmlformats.org/drawingml/2006/main" noGrp="1"/>
          </p:cNvSpPr>
          <p:nvPr/>
        </p:nvSpPr>
        <p:spPr>
          <a:xfrm xmlns:a="http://schemas.openxmlformats.org/drawingml/2006/main">
            <a:off x="2333129" y="1777901"/>
            <a:ext cx="1494929"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Playa 1</a:t>
            </a:r>
            <a:endParaRPr sz="1400"/>
          </a:p>
        </p:txBody>
      </p:sp>
      <p:sp>
        <p:nvSpPr>
          <p:cNvPr id="8" name="Shape 6">
            <a:extLst xmlns:a="http://schemas.openxmlformats.org/drawingml/2006/main">
              <a:ext uri="{FF2B5EF4-FFF2-40B4-BE49-F238E27FC236}">
                <a16:creationId xmlns:a16="http://schemas.microsoft.com/office/drawing/2014/main" id="{50761D7A-33FE-44CA-937C-0CA6DBD07C73}"/>
              </a:ext>
            </a:extLst>
          </p:cNvPr>
          <p:cNvSpPr>
            <a:spLocks xmlns:a="http://schemas.openxmlformats.org/drawingml/2006/main" noGrp="1"/>
          </p:cNvSpPr>
          <p:nvPr/>
        </p:nvSpPr>
        <p:spPr>
          <a:xfrm xmlns:a="http://schemas.openxmlformats.org/drawingml/2006/main">
            <a:off x="2333129" y="2077541"/>
            <a:ext cx="1444129" cy="63500"/>
          </a:xfrm>
          <a:prstGeom xmlns:a="http://schemas.openxmlformats.org/drawingml/2006/main" prst="roundRect">
            <a:avLst>
              <a:gd name="adj" fmla="val 50000"/>
            </a:avLst>
          </a:prstGeom>
          <a:solidFill xmlns:a="http://schemas.openxmlformats.org/drawingml/2006/main">
            <a:srgbClr val="0B5638"/>
          </a:solidFill>
        </p:spPr>
      </p:sp>
      <p:sp>
        <p:nvSpPr>
          <p:cNvPr id="9" name="Text 7">
            <a:extLst xmlns:a="http://schemas.openxmlformats.org/drawingml/2006/main">
              <a:ext uri="{FF2B5EF4-FFF2-40B4-BE49-F238E27FC236}">
                <a16:creationId xmlns:a16="http://schemas.microsoft.com/office/drawing/2014/main" id="{64109A26-05AF-47C7-9DDF-9099594A5015}"/>
              </a:ext>
            </a:extLst>
          </p:cNvPr>
          <p:cNvSpPr>
            <a:spLocks xmlns:a="http://schemas.openxmlformats.org/drawingml/2006/main" noGrp="1"/>
          </p:cNvSpPr>
          <p:nvPr/>
        </p:nvSpPr>
        <p:spPr>
          <a:xfrm xmlns:a="http://schemas.openxmlformats.org/drawingml/2006/main">
            <a:off x="2333129" y="2191841"/>
            <a:ext cx="1494929"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Pre-ingreso → Calada</a:t>
            </a:r>
            <a:endParaRPr sz="1200"/>
          </a:p>
        </p:txBody>
      </p:sp>
      <p:sp>
        <p:nvSpPr>
          <p:cNvPr id="10" name="Text 8">
            <a:extLst xmlns:a="http://schemas.openxmlformats.org/drawingml/2006/main">
              <a:ext uri="{FF2B5EF4-FFF2-40B4-BE49-F238E27FC236}">
                <a16:creationId xmlns:a16="http://schemas.microsoft.com/office/drawing/2014/main" id="{99816808-38EB-486F-83E3-FBC9EDC26770}"/>
              </a:ext>
            </a:extLst>
          </p:cNvPr>
          <p:cNvSpPr>
            <a:spLocks xmlns:a="http://schemas.openxmlformats.org/drawingml/2006/main" noGrp="1"/>
          </p:cNvSpPr>
          <p:nvPr/>
        </p:nvSpPr>
        <p:spPr>
          <a:xfrm xmlns:a="http://schemas.openxmlformats.org/drawingml/2006/main">
            <a:off x="3853458" y="1777901"/>
            <a:ext cx="1495028"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Salida</a:t>
            </a:r>
            <a:endParaRPr sz="1400"/>
          </a:p>
        </p:txBody>
      </p:sp>
      <p:sp>
        <p:nvSpPr>
          <p:cNvPr id="11" name="Shape 9">
            <a:extLst xmlns:a="http://schemas.openxmlformats.org/drawingml/2006/main">
              <a:ext uri="{FF2B5EF4-FFF2-40B4-BE49-F238E27FC236}">
                <a16:creationId xmlns:a16="http://schemas.microsoft.com/office/drawing/2014/main" id="{6F1FE65D-2169-472C-84D9-AD5B71DEF773}"/>
              </a:ext>
            </a:extLst>
          </p:cNvPr>
          <p:cNvSpPr>
            <a:spLocks xmlns:a="http://schemas.openxmlformats.org/drawingml/2006/main" noGrp="1"/>
          </p:cNvSpPr>
          <p:nvPr/>
        </p:nvSpPr>
        <p:spPr>
          <a:xfrm xmlns:a="http://schemas.openxmlformats.org/drawingml/2006/main">
            <a:off x="3853458" y="2077541"/>
            <a:ext cx="1444228" cy="63500"/>
          </a:xfrm>
          <a:prstGeom xmlns:a="http://schemas.openxmlformats.org/drawingml/2006/main" prst="roundRect">
            <a:avLst>
              <a:gd name="adj" fmla="val 50000"/>
            </a:avLst>
          </a:prstGeom>
          <a:solidFill xmlns:a="http://schemas.openxmlformats.org/drawingml/2006/main">
            <a:srgbClr val="3A8F63"/>
          </a:solidFill>
        </p:spPr>
      </p:sp>
      <p:sp>
        <p:nvSpPr>
          <p:cNvPr id="12" name="Text 10">
            <a:extLst xmlns:a="http://schemas.openxmlformats.org/drawingml/2006/main">
              <a:ext uri="{FF2B5EF4-FFF2-40B4-BE49-F238E27FC236}">
                <a16:creationId xmlns:a16="http://schemas.microsoft.com/office/drawing/2014/main" id="{3A98F1C2-F012-431D-81A7-831FBD4ED692}"/>
              </a:ext>
            </a:extLst>
          </p:cNvPr>
          <p:cNvSpPr>
            <a:spLocks xmlns:a="http://schemas.openxmlformats.org/drawingml/2006/main" noGrp="1"/>
          </p:cNvSpPr>
          <p:nvPr/>
        </p:nvSpPr>
        <p:spPr>
          <a:xfrm xmlns:a="http://schemas.openxmlformats.org/drawingml/2006/main">
            <a:off x="3853458" y="2191841"/>
            <a:ext cx="1495028"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Calada → Salida Ricardone</a:t>
            </a:r>
            <a:endParaRPr sz="1200"/>
          </a:p>
        </p:txBody>
      </p:sp>
      <p:sp>
        <p:nvSpPr>
          <p:cNvPr id="13" name="Text 11">
            <a:extLst xmlns:a="http://schemas.openxmlformats.org/drawingml/2006/main">
              <a:ext uri="{FF2B5EF4-FFF2-40B4-BE49-F238E27FC236}">
                <a16:creationId xmlns:a16="http://schemas.microsoft.com/office/drawing/2014/main" id="{960E1280-C550-4D84-A1A4-8F11B5E152FE}"/>
              </a:ext>
            </a:extLst>
          </p:cNvPr>
          <p:cNvSpPr>
            <a:spLocks xmlns:a="http://schemas.openxmlformats.org/drawingml/2006/main" noGrp="1"/>
          </p:cNvSpPr>
          <p:nvPr/>
        </p:nvSpPr>
        <p:spPr>
          <a:xfrm xmlns:a="http://schemas.openxmlformats.org/drawingml/2006/main">
            <a:off x="5373886" y="1777901"/>
            <a:ext cx="1494929"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Interplanta</a:t>
            </a:r>
            <a:endParaRPr sz="1400"/>
          </a:p>
        </p:txBody>
      </p:sp>
      <p:sp>
        <p:nvSpPr>
          <p:cNvPr id="14" name="Shape 12">
            <a:extLst xmlns:a="http://schemas.openxmlformats.org/drawingml/2006/main">
              <a:ext uri="{FF2B5EF4-FFF2-40B4-BE49-F238E27FC236}">
                <a16:creationId xmlns:a16="http://schemas.microsoft.com/office/drawing/2014/main" id="{ADBD96E6-4CE1-49D8-9C45-D2425B55A9DE}"/>
              </a:ext>
            </a:extLst>
          </p:cNvPr>
          <p:cNvSpPr>
            <a:spLocks xmlns:a="http://schemas.openxmlformats.org/drawingml/2006/main" noGrp="1"/>
          </p:cNvSpPr>
          <p:nvPr/>
        </p:nvSpPr>
        <p:spPr>
          <a:xfrm xmlns:a="http://schemas.openxmlformats.org/drawingml/2006/main">
            <a:off x="5373886" y="2077541"/>
            <a:ext cx="1444129" cy="63500"/>
          </a:xfrm>
          <a:prstGeom xmlns:a="http://schemas.openxmlformats.org/drawingml/2006/main" prst="roundRect">
            <a:avLst>
              <a:gd name="adj" fmla="val 50000"/>
            </a:avLst>
          </a:prstGeom>
          <a:solidFill xmlns:a="http://schemas.openxmlformats.org/drawingml/2006/main">
            <a:srgbClr val="B7C3BB"/>
          </a:solidFill>
        </p:spPr>
      </p:sp>
      <p:sp>
        <p:nvSpPr>
          <p:cNvPr id="15" name="Text 13">
            <a:extLst xmlns:a="http://schemas.openxmlformats.org/drawingml/2006/main">
              <a:ext uri="{FF2B5EF4-FFF2-40B4-BE49-F238E27FC236}">
                <a16:creationId xmlns:a16="http://schemas.microsoft.com/office/drawing/2014/main" id="{C9EF1B3C-62CB-479C-B6BD-F2C037ABDE91}"/>
              </a:ext>
            </a:extLst>
          </p:cNvPr>
          <p:cNvSpPr>
            <a:spLocks xmlns:a="http://schemas.openxmlformats.org/drawingml/2006/main" noGrp="1"/>
          </p:cNvSpPr>
          <p:nvPr/>
        </p:nvSpPr>
        <p:spPr>
          <a:xfrm xmlns:a="http://schemas.openxmlformats.org/drawingml/2006/main">
            <a:off x="5373886" y="2191841"/>
            <a:ext cx="1494929"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Salida Ricardone → Ingreso SLZ</a:t>
            </a:r>
            <a:endParaRPr sz="1200"/>
          </a:p>
        </p:txBody>
      </p:sp>
      <p:sp>
        <p:nvSpPr>
          <p:cNvPr id="16" name="Text 14">
            <a:extLst xmlns:a="http://schemas.openxmlformats.org/drawingml/2006/main">
              <a:ext uri="{FF2B5EF4-FFF2-40B4-BE49-F238E27FC236}">
                <a16:creationId xmlns:a16="http://schemas.microsoft.com/office/drawing/2014/main" id="{9B97E298-CF25-4E93-96C2-733962AE6A84}"/>
              </a:ext>
            </a:extLst>
          </p:cNvPr>
          <p:cNvSpPr>
            <a:spLocks xmlns:a="http://schemas.openxmlformats.org/drawingml/2006/main" noGrp="1"/>
          </p:cNvSpPr>
          <p:nvPr/>
        </p:nvSpPr>
        <p:spPr>
          <a:xfrm xmlns:a="http://schemas.openxmlformats.org/drawingml/2006/main">
            <a:off x="6894215" y="1777901"/>
            <a:ext cx="1495028"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Playa OSL</a:t>
            </a:r>
            <a:endParaRPr sz="1400"/>
          </a:p>
        </p:txBody>
      </p:sp>
      <p:sp>
        <p:nvSpPr>
          <p:cNvPr id="17" name="Shape 15">
            <a:extLst xmlns:a="http://schemas.openxmlformats.org/drawingml/2006/main">
              <a:ext uri="{FF2B5EF4-FFF2-40B4-BE49-F238E27FC236}">
                <a16:creationId xmlns:a16="http://schemas.microsoft.com/office/drawing/2014/main" id="{EAE8DE58-DB43-489F-949C-147E5B5689F6}"/>
              </a:ext>
            </a:extLst>
          </p:cNvPr>
          <p:cNvSpPr>
            <a:spLocks xmlns:a="http://schemas.openxmlformats.org/drawingml/2006/main" noGrp="1"/>
          </p:cNvSpPr>
          <p:nvPr/>
        </p:nvSpPr>
        <p:spPr>
          <a:xfrm xmlns:a="http://schemas.openxmlformats.org/drawingml/2006/main">
            <a:off x="6894215" y="2077541"/>
            <a:ext cx="1444228" cy="63500"/>
          </a:xfrm>
          <a:prstGeom xmlns:a="http://schemas.openxmlformats.org/drawingml/2006/main" prst="roundRect">
            <a:avLst>
              <a:gd name="adj" fmla="val 50000"/>
            </a:avLst>
          </a:prstGeom>
          <a:solidFill xmlns:a="http://schemas.openxmlformats.org/drawingml/2006/main">
            <a:srgbClr val="2E1B4E"/>
          </a:solidFill>
        </p:spPr>
      </p:sp>
      <p:sp>
        <p:nvSpPr>
          <p:cNvPr id="18" name="Text 16">
            <a:extLst xmlns:a="http://schemas.openxmlformats.org/drawingml/2006/main">
              <a:ext uri="{FF2B5EF4-FFF2-40B4-BE49-F238E27FC236}">
                <a16:creationId xmlns:a16="http://schemas.microsoft.com/office/drawing/2014/main" id="{698C4484-1568-4C9C-B33F-0370A71D264A}"/>
              </a:ext>
            </a:extLst>
          </p:cNvPr>
          <p:cNvSpPr>
            <a:spLocks xmlns:a="http://schemas.openxmlformats.org/drawingml/2006/main" noGrp="1"/>
          </p:cNvSpPr>
          <p:nvPr/>
        </p:nvSpPr>
        <p:spPr>
          <a:xfrm xmlns:a="http://schemas.openxmlformats.org/drawingml/2006/main">
            <a:off x="6894215" y="2191841"/>
            <a:ext cx="1495028"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Ingreso SLZ → Balanza OSL</a:t>
            </a:r>
            <a:endParaRPr sz="1200"/>
          </a:p>
        </p:txBody>
      </p:sp>
      <p:sp>
        <p:nvSpPr>
          <p:cNvPr id="19" name="Text 17">
            <a:extLst xmlns:a="http://schemas.openxmlformats.org/drawingml/2006/main">
              <a:ext uri="{FF2B5EF4-FFF2-40B4-BE49-F238E27FC236}">
                <a16:creationId xmlns:a16="http://schemas.microsoft.com/office/drawing/2014/main" id="{42B0E393-5B30-481A-86AE-DC0164F3AEA0}"/>
              </a:ext>
            </a:extLst>
          </p:cNvPr>
          <p:cNvSpPr>
            <a:spLocks xmlns:a="http://schemas.openxmlformats.org/drawingml/2006/main" noGrp="1"/>
          </p:cNvSpPr>
          <p:nvPr/>
        </p:nvSpPr>
        <p:spPr>
          <a:xfrm xmlns:a="http://schemas.openxmlformats.org/drawingml/2006/main">
            <a:off x="8414643" y="1777901"/>
            <a:ext cx="1494929"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Descarga</a:t>
            </a:r>
            <a:endParaRPr sz="1400"/>
          </a:p>
        </p:txBody>
      </p:sp>
      <p:sp>
        <p:nvSpPr>
          <p:cNvPr id="20" name="Shape 18">
            <a:extLst xmlns:a="http://schemas.openxmlformats.org/drawingml/2006/main">
              <a:ext uri="{FF2B5EF4-FFF2-40B4-BE49-F238E27FC236}">
                <a16:creationId xmlns:a16="http://schemas.microsoft.com/office/drawing/2014/main" id="{A13647A7-89F6-44CD-A4C3-C5B2881352DA}"/>
              </a:ext>
            </a:extLst>
          </p:cNvPr>
          <p:cNvSpPr>
            <a:spLocks xmlns:a="http://schemas.openxmlformats.org/drawingml/2006/main" noGrp="1"/>
          </p:cNvSpPr>
          <p:nvPr/>
        </p:nvSpPr>
        <p:spPr>
          <a:xfrm xmlns:a="http://schemas.openxmlformats.org/drawingml/2006/main">
            <a:off x="8414643" y="2077541"/>
            <a:ext cx="1444129" cy="63500"/>
          </a:xfrm>
          <a:prstGeom xmlns:a="http://schemas.openxmlformats.org/drawingml/2006/main" prst="roundRect">
            <a:avLst>
              <a:gd name="adj" fmla="val 50000"/>
            </a:avLst>
          </a:prstGeom>
          <a:solidFill xmlns:a="http://schemas.openxmlformats.org/drawingml/2006/main">
            <a:srgbClr val="6B55A3"/>
          </a:solidFill>
        </p:spPr>
      </p:sp>
      <p:sp>
        <p:nvSpPr>
          <p:cNvPr id="21" name="Text 19">
            <a:extLst xmlns:a="http://schemas.openxmlformats.org/drawingml/2006/main">
              <a:ext uri="{FF2B5EF4-FFF2-40B4-BE49-F238E27FC236}">
                <a16:creationId xmlns:a16="http://schemas.microsoft.com/office/drawing/2014/main" id="{2AFB7416-3D60-4130-988A-FDABD2AC2E9D}"/>
              </a:ext>
            </a:extLst>
          </p:cNvPr>
          <p:cNvSpPr>
            <a:spLocks xmlns:a="http://schemas.openxmlformats.org/drawingml/2006/main" noGrp="1"/>
          </p:cNvSpPr>
          <p:nvPr/>
        </p:nvSpPr>
        <p:spPr>
          <a:xfrm xmlns:a="http://schemas.openxmlformats.org/drawingml/2006/main">
            <a:off x="8414643" y="2191841"/>
            <a:ext cx="1494929"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Balanza OSL → Volcable puerto</a:t>
            </a:r>
            <a:endParaRPr sz="1200"/>
          </a:p>
        </p:txBody>
      </p:sp>
      <p:sp>
        <p:nvSpPr>
          <p:cNvPr id="22" name="Text 20">
            <a:extLst xmlns:a="http://schemas.openxmlformats.org/drawingml/2006/main">
              <a:ext uri="{FF2B5EF4-FFF2-40B4-BE49-F238E27FC236}">
                <a16:creationId xmlns:a16="http://schemas.microsoft.com/office/drawing/2014/main" id="{3C3AFC8D-B5EA-4C80-BE73-B0ADEDFA9DE1}"/>
              </a:ext>
            </a:extLst>
          </p:cNvPr>
          <p:cNvSpPr>
            <a:spLocks xmlns:a="http://schemas.openxmlformats.org/drawingml/2006/main" noGrp="1"/>
          </p:cNvSpPr>
          <p:nvPr/>
        </p:nvSpPr>
        <p:spPr>
          <a:xfrm xmlns:a="http://schemas.openxmlformats.org/drawingml/2006/main">
            <a:off x="9934972" y="1777901"/>
            <a:ext cx="1495028"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Egreso</a:t>
            </a:r>
            <a:endParaRPr sz="1400"/>
          </a:p>
        </p:txBody>
      </p:sp>
      <p:sp>
        <p:nvSpPr>
          <p:cNvPr id="23" name="Shape 21">
            <a:extLst xmlns:a="http://schemas.openxmlformats.org/drawingml/2006/main">
              <a:ext uri="{FF2B5EF4-FFF2-40B4-BE49-F238E27FC236}">
                <a16:creationId xmlns:a16="http://schemas.microsoft.com/office/drawing/2014/main" id="{2D7828BB-AAB9-4CB5-B1E5-36A71E975F7C}"/>
              </a:ext>
            </a:extLst>
          </p:cNvPr>
          <p:cNvSpPr>
            <a:spLocks xmlns:a="http://schemas.openxmlformats.org/drawingml/2006/main" noGrp="1"/>
          </p:cNvSpPr>
          <p:nvPr/>
        </p:nvSpPr>
        <p:spPr>
          <a:xfrm xmlns:a="http://schemas.openxmlformats.org/drawingml/2006/main">
            <a:off x="9934972" y="2077541"/>
            <a:ext cx="1444228" cy="63500"/>
          </a:xfrm>
          <a:prstGeom xmlns:a="http://schemas.openxmlformats.org/drawingml/2006/main" prst="roundRect">
            <a:avLst>
              <a:gd name="adj" fmla="val 50000"/>
            </a:avLst>
          </a:prstGeom>
          <a:solidFill xmlns:a="http://schemas.openxmlformats.org/drawingml/2006/main">
            <a:srgbClr val="A99BCF"/>
          </a:solidFill>
        </p:spPr>
      </p:sp>
      <p:sp>
        <p:nvSpPr>
          <p:cNvPr id="24" name="Text 22">
            <a:extLst xmlns:a="http://schemas.openxmlformats.org/drawingml/2006/main">
              <a:ext uri="{FF2B5EF4-FFF2-40B4-BE49-F238E27FC236}">
                <a16:creationId xmlns:a16="http://schemas.microsoft.com/office/drawing/2014/main" id="{BE086970-FF03-4F42-B503-8BE5E2B4B2E7}"/>
              </a:ext>
            </a:extLst>
          </p:cNvPr>
          <p:cNvSpPr>
            <a:spLocks xmlns:a="http://schemas.openxmlformats.org/drawingml/2006/main" noGrp="1"/>
          </p:cNvSpPr>
          <p:nvPr/>
        </p:nvSpPr>
        <p:spPr>
          <a:xfrm xmlns:a="http://schemas.openxmlformats.org/drawingml/2006/main">
            <a:off x="9934972" y="2191841"/>
            <a:ext cx="1495028"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Volcable puerto → Salida SLZ</a:t>
            </a:r>
            <a:endParaRPr sz="1200"/>
          </a:p>
        </p:txBody>
      </p:sp>
      <p:sp>
        <p:nvSpPr>
          <p:cNvPr id="25" name="Text 23">
            <a:extLst xmlns:a="http://schemas.openxmlformats.org/drawingml/2006/main">
              <a:ext uri="{FF2B5EF4-FFF2-40B4-BE49-F238E27FC236}">
                <a16:creationId xmlns:a16="http://schemas.microsoft.com/office/drawing/2014/main" id="{939BEDEE-6412-4753-93BD-D2B6B4F7C92D}"/>
              </a:ext>
            </a:extLst>
          </p:cNvPr>
          <p:cNvSpPr>
            <a:spLocks xmlns:a="http://schemas.openxmlformats.org/drawingml/2006/main" noGrp="1"/>
          </p:cNvSpPr>
          <p:nvPr/>
        </p:nvSpPr>
        <p:spPr>
          <a:xfrm xmlns:a="http://schemas.openxmlformats.org/drawingml/2006/main">
            <a:off x="787400" y="2831802"/>
            <a:ext cx="2349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5</a:t>
            </a:r>
            <a:endParaRPr sz="1800"/>
          </a:p>
        </p:txBody>
      </p:sp>
      <p:sp>
        <p:nvSpPr>
          <p:cNvPr id="26" name="Text 24">
            <a:extLst xmlns:a="http://schemas.openxmlformats.org/drawingml/2006/main">
              <a:ext uri="{FF2B5EF4-FFF2-40B4-BE49-F238E27FC236}">
                <a16:creationId xmlns:a16="http://schemas.microsoft.com/office/drawing/2014/main" id="{671E5DFC-0E50-4579-BD1F-F2A735C39274}"/>
              </a:ext>
            </a:extLst>
          </p:cNvPr>
          <p:cNvSpPr>
            <a:spLocks xmlns:a="http://schemas.openxmlformats.org/drawingml/2006/main" noGrp="1"/>
          </p:cNvSpPr>
          <p:nvPr/>
        </p:nvSpPr>
        <p:spPr>
          <a:xfrm xmlns:a="http://schemas.openxmlformats.org/drawingml/2006/main">
            <a:off x="956469" y="2831802"/>
            <a:ext cx="2779713"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0B5638"/>
                </a:solidFill>
                <a:latin typeface="IBM Plex Sans"/>
                <a:ea typeface="IBM Plex Sans"/>
                <a:cs typeface="IBM Plex Sans"/>
              </a:rPr>
              <a:t>74</a:t>
            </a:r>
            <a:endParaRPr sz="1800"/>
          </a:p>
        </p:txBody>
      </p:sp>
      <p:sp>
        <p:nvSpPr>
          <p:cNvPr id="27" name="Text 25">
            <a:extLst xmlns:a="http://schemas.openxmlformats.org/drawingml/2006/main">
              <a:ext uri="{FF2B5EF4-FFF2-40B4-BE49-F238E27FC236}">
                <a16:creationId xmlns:a16="http://schemas.microsoft.com/office/drawing/2014/main" id="{F8C5757F-1E65-463B-B684-DAC2DFC44127}"/>
              </a:ext>
            </a:extLst>
          </p:cNvPr>
          <p:cNvSpPr>
            <a:spLocks xmlns:a="http://schemas.openxmlformats.org/drawingml/2006/main" noGrp="1"/>
          </p:cNvSpPr>
          <p:nvPr/>
        </p:nvSpPr>
        <p:spPr>
          <a:xfrm xmlns:a="http://schemas.openxmlformats.org/drawingml/2006/main">
            <a:off x="3670300" y="2831802"/>
            <a:ext cx="4889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12</a:t>
            </a:r>
            <a:endParaRPr sz="1800"/>
          </a:p>
        </p:txBody>
      </p:sp>
      <p:sp>
        <p:nvSpPr>
          <p:cNvPr id="28" name="Text 26">
            <a:extLst xmlns:a="http://schemas.openxmlformats.org/drawingml/2006/main">
              <a:ext uri="{FF2B5EF4-FFF2-40B4-BE49-F238E27FC236}">
                <a16:creationId xmlns:a16="http://schemas.microsoft.com/office/drawing/2014/main" id="{24B37269-A170-401C-9FA5-0812B9F9864B}"/>
              </a:ext>
            </a:extLst>
          </p:cNvPr>
          <p:cNvSpPr>
            <a:spLocks xmlns:a="http://schemas.openxmlformats.org/drawingml/2006/main" noGrp="1"/>
          </p:cNvSpPr>
          <p:nvPr/>
        </p:nvSpPr>
        <p:spPr>
          <a:xfrm xmlns:a="http://schemas.openxmlformats.org/drawingml/2006/main">
            <a:off x="4108450" y="2831802"/>
            <a:ext cx="4508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11</a:t>
            </a:r>
            <a:endParaRPr sz="1800"/>
          </a:p>
        </p:txBody>
      </p:sp>
      <p:sp>
        <p:nvSpPr>
          <p:cNvPr id="29" name="Text 27">
            <a:extLst xmlns:a="http://schemas.openxmlformats.org/drawingml/2006/main">
              <a:ext uri="{FF2B5EF4-FFF2-40B4-BE49-F238E27FC236}">
                <a16:creationId xmlns:a16="http://schemas.microsoft.com/office/drawing/2014/main" id="{68A3771D-08C6-4F70-8ADC-D78285055372}"/>
              </a:ext>
            </a:extLst>
          </p:cNvPr>
          <p:cNvSpPr>
            <a:spLocks xmlns:a="http://schemas.openxmlformats.org/drawingml/2006/main" noGrp="1"/>
          </p:cNvSpPr>
          <p:nvPr/>
        </p:nvSpPr>
        <p:spPr>
          <a:xfrm xmlns:a="http://schemas.openxmlformats.org/drawingml/2006/main">
            <a:off x="4472273" y="2831802"/>
            <a:ext cx="4231704"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2E1B4E"/>
                </a:solidFill>
                <a:latin typeface="IBM Plex Sans"/>
                <a:ea typeface="IBM Plex Sans"/>
                <a:cs typeface="IBM Plex Sans"/>
              </a:rPr>
              <a:t>113</a:t>
            </a:r>
            <a:endParaRPr sz="1800"/>
          </a:p>
        </p:txBody>
      </p:sp>
      <p:sp>
        <p:nvSpPr>
          <p:cNvPr id="30" name="Text 28">
            <a:extLst xmlns:a="http://schemas.openxmlformats.org/drawingml/2006/main">
              <a:ext uri="{FF2B5EF4-FFF2-40B4-BE49-F238E27FC236}">
                <a16:creationId xmlns:a16="http://schemas.microsoft.com/office/drawing/2014/main" id="{A18F1D39-26EF-446A-8B2D-77F51842ECC7}"/>
              </a:ext>
            </a:extLst>
          </p:cNvPr>
          <p:cNvSpPr>
            <a:spLocks xmlns:a="http://schemas.openxmlformats.org/drawingml/2006/main" noGrp="1"/>
          </p:cNvSpPr>
          <p:nvPr/>
        </p:nvSpPr>
        <p:spPr>
          <a:xfrm xmlns:a="http://schemas.openxmlformats.org/drawingml/2006/main">
            <a:off x="8612251" y="2831802"/>
            <a:ext cx="2066798"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6B55A3"/>
                </a:solidFill>
                <a:latin typeface="IBM Plex Sans"/>
                <a:ea typeface="IBM Plex Sans"/>
                <a:cs typeface="IBM Plex Sans"/>
              </a:rPr>
              <a:t>55</a:t>
            </a:r>
            <a:endParaRPr sz="1800"/>
          </a:p>
        </p:txBody>
      </p:sp>
      <p:sp>
        <p:nvSpPr>
          <p:cNvPr id="31" name="Text 29">
            <a:extLst xmlns:a="http://schemas.openxmlformats.org/drawingml/2006/main">
              <a:ext uri="{FF2B5EF4-FFF2-40B4-BE49-F238E27FC236}">
                <a16:creationId xmlns:a16="http://schemas.microsoft.com/office/drawing/2014/main" id="{60A6B9BF-21C3-45EE-ABD1-DA1F2F4064A8}"/>
              </a:ext>
            </a:extLst>
          </p:cNvPr>
          <p:cNvSpPr>
            <a:spLocks xmlns:a="http://schemas.openxmlformats.org/drawingml/2006/main" noGrp="1"/>
          </p:cNvSpPr>
          <p:nvPr/>
        </p:nvSpPr>
        <p:spPr>
          <a:xfrm xmlns:a="http://schemas.openxmlformats.org/drawingml/2006/main">
            <a:off x="10623550" y="2831802"/>
            <a:ext cx="7810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20</a:t>
            </a:r>
            <a:endParaRPr sz="1800"/>
          </a:p>
        </p:txBody>
      </p:sp>
      <p:sp>
        <p:nvSpPr>
          <p:cNvPr id="32" name="Shape 30">
            <a:extLst xmlns:a="http://schemas.openxmlformats.org/drawingml/2006/main">
              <a:ext uri="{FF2B5EF4-FFF2-40B4-BE49-F238E27FC236}">
                <a16:creationId xmlns:a16="http://schemas.microsoft.com/office/drawing/2014/main" id="{E011A2DE-1D70-4FDB-90DB-321A3D01349C}"/>
              </a:ext>
            </a:extLst>
          </p:cNvPr>
          <p:cNvSpPr>
            <a:spLocks xmlns:a="http://schemas.openxmlformats.org/drawingml/2006/main" noGrp="1"/>
          </p:cNvSpPr>
          <p:nvPr/>
        </p:nvSpPr>
        <p:spPr>
          <a:xfrm xmlns:a="http://schemas.openxmlformats.org/drawingml/2006/main">
            <a:off x="812800" y="3202583"/>
            <a:ext cx="184150" cy="355600"/>
          </a:xfrm>
          <a:custGeom xmlns:a="http://schemas.openxmlformats.org/drawingml/2006/main">
            <a:rect l="l" t="t" r="r" b="b"/>
            <a:pathLst>
              <a:path w="184150" h="355600">
                <a:moveTo>
                  <a:pt x="0" y="50800"/>
                </a:moveTo>
                <a:arcTo wR="50800" hR="50800" stAng="10800000" swAng="5400000"/>
                <a:lnTo>
                  <a:pt x="184150" y="0"/>
                </a:lnTo>
                <a:lnTo>
                  <a:pt x="184150" y="355600"/>
                </a:lnTo>
                <a:lnTo>
                  <a:pt x="50800" y="355600"/>
                </a:lnTo>
                <a:arcTo wR="50800" hR="50800" stAng="5400000" swAng="5400000"/>
                <a:close/>
              </a:path>
            </a:pathLst>
          </a:custGeom>
          <a:solidFill xmlns:a="http://schemas.openxmlformats.org/drawingml/2006/main">
            <a:srgbClr val="9CCBAE"/>
          </a:solidFill>
        </p:spPr>
      </p:sp>
      <p:sp>
        <p:nvSpPr>
          <p:cNvPr id="33" name="Shape 31">
            <a:extLst xmlns:a="http://schemas.openxmlformats.org/drawingml/2006/main">
              <a:ext uri="{FF2B5EF4-FFF2-40B4-BE49-F238E27FC236}">
                <a16:creationId xmlns:a16="http://schemas.microsoft.com/office/drawing/2014/main" id="{A2AF245C-B0C5-4A9D-8543-1202C2C66C47}"/>
              </a:ext>
            </a:extLst>
          </p:cNvPr>
          <p:cNvSpPr>
            <a:spLocks xmlns:a="http://schemas.openxmlformats.org/drawingml/2006/main" noGrp="1"/>
          </p:cNvSpPr>
          <p:nvPr/>
        </p:nvSpPr>
        <p:spPr>
          <a:xfrm xmlns:a="http://schemas.openxmlformats.org/drawingml/2006/main">
            <a:off x="996950" y="3202583"/>
            <a:ext cx="2698750" cy="355600"/>
          </a:xfrm>
          <a:prstGeom xmlns:a="http://schemas.openxmlformats.org/drawingml/2006/main" prst="rect">
            <a:avLst/>
          </a:prstGeom>
          <a:solidFill xmlns:a="http://schemas.openxmlformats.org/drawingml/2006/main">
            <a:srgbClr val="0B5638"/>
          </a:solidFill>
        </p:spPr>
      </p:sp>
      <p:sp>
        <p:nvSpPr>
          <p:cNvPr id="34" name="Shape 32">
            <a:extLst xmlns:a="http://schemas.openxmlformats.org/drawingml/2006/main">
              <a:ext uri="{FF2B5EF4-FFF2-40B4-BE49-F238E27FC236}">
                <a16:creationId xmlns:a16="http://schemas.microsoft.com/office/drawing/2014/main" id="{F0DEF8BE-7EE3-439B-AD7D-974236E24BC7}"/>
              </a:ext>
            </a:extLst>
          </p:cNvPr>
          <p:cNvSpPr>
            <a:spLocks xmlns:a="http://schemas.openxmlformats.org/drawingml/2006/main" noGrp="1"/>
          </p:cNvSpPr>
          <p:nvPr/>
        </p:nvSpPr>
        <p:spPr>
          <a:xfrm xmlns:a="http://schemas.openxmlformats.org/drawingml/2006/main">
            <a:off x="1006475" y="320258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5" name="Shape 33">
            <a:extLst xmlns:a="http://schemas.openxmlformats.org/drawingml/2006/main">
              <a:ext uri="{FF2B5EF4-FFF2-40B4-BE49-F238E27FC236}">
                <a16:creationId xmlns:a16="http://schemas.microsoft.com/office/drawing/2014/main" id="{535B4182-E859-4F31-8E9B-EDD00C407C64}"/>
              </a:ext>
            </a:extLst>
          </p:cNvPr>
          <p:cNvSpPr>
            <a:spLocks xmlns:a="http://schemas.openxmlformats.org/drawingml/2006/main" noGrp="1"/>
          </p:cNvSpPr>
          <p:nvPr/>
        </p:nvSpPr>
        <p:spPr>
          <a:xfrm xmlns:a="http://schemas.openxmlformats.org/drawingml/2006/main">
            <a:off x="3695700" y="3202583"/>
            <a:ext cx="438150" cy="355600"/>
          </a:xfrm>
          <a:prstGeom xmlns:a="http://schemas.openxmlformats.org/drawingml/2006/main" prst="rect">
            <a:avLst/>
          </a:prstGeom>
          <a:solidFill xmlns:a="http://schemas.openxmlformats.org/drawingml/2006/main">
            <a:srgbClr val="3A8F63"/>
          </a:solidFill>
        </p:spPr>
      </p:sp>
      <p:sp>
        <p:nvSpPr>
          <p:cNvPr id="36" name="Shape 34">
            <a:extLst xmlns:a="http://schemas.openxmlformats.org/drawingml/2006/main">
              <a:ext uri="{FF2B5EF4-FFF2-40B4-BE49-F238E27FC236}">
                <a16:creationId xmlns:a16="http://schemas.microsoft.com/office/drawing/2014/main" id="{7BEE8BDB-7A90-4784-8733-7E6CF855B9B1}"/>
              </a:ext>
            </a:extLst>
          </p:cNvPr>
          <p:cNvSpPr>
            <a:spLocks xmlns:a="http://schemas.openxmlformats.org/drawingml/2006/main" noGrp="1"/>
          </p:cNvSpPr>
          <p:nvPr/>
        </p:nvSpPr>
        <p:spPr>
          <a:xfrm xmlns:a="http://schemas.openxmlformats.org/drawingml/2006/main">
            <a:off x="3705225" y="320258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7" name="Shape 35">
            <a:extLst xmlns:a="http://schemas.openxmlformats.org/drawingml/2006/main">
              <a:ext uri="{FF2B5EF4-FFF2-40B4-BE49-F238E27FC236}">
                <a16:creationId xmlns:a16="http://schemas.microsoft.com/office/drawing/2014/main" id="{F05F83EC-8707-4C13-845E-E3C35DDB0134}"/>
              </a:ext>
            </a:extLst>
          </p:cNvPr>
          <p:cNvSpPr>
            <a:spLocks xmlns:a="http://schemas.openxmlformats.org/drawingml/2006/main" noGrp="1"/>
          </p:cNvSpPr>
          <p:nvPr/>
        </p:nvSpPr>
        <p:spPr>
          <a:xfrm xmlns:a="http://schemas.openxmlformats.org/drawingml/2006/main">
            <a:off x="4133850" y="3202583"/>
            <a:ext cx="400050" cy="355600"/>
          </a:xfrm>
          <a:prstGeom xmlns:a="http://schemas.openxmlformats.org/drawingml/2006/main" prst="rect">
            <a:avLst/>
          </a:prstGeom>
          <a:solidFill xmlns:a="http://schemas.openxmlformats.org/drawingml/2006/main">
            <a:srgbClr val="B7C3BB"/>
          </a:solidFill>
        </p:spPr>
      </p:sp>
      <p:sp>
        <p:nvSpPr>
          <p:cNvPr id="38" name="Shape 36">
            <a:extLst xmlns:a="http://schemas.openxmlformats.org/drawingml/2006/main">
              <a:ext uri="{FF2B5EF4-FFF2-40B4-BE49-F238E27FC236}">
                <a16:creationId xmlns:a16="http://schemas.microsoft.com/office/drawing/2014/main" id="{A309B22A-D34A-4987-ABAC-5E5CECF94ADB}"/>
              </a:ext>
            </a:extLst>
          </p:cNvPr>
          <p:cNvSpPr>
            <a:spLocks xmlns:a="http://schemas.openxmlformats.org/drawingml/2006/main" noGrp="1"/>
          </p:cNvSpPr>
          <p:nvPr/>
        </p:nvSpPr>
        <p:spPr>
          <a:xfrm xmlns:a="http://schemas.openxmlformats.org/drawingml/2006/main">
            <a:off x="4143375" y="320258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9" name="Shape 37">
            <a:extLst xmlns:a="http://schemas.openxmlformats.org/drawingml/2006/main">
              <a:ext uri="{FF2B5EF4-FFF2-40B4-BE49-F238E27FC236}">
                <a16:creationId xmlns:a16="http://schemas.microsoft.com/office/drawing/2014/main" id="{A4A0C625-DF89-47E4-97DD-C6643B9EB47E}"/>
              </a:ext>
            </a:extLst>
          </p:cNvPr>
          <p:cNvSpPr>
            <a:spLocks xmlns:a="http://schemas.openxmlformats.org/drawingml/2006/main" noGrp="1"/>
          </p:cNvSpPr>
          <p:nvPr/>
        </p:nvSpPr>
        <p:spPr>
          <a:xfrm xmlns:a="http://schemas.openxmlformats.org/drawingml/2006/main">
            <a:off x="4533900" y="3202583"/>
            <a:ext cx="4108450" cy="355600"/>
          </a:xfrm>
          <a:prstGeom xmlns:a="http://schemas.openxmlformats.org/drawingml/2006/main" prst="rect">
            <a:avLst/>
          </a:prstGeom>
          <a:solidFill xmlns:a="http://schemas.openxmlformats.org/drawingml/2006/main">
            <a:srgbClr val="2E1B4E"/>
          </a:solidFill>
        </p:spPr>
      </p:sp>
      <p:sp>
        <p:nvSpPr>
          <p:cNvPr id="40" name="Shape 38">
            <a:extLst xmlns:a="http://schemas.openxmlformats.org/drawingml/2006/main">
              <a:ext uri="{FF2B5EF4-FFF2-40B4-BE49-F238E27FC236}">
                <a16:creationId xmlns:a16="http://schemas.microsoft.com/office/drawing/2014/main" id="{A7094EFC-AC92-47DC-A909-9B0404AAF064}"/>
              </a:ext>
            </a:extLst>
          </p:cNvPr>
          <p:cNvSpPr>
            <a:spLocks xmlns:a="http://schemas.openxmlformats.org/drawingml/2006/main" noGrp="1"/>
          </p:cNvSpPr>
          <p:nvPr/>
        </p:nvSpPr>
        <p:spPr>
          <a:xfrm xmlns:a="http://schemas.openxmlformats.org/drawingml/2006/main">
            <a:off x="4543425" y="320258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41" name="Shape 39">
            <a:extLst xmlns:a="http://schemas.openxmlformats.org/drawingml/2006/main">
              <a:ext uri="{FF2B5EF4-FFF2-40B4-BE49-F238E27FC236}">
                <a16:creationId xmlns:a16="http://schemas.microsoft.com/office/drawing/2014/main" id="{61BE2174-2EA7-4D90-852C-5224D84E1AB0}"/>
              </a:ext>
            </a:extLst>
          </p:cNvPr>
          <p:cNvSpPr>
            <a:spLocks xmlns:a="http://schemas.openxmlformats.org/drawingml/2006/main" noGrp="1"/>
          </p:cNvSpPr>
          <p:nvPr/>
        </p:nvSpPr>
        <p:spPr>
          <a:xfrm xmlns:a="http://schemas.openxmlformats.org/drawingml/2006/main">
            <a:off x="8642350" y="3202583"/>
            <a:ext cx="2006600" cy="355600"/>
          </a:xfrm>
          <a:prstGeom xmlns:a="http://schemas.openxmlformats.org/drawingml/2006/main" prst="rect">
            <a:avLst/>
          </a:prstGeom>
          <a:solidFill xmlns:a="http://schemas.openxmlformats.org/drawingml/2006/main">
            <a:srgbClr val="6B55A3"/>
          </a:solidFill>
        </p:spPr>
      </p:sp>
      <p:sp>
        <p:nvSpPr>
          <p:cNvPr id="42" name="Shape 40">
            <a:extLst xmlns:a="http://schemas.openxmlformats.org/drawingml/2006/main">
              <a:ext uri="{FF2B5EF4-FFF2-40B4-BE49-F238E27FC236}">
                <a16:creationId xmlns:a16="http://schemas.microsoft.com/office/drawing/2014/main" id="{8AF63CF4-51B5-426B-9924-42456AC33D00}"/>
              </a:ext>
            </a:extLst>
          </p:cNvPr>
          <p:cNvSpPr>
            <a:spLocks xmlns:a="http://schemas.openxmlformats.org/drawingml/2006/main" noGrp="1"/>
          </p:cNvSpPr>
          <p:nvPr/>
        </p:nvSpPr>
        <p:spPr>
          <a:xfrm xmlns:a="http://schemas.openxmlformats.org/drawingml/2006/main">
            <a:off x="8651875" y="320258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43" name="Shape 41">
            <a:extLst xmlns:a="http://schemas.openxmlformats.org/drawingml/2006/main">
              <a:ext uri="{FF2B5EF4-FFF2-40B4-BE49-F238E27FC236}">
                <a16:creationId xmlns:a16="http://schemas.microsoft.com/office/drawing/2014/main" id="{0B881274-122E-4F7D-9866-B19611E7ED90}"/>
              </a:ext>
            </a:extLst>
          </p:cNvPr>
          <p:cNvSpPr>
            <a:spLocks xmlns:a="http://schemas.openxmlformats.org/drawingml/2006/main" noGrp="1"/>
          </p:cNvSpPr>
          <p:nvPr/>
        </p:nvSpPr>
        <p:spPr>
          <a:xfrm xmlns:a="http://schemas.openxmlformats.org/drawingml/2006/main">
            <a:off x="10648950" y="3202583"/>
            <a:ext cx="730250" cy="355600"/>
          </a:xfrm>
          <a:custGeom xmlns:a="http://schemas.openxmlformats.org/drawingml/2006/main">
            <a:rect l="l" t="t" r="r" b="b"/>
            <a:pathLst>
              <a:path w="730250" h="355600">
                <a:moveTo>
                  <a:pt x="679450" y="0"/>
                </a:moveTo>
                <a:arcTo wR="50800" hR="50800" stAng="16200000" swAng="5400000"/>
                <a:lnTo>
                  <a:pt x="730250" y="304800"/>
                </a:lnTo>
                <a:arcTo wR="50800" hR="50800" stAng="0" swAng="5400000"/>
                <a:lnTo>
                  <a:pt x="0" y="355600"/>
                </a:lnTo>
                <a:lnTo>
                  <a:pt x="0" y="0"/>
                </a:lnTo>
                <a:close/>
              </a:path>
            </a:pathLst>
          </a:custGeom>
          <a:solidFill xmlns:a="http://schemas.openxmlformats.org/drawingml/2006/main">
            <a:srgbClr val="A99BCF"/>
          </a:solidFill>
        </p:spPr>
      </p:sp>
      <p:sp>
        <p:nvSpPr>
          <p:cNvPr id="44" name="Shape 42">
            <a:extLst xmlns:a="http://schemas.openxmlformats.org/drawingml/2006/main">
              <a:ext uri="{FF2B5EF4-FFF2-40B4-BE49-F238E27FC236}">
                <a16:creationId xmlns:a16="http://schemas.microsoft.com/office/drawing/2014/main" id="{70EC5444-0B6B-4FDA-A049-00C99B2BFBD8}"/>
              </a:ext>
            </a:extLst>
          </p:cNvPr>
          <p:cNvSpPr>
            <a:spLocks xmlns:a="http://schemas.openxmlformats.org/drawingml/2006/main" noGrp="1"/>
          </p:cNvSpPr>
          <p:nvPr/>
        </p:nvSpPr>
        <p:spPr>
          <a:xfrm xmlns:a="http://schemas.openxmlformats.org/drawingml/2006/main">
            <a:off x="10648950" y="3202583"/>
            <a:ext cx="730250" cy="355600"/>
          </a:xfrm>
          <a:custGeom xmlns:a="http://schemas.openxmlformats.org/drawingml/2006/main">
            <a:rect l="l" t="t" r="r" b="b"/>
            <a:pathLst>
              <a:path w="730250" h="355600">
                <a:moveTo>
                  <a:pt x="0" y="0"/>
                </a:moveTo>
                <a:lnTo>
                  <a:pt x="19050" y="0"/>
                </a:lnTo>
                <a:lnTo>
                  <a:pt x="19050" y="355600"/>
                </a:lnTo>
                <a:lnTo>
                  <a:pt x="0" y="355600"/>
                </a:lnTo>
                <a:lnTo>
                  <a:pt x="0" y="0"/>
                </a:lnTo>
                <a:close/>
              </a:path>
            </a:pathLst>
          </a:custGeom>
          <a:solidFill xmlns:a="http://schemas.openxmlformats.org/drawingml/2006/main">
            <a:srgbClr val="F5F8F4"/>
          </a:solidFill>
        </p:spPr>
      </p:sp>
      <p:sp>
        <p:nvSpPr>
          <p:cNvPr id="45" name="Shape 43">
            <a:extLst xmlns:a="http://schemas.openxmlformats.org/drawingml/2006/main">
              <a:ext uri="{FF2B5EF4-FFF2-40B4-BE49-F238E27FC236}">
                <a16:creationId xmlns:a16="http://schemas.microsoft.com/office/drawing/2014/main" id="{257AD14C-9C24-4DEA-AA98-720552E58F40}"/>
              </a:ext>
            </a:extLst>
          </p:cNvPr>
          <p:cNvSpPr>
            <a:spLocks xmlns:a="http://schemas.openxmlformats.org/drawingml/2006/main" noGrp="1"/>
          </p:cNvSpPr>
          <p:nvPr/>
        </p:nvSpPr>
        <p:spPr>
          <a:xfrm xmlns:a="http://schemas.openxmlformats.org/drawingml/2006/main">
            <a:off x="812800" y="3621683"/>
            <a:ext cx="3321050" cy="0"/>
          </a:xfrm>
          <a:prstGeom xmlns:a="http://schemas.openxmlformats.org/drawingml/2006/main" prst="line">
            <a:avLst/>
          </a:prstGeom>
          <a:noFill xmlns:a="http://schemas.openxmlformats.org/drawingml/2006/main"/>
          <a:ln xmlns:a="http://schemas.openxmlformats.org/drawingml/2006/main" w="25400">
            <a:solidFill>
              <a:srgbClr val="0B5638"/>
            </a:solidFill>
            <a:prstDash val="solid"/>
          </a:ln>
        </p:spPr>
      </p:sp>
      <p:sp>
        <p:nvSpPr>
          <p:cNvPr id="46" name="Text 44">
            <a:extLst xmlns:a="http://schemas.openxmlformats.org/drawingml/2006/main">
              <a:ext uri="{FF2B5EF4-FFF2-40B4-BE49-F238E27FC236}">
                <a16:creationId xmlns:a16="http://schemas.microsoft.com/office/drawing/2014/main" id="{A670456A-E7A9-464D-B3CE-5997867F4906}"/>
              </a:ext>
            </a:extLst>
          </p:cNvPr>
          <p:cNvSpPr>
            <a:spLocks xmlns:a="http://schemas.openxmlformats.org/drawingml/2006/main" noGrp="1"/>
          </p:cNvSpPr>
          <p:nvPr/>
        </p:nvSpPr>
        <p:spPr>
          <a:xfrm xmlns:a="http://schemas.openxmlformats.org/drawingml/2006/main">
            <a:off x="762984" y="3697883"/>
            <a:ext cx="3420682"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0B5638"/>
                </a:solidFill>
                <a:latin typeface="IBM Plex Sans"/>
                <a:ea typeface="IBM Plex Sans"/>
                <a:cs typeface="IBM Plex Sans"/>
              </a:rPr>
              <a:t>Ricardone · 91 min (1 h 31 m)</a:t>
            </a:r>
            <a:endParaRPr sz="1400"/>
          </a:p>
        </p:txBody>
      </p:sp>
      <p:sp>
        <p:nvSpPr>
          <p:cNvPr id="47" name="Shape 45">
            <a:extLst xmlns:a="http://schemas.openxmlformats.org/drawingml/2006/main">
              <a:ext uri="{FF2B5EF4-FFF2-40B4-BE49-F238E27FC236}">
                <a16:creationId xmlns:a16="http://schemas.microsoft.com/office/drawing/2014/main" id="{181E4ADE-97D7-466E-BC63-3D7F9F65D8C9}"/>
              </a:ext>
            </a:extLst>
          </p:cNvPr>
          <p:cNvSpPr>
            <a:spLocks xmlns:a="http://schemas.openxmlformats.org/drawingml/2006/main" noGrp="1"/>
          </p:cNvSpPr>
          <p:nvPr/>
        </p:nvSpPr>
        <p:spPr>
          <a:xfrm xmlns:a="http://schemas.openxmlformats.org/drawingml/2006/main">
            <a:off x="4133850" y="3621683"/>
            <a:ext cx="6845300" cy="0"/>
          </a:xfrm>
          <a:prstGeom xmlns:a="http://schemas.openxmlformats.org/drawingml/2006/main" prst="line">
            <a:avLst/>
          </a:prstGeom>
          <a:noFill xmlns:a="http://schemas.openxmlformats.org/drawingml/2006/main"/>
          <a:ln xmlns:a="http://schemas.openxmlformats.org/drawingml/2006/main" w="25400">
            <a:solidFill>
              <a:srgbClr val="6B55A3"/>
            </a:solidFill>
            <a:prstDash val="solid"/>
          </a:ln>
        </p:spPr>
      </p:sp>
      <p:sp>
        <p:nvSpPr>
          <p:cNvPr id="48" name="Text 46">
            <a:extLst xmlns:a="http://schemas.openxmlformats.org/drawingml/2006/main">
              <a:ext uri="{FF2B5EF4-FFF2-40B4-BE49-F238E27FC236}">
                <a16:creationId xmlns:a16="http://schemas.microsoft.com/office/drawing/2014/main" id="{14C032AB-13E3-42FA-97E7-B617B8585E6B}"/>
              </a:ext>
            </a:extLst>
          </p:cNvPr>
          <p:cNvSpPr>
            <a:spLocks xmlns:a="http://schemas.openxmlformats.org/drawingml/2006/main" noGrp="1"/>
          </p:cNvSpPr>
          <p:nvPr/>
        </p:nvSpPr>
        <p:spPr>
          <a:xfrm xmlns:a="http://schemas.openxmlformats.org/drawingml/2006/main">
            <a:off x="4031171" y="3697883"/>
            <a:ext cx="7050659"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2E1B4E"/>
                </a:solidFill>
                <a:latin typeface="IBM Plex Sans"/>
                <a:ea typeface="IBM Plex Sans"/>
                <a:cs typeface="IBM Plex Sans"/>
              </a:rPr>
              <a:t>San Lorenzo · 188 min (3 h 8 m)</a:t>
            </a:r>
            <a:endParaRPr sz="1400"/>
          </a:p>
        </p:txBody>
      </p:sp>
      <p:sp>
        <p:nvSpPr>
          <p:cNvPr id="49" name="Shape 47">
            <a:extLst xmlns:a="http://schemas.openxmlformats.org/drawingml/2006/main">
              <a:ext uri="{FF2B5EF4-FFF2-40B4-BE49-F238E27FC236}">
                <a16:creationId xmlns:a16="http://schemas.microsoft.com/office/drawing/2014/main" id="{405A6598-5423-4C7A-9F3D-8DA1784FA879}"/>
              </a:ext>
            </a:extLst>
          </p:cNvPr>
          <p:cNvSpPr>
            <a:spLocks xmlns:a="http://schemas.openxmlformats.org/drawingml/2006/main" noGrp="1"/>
          </p:cNvSpPr>
          <p:nvPr/>
        </p:nvSpPr>
        <p:spPr>
          <a:xfrm xmlns:a="http://schemas.openxmlformats.org/drawingml/2006/main">
            <a:off x="815975" y="4178498"/>
            <a:ext cx="3414117" cy="1344811"/>
          </a:xfrm>
          <a:prstGeom xmlns:a="http://schemas.openxmlformats.org/drawingml/2006/main" prst="roundRect">
            <a:avLst>
              <a:gd name="adj" fmla="val 6375"/>
            </a:avLst>
          </a:prstGeom>
          <a:solidFill xmlns:a="http://schemas.openxmlformats.org/drawingml/2006/main">
            <a:srgbClr val="FCFDFB"/>
          </a:solidFill>
          <a:ln xmlns:a="http://schemas.openxmlformats.org/drawingml/2006/main" w="6350">
            <a:solidFill>
              <a:srgbClr val="D3E2D7"/>
            </a:solidFill>
            <a:prstDash val="solid"/>
          </a:ln>
        </p:spPr>
      </p:sp>
      <p:sp>
        <p:nvSpPr>
          <p:cNvPr id="50" name="Text 48">
            <a:extLst xmlns:a="http://schemas.openxmlformats.org/drawingml/2006/main">
              <a:ext uri="{FF2B5EF4-FFF2-40B4-BE49-F238E27FC236}">
                <a16:creationId xmlns:a16="http://schemas.microsoft.com/office/drawing/2014/main" id="{8963D4E6-0249-4CB4-8872-D57FED2CEEF5}"/>
              </a:ext>
            </a:extLst>
          </p:cNvPr>
          <p:cNvSpPr>
            <a:spLocks xmlns:a="http://schemas.openxmlformats.org/drawingml/2006/main" noGrp="1"/>
          </p:cNvSpPr>
          <p:nvPr/>
        </p:nvSpPr>
        <p:spPr>
          <a:xfrm xmlns:a="http://schemas.openxmlformats.org/drawingml/2006/main">
            <a:off x="1022350" y="4334073"/>
            <a:ext cx="30914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Tiempo total puerta a puerta</a:t>
            </a:r>
            <a:endParaRPr sz="1200"/>
          </a:p>
        </p:txBody>
      </p:sp>
      <p:sp>
        <p:nvSpPr>
          <p:cNvPr id="51" name="Text 49">
            <a:extLst xmlns:a="http://schemas.openxmlformats.org/drawingml/2006/main">
              <a:ext uri="{FF2B5EF4-FFF2-40B4-BE49-F238E27FC236}">
                <a16:creationId xmlns:a16="http://schemas.microsoft.com/office/drawing/2014/main" id="{CE42C132-0C2E-425C-B1C6-709BA0C25807}"/>
              </a:ext>
            </a:extLst>
          </p:cNvPr>
          <p:cNvSpPr>
            <a:spLocks xmlns:a="http://schemas.openxmlformats.org/drawingml/2006/main" noGrp="1"/>
          </p:cNvSpPr>
          <p:nvPr/>
        </p:nvSpPr>
        <p:spPr>
          <a:xfrm xmlns:a="http://schemas.openxmlformats.org/drawingml/2006/main">
            <a:off x="1022350" y="4585494"/>
            <a:ext cx="3091408" cy="807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0B5638"/>
                </a:solidFill>
                <a:latin typeface="IBM Plex Sans"/>
                <a:ea typeface="IBM Plex Sans"/>
                <a:cs typeface="IBM Plex Sans"/>
              </a:rPr>
              <a:t>265 min · 4 h 25 m</a:t>
            </a:r>
            <a:endParaRPr sz="2800"/>
          </a:p>
        </p:txBody>
      </p:sp>
      <p:sp>
        <p:nvSpPr>
          <p:cNvPr id="52" name="Shape 50">
            <a:extLst xmlns:a="http://schemas.openxmlformats.org/drawingml/2006/main">
              <a:ext uri="{FF2B5EF4-FFF2-40B4-BE49-F238E27FC236}">
                <a16:creationId xmlns:a16="http://schemas.microsoft.com/office/drawing/2014/main" id="{FE5670FD-2640-4ADB-B734-60AF696F1708}"/>
              </a:ext>
            </a:extLst>
          </p:cNvPr>
          <p:cNvSpPr>
            <a:spLocks xmlns:a="http://schemas.openxmlformats.org/drawingml/2006/main" noGrp="1"/>
          </p:cNvSpPr>
          <p:nvPr/>
        </p:nvSpPr>
        <p:spPr>
          <a:xfrm xmlns:a="http://schemas.openxmlformats.org/drawingml/2006/main">
            <a:off x="4388842" y="4178498"/>
            <a:ext cx="3414216" cy="1344811"/>
          </a:xfrm>
          <a:prstGeom xmlns:a="http://schemas.openxmlformats.org/drawingml/2006/main" prst="roundRect">
            <a:avLst>
              <a:gd name="adj" fmla="val 6375"/>
            </a:avLst>
          </a:prstGeom>
          <a:solidFill xmlns:a="http://schemas.openxmlformats.org/drawingml/2006/main">
            <a:srgbClr val="FCFDFB"/>
          </a:solidFill>
          <a:ln xmlns:a="http://schemas.openxmlformats.org/drawingml/2006/main" w="6350">
            <a:solidFill>
              <a:srgbClr val="D3E2D7"/>
            </a:solidFill>
            <a:prstDash val="solid"/>
          </a:ln>
        </p:spPr>
      </p:sp>
      <p:sp>
        <p:nvSpPr>
          <p:cNvPr id="53" name="Text 51">
            <a:extLst xmlns:a="http://schemas.openxmlformats.org/drawingml/2006/main">
              <a:ext uri="{FF2B5EF4-FFF2-40B4-BE49-F238E27FC236}">
                <a16:creationId xmlns:a16="http://schemas.microsoft.com/office/drawing/2014/main" id="{3793CF1D-6DB2-4262-97DD-2F0259D956CA}"/>
              </a:ext>
            </a:extLst>
          </p:cNvPr>
          <p:cNvSpPr>
            <a:spLocks xmlns:a="http://schemas.openxmlformats.org/drawingml/2006/main" noGrp="1"/>
          </p:cNvSpPr>
          <p:nvPr/>
        </p:nvSpPr>
        <p:spPr>
          <a:xfrm xmlns:a="http://schemas.openxmlformats.org/drawingml/2006/main">
            <a:off x="4595217" y="4334073"/>
            <a:ext cx="30915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Comparativo semana anterior</a:t>
            </a:r>
            <a:endParaRPr sz="1200"/>
          </a:p>
        </p:txBody>
      </p:sp>
      <p:sp>
        <p:nvSpPr>
          <p:cNvPr id="54" name="Text 52">
            <a:extLst xmlns:a="http://schemas.openxmlformats.org/drawingml/2006/main">
              <a:ext uri="{FF2B5EF4-FFF2-40B4-BE49-F238E27FC236}">
                <a16:creationId xmlns:a16="http://schemas.microsoft.com/office/drawing/2014/main" id="{E54307F8-5555-4444-B877-8FBCC583B7C8}"/>
              </a:ext>
            </a:extLst>
          </p:cNvPr>
          <p:cNvSpPr>
            <a:spLocks xmlns:a="http://schemas.openxmlformats.org/drawingml/2006/main" noGrp="1"/>
          </p:cNvSpPr>
          <p:nvPr/>
        </p:nvSpPr>
        <p:spPr>
          <a:xfrm xmlns:a="http://schemas.openxmlformats.org/drawingml/2006/main">
            <a:off x="4595217" y="4585494"/>
            <a:ext cx="3091510"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0B5638"/>
                </a:solidFill>
                <a:latin typeface="IBM Plex Sans"/>
                <a:ea typeface="IBM Plex Sans"/>
                <a:cs typeface="IBM Plex Sans"/>
              </a:rPr>
              <a:t>−38 min</a:t>
            </a:r>
            <a:endParaRPr sz="2800"/>
          </a:p>
        </p:txBody>
      </p:sp>
      <p:sp>
        <p:nvSpPr>
          <p:cNvPr id="55" name="Shape 53">
            <a:extLst xmlns:a="http://schemas.openxmlformats.org/drawingml/2006/main">
              <a:ext uri="{FF2B5EF4-FFF2-40B4-BE49-F238E27FC236}">
                <a16:creationId xmlns:a16="http://schemas.microsoft.com/office/drawing/2014/main" id="{394AF4EA-45F7-4337-91BB-846F866F44AD}"/>
              </a:ext>
            </a:extLst>
          </p:cNvPr>
          <p:cNvSpPr>
            <a:spLocks xmlns:a="http://schemas.openxmlformats.org/drawingml/2006/main" noGrp="1"/>
          </p:cNvSpPr>
          <p:nvPr/>
        </p:nvSpPr>
        <p:spPr>
          <a:xfrm xmlns:a="http://schemas.openxmlformats.org/drawingml/2006/main">
            <a:off x="7961809" y="4178498"/>
            <a:ext cx="3414216" cy="1344811"/>
          </a:xfrm>
          <a:prstGeom xmlns:a="http://schemas.openxmlformats.org/drawingml/2006/main" prst="roundRect">
            <a:avLst>
              <a:gd name="adj" fmla="val 6375"/>
            </a:avLst>
          </a:prstGeom>
          <a:solidFill xmlns:a="http://schemas.openxmlformats.org/drawingml/2006/main">
            <a:srgbClr val="FCFDFB"/>
          </a:solidFill>
          <a:ln xmlns:a="http://schemas.openxmlformats.org/drawingml/2006/main" w="6350">
            <a:solidFill>
              <a:srgbClr val="D3E2D7"/>
            </a:solidFill>
            <a:prstDash val="solid"/>
          </a:ln>
        </p:spPr>
      </p:sp>
      <p:sp>
        <p:nvSpPr>
          <p:cNvPr id="56" name="Text 54">
            <a:extLst xmlns:a="http://schemas.openxmlformats.org/drawingml/2006/main">
              <a:ext uri="{FF2B5EF4-FFF2-40B4-BE49-F238E27FC236}">
                <a16:creationId xmlns:a16="http://schemas.microsoft.com/office/drawing/2014/main" id="{5236441D-39CF-45EC-8860-E088F3B7259C}"/>
              </a:ext>
            </a:extLst>
          </p:cNvPr>
          <p:cNvSpPr>
            <a:spLocks xmlns:a="http://schemas.openxmlformats.org/drawingml/2006/main" noGrp="1"/>
          </p:cNvSpPr>
          <p:nvPr/>
        </p:nvSpPr>
        <p:spPr>
          <a:xfrm xmlns:a="http://schemas.openxmlformats.org/drawingml/2006/main">
            <a:off x="8168184" y="4334073"/>
            <a:ext cx="30915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Total de camiones</a:t>
            </a:r>
            <a:endParaRPr sz="1200"/>
          </a:p>
        </p:txBody>
      </p:sp>
      <p:sp>
        <p:nvSpPr>
          <p:cNvPr id="57" name="Text 55">
            <a:extLst xmlns:a="http://schemas.openxmlformats.org/drawingml/2006/main">
              <a:ext uri="{FF2B5EF4-FFF2-40B4-BE49-F238E27FC236}">
                <a16:creationId xmlns:a16="http://schemas.microsoft.com/office/drawing/2014/main" id="{B708E84D-E097-4F8A-B80A-DD4D447195D5}"/>
              </a:ext>
            </a:extLst>
          </p:cNvPr>
          <p:cNvSpPr>
            <a:spLocks xmlns:a="http://schemas.openxmlformats.org/drawingml/2006/main" noGrp="1"/>
          </p:cNvSpPr>
          <p:nvPr/>
        </p:nvSpPr>
        <p:spPr>
          <a:xfrm xmlns:a="http://schemas.openxmlformats.org/drawingml/2006/main">
            <a:off x="8168184" y="4585494"/>
            <a:ext cx="3091510"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2E1B4E"/>
                </a:solidFill>
                <a:latin typeface="IBM Plex Sans"/>
                <a:ea typeface="IBM Plex Sans"/>
                <a:cs typeface="IBM Plex Sans"/>
              </a:rPr>
              <a:t>770</a:t>
            </a:r>
            <a:endParaRPr sz="2800"/>
          </a:p>
        </p:txBody>
      </p:sp>
      <p:pic>
        <p:nvPicPr>
          <p:cNvPr id="118" name="Image 0"/>
          <p:cNvPicPr>
            <a:picLocks xmlns:a="http://schemas.openxmlformats.org/drawingml/2006/main" noChangeAspect="1"/>
          </p:cNvPicPr>
          <p:nvPr/>
        </p:nvPicPr>
        <p:blipFill>
          <a:blip xmlns:r="http://schemas.openxmlformats.org/officeDocument/2006/relationships" xmlns:a="http://schemas.openxmlformats.org/drawingml/2006/main" r:embed="Rc9d97a7aedc64b00"/>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59" name="Text 56">
            <a:extLst xmlns:a="http://schemas.openxmlformats.org/drawingml/2006/main">
              <a:ext uri="{FF2B5EF4-FFF2-40B4-BE49-F238E27FC236}">
                <a16:creationId xmlns:a16="http://schemas.microsoft.com/office/drawing/2014/main" id="{771E3209-F0A8-42FF-951F-418E4A5636BE}"/>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5</a:t>
            </a:r>
            <a:endParaRPr sz="1200"/>
          </a:p>
        </p:txBody>
      </p:sp>
      <p:pic>
        <p:nvPicPr>
          <p:cNvPr id="120" name="Image 1"/>
          <p:cNvPicPr>
            <a:picLocks xmlns:a="http://schemas.openxmlformats.org/drawingml/2006/main" noChangeAspect="1"/>
          </p:cNvPicPr>
          <p:nvPr/>
        </p:nvPicPr>
        <p:blipFill>
          <a:blip xmlns:r="http://schemas.openxmlformats.org/officeDocument/2006/relationships" xmlns:a="http://schemas.openxmlformats.org/drawingml/2006/main" r:embed="Rd78c91f9540749d2"/>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225800454"/>
      </p:ext>
    </p:extLst>
  </p:cSld>
</p:sld>
</file>

<file path=ppt/slides/slide6.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04FFFED-76AE-4CF8-9F22-1B58D1A0508B}"/>
              </a:ext>
            </a:extLst>
          </p:cNvPr>
          <p:cNvSpPr>
            <a:spLocks xmlns:a="http://schemas.openxmlformats.org/drawingml/2006/main" noGrp="1"/>
          </p:cNvSpPr>
          <p:nvPr/>
        </p:nvSpPr>
        <p:spPr>
          <a:xfrm xmlns:a="http://schemas.openxmlformats.org/drawingml/2006/main">
            <a:off x="812800" y="711200"/>
            <a:ext cx="2025848" cy="289520"/>
          </a:xfrm>
          <a:custGeom xmlns:a="http://schemas.openxmlformats.org/drawingml/2006/main">
            <a:rect l="l" t="t" r="r" b="b"/>
            <a:pathLst>
              <a:path w="2025848" h="289520">
                <a:moveTo>
                  <a:pt x="144760" y="0"/>
                </a:moveTo>
                <a:lnTo>
                  <a:pt x="1881088" y="0"/>
                </a:lnTo>
                <a:arcTo wR="144760" hR="144760" stAng="16200000" swAng="5400000"/>
                <a:lnTo>
                  <a:pt x="2025848"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3A8F63"/>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SOJA · TRANSILE R29</a:t>
            </a:r>
            <a:endParaRPr sz="1200"/>
          </a:p>
        </p:txBody>
      </p:sp>
      <p:sp>
        <p:nvSpPr>
          <p:cNvPr id="3" name="Text 1">
            <a:extLst xmlns:a="http://schemas.openxmlformats.org/drawingml/2006/main">
              <a:ext uri="{FF2B5EF4-FFF2-40B4-BE49-F238E27FC236}">
                <a16:creationId xmlns:a16="http://schemas.microsoft.com/office/drawing/2014/main" id="{13F99E51-61B4-426F-9015-FAE377BBF15E}"/>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Transile desde silos: tiempos medios por tramo</a:t>
            </a:r>
            <a:endParaRPr sz="3200"/>
          </a:p>
        </p:txBody>
      </p:sp>
      <p:sp>
        <p:nvSpPr>
          <p:cNvPr id="4" name="Text 2">
            <a:extLst xmlns:a="http://schemas.openxmlformats.org/drawingml/2006/main">
              <a:ext uri="{FF2B5EF4-FFF2-40B4-BE49-F238E27FC236}">
                <a16:creationId xmlns:a16="http://schemas.microsoft.com/office/drawing/2014/main" id="{33586CC9-C0A8-4C7E-8687-07296CC0FEDF}"/>
              </a:ext>
            </a:extLst>
          </p:cNvPr>
          <p:cNvSpPr>
            <a:spLocks xmlns:a="http://schemas.openxmlformats.org/drawingml/2006/main" noGrp="1"/>
          </p:cNvSpPr>
          <p:nvPr/>
        </p:nvSpPr>
        <p:spPr>
          <a:xfrm xmlns:a="http://schemas.openxmlformats.org/drawingml/2006/main">
            <a:off x="812800" y="1701701"/>
            <a:ext cx="1038820" cy="5230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Ingreso y Playa 1</a:t>
            </a:r>
            <a:endParaRPr sz="1400"/>
          </a:p>
        </p:txBody>
      </p:sp>
      <p:sp>
        <p:nvSpPr>
          <p:cNvPr id="5" name="Shape 3">
            <a:extLst xmlns:a="http://schemas.openxmlformats.org/drawingml/2006/main">
              <a:ext uri="{FF2B5EF4-FFF2-40B4-BE49-F238E27FC236}">
                <a16:creationId xmlns:a16="http://schemas.microsoft.com/office/drawing/2014/main" id="{BE35189E-BEA9-4C13-A1F9-E3CC6DFADC35}"/>
              </a:ext>
            </a:extLst>
          </p:cNvPr>
          <p:cNvSpPr>
            <a:spLocks xmlns:a="http://schemas.openxmlformats.org/drawingml/2006/main" noGrp="1"/>
          </p:cNvSpPr>
          <p:nvPr/>
        </p:nvSpPr>
        <p:spPr>
          <a:xfrm xmlns:a="http://schemas.openxmlformats.org/drawingml/2006/main">
            <a:off x="812800" y="2250182"/>
            <a:ext cx="988020" cy="63500"/>
          </a:xfrm>
          <a:prstGeom xmlns:a="http://schemas.openxmlformats.org/drawingml/2006/main" prst="roundRect">
            <a:avLst>
              <a:gd name="adj" fmla="val 50000"/>
            </a:avLst>
          </a:prstGeom>
          <a:solidFill xmlns:a="http://schemas.openxmlformats.org/drawingml/2006/main">
            <a:srgbClr val="3A8F63"/>
          </a:solidFill>
        </p:spPr>
      </p:sp>
      <p:sp>
        <p:nvSpPr>
          <p:cNvPr id="6" name="Text 4">
            <a:extLst xmlns:a="http://schemas.openxmlformats.org/drawingml/2006/main">
              <a:ext uri="{FF2B5EF4-FFF2-40B4-BE49-F238E27FC236}">
                <a16:creationId xmlns:a16="http://schemas.microsoft.com/office/drawing/2014/main" id="{9AB42AFD-C407-4B09-84B9-0385142D705F}"/>
              </a:ext>
            </a:extLst>
          </p:cNvPr>
          <p:cNvSpPr>
            <a:spLocks xmlns:a="http://schemas.openxmlformats.org/drawingml/2006/main" noGrp="1"/>
          </p:cNvSpPr>
          <p:nvPr/>
        </p:nvSpPr>
        <p:spPr>
          <a:xfrm xmlns:a="http://schemas.openxmlformats.org/drawingml/2006/main">
            <a:off x="812800" y="2364482"/>
            <a:ext cx="1038820"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Ingreso → Calle líquida</a:t>
            </a:r>
            <a:endParaRPr sz="1200"/>
          </a:p>
        </p:txBody>
      </p:sp>
      <p:sp>
        <p:nvSpPr>
          <p:cNvPr id="7" name="Text 5">
            <a:extLst xmlns:a="http://schemas.openxmlformats.org/drawingml/2006/main">
              <a:ext uri="{FF2B5EF4-FFF2-40B4-BE49-F238E27FC236}">
                <a16:creationId xmlns:a16="http://schemas.microsoft.com/office/drawing/2014/main" id="{F9CF1BD5-72DC-46C2-A85F-3C53C97C91B4}"/>
              </a:ext>
            </a:extLst>
          </p:cNvPr>
          <p:cNvSpPr>
            <a:spLocks xmlns:a="http://schemas.openxmlformats.org/drawingml/2006/main" noGrp="1"/>
          </p:cNvSpPr>
          <p:nvPr/>
        </p:nvSpPr>
        <p:spPr>
          <a:xfrm xmlns:a="http://schemas.openxmlformats.org/drawingml/2006/main">
            <a:off x="1877020" y="1701701"/>
            <a:ext cx="10388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Acceso P3</a:t>
            </a:r>
            <a:endParaRPr sz="1400"/>
          </a:p>
        </p:txBody>
      </p:sp>
      <p:sp>
        <p:nvSpPr>
          <p:cNvPr id="8" name="Shape 6">
            <a:extLst xmlns:a="http://schemas.openxmlformats.org/drawingml/2006/main">
              <a:ext uri="{FF2B5EF4-FFF2-40B4-BE49-F238E27FC236}">
                <a16:creationId xmlns:a16="http://schemas.microsoft.com/office/drawing/2014/main" id="{39B05B76-173A-485E-AF4C-F23B5F4418EB}"/>
              </a:ext>
            </a:extLst>
          </p:cNvPr>
          <p:cNvSpPr>
            <a:spLocks xmlns:a="http://schemas.openxmlformats.org/drawingml/2006/main" noGrp="1"/>
          </p:cNvSpPr>
          <p:nvPr/>
        </p:nvSpPr>
        <p:spPr>
          <a:xfrm xmlns:a="http://schemas.openxmlformats.org/drawingml/2006/main">
            <a:off x="1877020" y="2001341"/>
            <a:ext cx="988020" cy="63500"/>
          </a:xfrm>
          <a:prstGeom xmlns:a="http://schemas.openxmlformats.org/drawingml/2006/main" prst="roundRect">
            <a:avLst>
              <a:gd name="adj" fmla="val 50000"/>
            </a:avLst>
          </a:prstGeom>
          <a:solidFill xmlns:a="http://schemas.openxmlformats.org/drawingml/2006/main">
            <a:srgbClr val="9CCBAE"/>
          </a:solidFill>
        </p:spPr>
      </p:sp>
      <p:sp>
        <p:nvSpPr>
          <p:cNvPr id="9" name="Text 7">
            <a:extLst xmlns:a="http://schemas.openxmlformats.org/drawingml/2006/main">
              <a:ext uri="{FF2B5EF4-FFF2-40B4-BE49-F238E27FC236}">
                <a16:creationId xmlns:a16="http://schemas.microsoft.com/office/drawing/2014/main" id="{7833BE8B-A7F3-453A-93D6-594C6FF1D29A}"/>
              </a:ext>
            </a:extLst>
          </p:cNvPr>
          <p:cNvSpPr>
            <a:spLocks xmlns:a="http://schemas.openxmlformats.org/drawingml/2006/main" noGrp="1"/>
          </p:cNvSpPr>
          <p:nvPr/>
        </p:nvSpPr>
        <p:spPr>
          <a:xfrm xmlns:a="http://schemas.openxmlformats.org/drawingml/2006/main">
            <a:off x="1877020" y="2115641"/>
            <a:ext cx="1038820"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Calle líquida → Playa 3</a:t>
            </a:r>
            <a:endParaRPr sz="1200"/>
          </a:p>
        </p:txBody>
      </p:sp>
      <p:sp>
        <p:nvSpPr>
          <p:cNvPr id="10" name="Text 8">
            <a:extLst xmlns:a="http://schemas.openxmlformats.org/drawingml/2006/main">
              <a:ext uri="{FF2B5EF4-FFF2-40B4-BE49-F238E27FC236}">
                <a16:creationId xmlns:a16="http://schemas.microsoft.com/office/drawing/2014/main" id="{B759C1A6-2D61-401C-BAC1-D22FF0032C2E}"/>
              </a:ext>
            </a:extLst>
          </p:cNvPr>
          <p:cNvSpPr>
            <a:spLocks xmlns:a="http://schemas.openxmlformats.org/drawingml/2006/main" noGrp="1"/>
          </p:cNvSpPr>
          <p:nvPr/>
        </p:nvSpPr>
        <p:spPr>
          <a:xfrm xmlns:a="http://schemas.openxmlformats.org/drawingml/2006/main">
            <a:off x="2941241" y="1701701"/>
            <a:ext cx="1038920" cy="5230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Espera carga</a:t>
            </a:r>
            <a:endParaRPr sz="1400"/>
          </a:p>
        </p:txBody>
      </p:sp>
      <p:sp>
        <p:nvSpPr>
          <p:cNvPr id="11" name="Shape 9">
            <a:extLst xmlns:a="http://schemas.openxmlformats.org/drawingml/2006/main">
              <a:ext uri="{FF2B5EF4-FFF2-40B4-BE49-F238E27FC236}">
                <a16:creationId xmlns:a16="http://schemas.microsoft.com/office/drawing/2014/main" id="{B33353A5-6B7B-48EB-8D08-CFEFFC68042D}"/>
              </a:ext>
            </a:extLst>
          </p:cNvPr>
          <p:cNvSpPr>
            <a:spLocks xmlns:a="http://schemas.openxmlformats.org/drawingml/2006/main" noGrp="1"/>
          </p:cNvSpPr>
          <p:nvPr/>
        </p:nvSpPr>
        <p:spPr>
          <a:xfrm xmlns:a="http://schemas.openxmlformats.org/drawingml/2006/main">
            <a:off x="2941241" y="2250182"/>
            <a:ext cx="988120" cy="63500"/>
          </a:xfrm>
          <a:prstGeom xmlns:a="http://schemas.openxmlformats.org/drawingml/2006/main" prst="roundRect">
            <a:avLst>
              <a:gd name="adj" fmla="val 50000"/>
            </a:avLst>
          </a:prstGeom>
          <a:solidFill xmlns:a="http://schemas.openxmlformats.org/drawingml/2006/main">
            <a:srgbClr val="0B5638"/>
          </a:solidFill>
        </p:spPr>
      </p:sp>
      <p:sp>
        <p:nvSpPr>
          <p:cNvPr id="12" name="Text 10">
            <a:extLst xmlns:a="http://schemas.openxmlformats.org/drawingml/2006/main">
              <a:ext uri="{FF2B5EF4-FFF2-40B4-BE49-F238E27FC236}">
                <a16:creationId xmlns:a16="http://schemas.microsoft.com/office/drawing/2014/main" id="{C75566B7-3F85-4923-93DE-77FE52D9DAFB}"/>
              </a:ext>
            </a:extLst>
          </p:cNvPr>
          <p:cNvSpPr>
            <a:spLocks xmlns:a="http://schemas.openxmlformats.org/drawingml/2006/main" noGrp="1"/>
          </p:cNvSpPr>
          <p:nvPr/>
        </p:nvSpPr>
        <p:spPr>
          <a:xfrm xmlns:a="http://schemas.openxmlformats.org/drawingml/2006/main">
            <a:off x="2941241" y="2364482"/>
            <a:ext cx="1038920" cy="2310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Playa 3 → Silo</a:t>
            </a:r>
            <a:endParaRPr sz="1200"/>
          </a:p>
        </p:txBody>
      </p:sp>
      <p:sp>
        <p:nvSpPr>
          <p:cNvPr id="13" name="Text 11">
            <a:extLst xmlns:a="http://schemas.openxmlformats.org/drawingml/2006/main">
              <a:ext uri="{FF2B5EF4-FFF2-40B4-BE49-F238E27FC236}">
                <a16:creationId xmlns:a16="http://schemas.microsoft.com/office/drawing/2014/main" id="{895AC9D7-DEC8-4159-A5B7-CC02A9B49F90}"/>
              </a:ext>
            </a:extLst>
          </p:cNvPr>
          <p:cNvSpPr>
            <a:spLocks xmlns:a="http://schemas.openxmlformats.org/drawingml/2006/main" noGrp="1"/>
          </p:cNvSpPr>
          <p:nvPr/>
        </p:nvSpPr>
        <p:spPr>
          <a:xfrm xmlns:a="http://schemas.openxmlformats.org/drawingml/2006/main">
            <a:off x="4005560" y="1701701"/>
            <a:ext cx="10388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Carga</a:t>
            </a:r>
            <a:endParaRPr sz="1400"/>
          </a:p>
        </p:txBody>
      </p:sp>
      <p:sp>
        <p:nvSpPr>
          <p:cNvPr id="14" name="Shape 12">
            <a:extLst xmlns:a="http://schemas.openxmlformats.org/drawingml/2006/main">
              <a:ext uri="{FF2B5EF4-FFF2-40B4-BE49-F238E27FC236}">
                <a16:creationId xmlns:a16="http://schemas.microsoft.com/office/drawing/2014/main" id="{D141F1AC-0FA4-461A-B260-0F18DAC05433}"/>
              </a:ext>
            </a:extLst>
          </p:cNvPr>
          <p:cNvSpPr>
            <a:spLocks xmlns:a="http://schemas.openxmlformats.org/drawingml/2006/main" noGrp="1"/>
          </p:cNvSpPr>
          <p:nvPr/>
        </p:nvSpPr>
        <p:spPr>
          <a:xfrm xmlns:a="http://schemas.openxmlformats.org/drawingml/2006/main">
            <a:off x="4005560" y="2001341"/>
            <a:ext cx="988020" cy="63500"/>
          </a:xfrm>
          <a:prstGeom xmlns:a="http://schemas.openxmlformats.org/drawingml/2006/main" prst="roundRect">
            <a:avLst>
              <a:gd name="adj" fmla="val 50000"/>
            </a:avLst>
          </a:prstGeom>
          <a:solidFill xmlns:a="http://schemas.openxmlformats.org/drawingml/2006/main">
            <a:srgbClr val="3A8F63"/>
          </a:solidFill>
        </p:spPr>
      </p:sp>
      <p:sp>
        <p:nvSpPr>
          <p:cNvPr id="15" name="Text 13">
            <a:extLst xmlns:a="http://schemas.openxmlformats.org/drawingml/2006/main">
              <a:ext uri="{FF2B5EF4-FFF2-40B4-BE49-F238E27FC236}">
                <a16:creationId xmlns:a16="http://schemas.microsoft.com/office/drawing/2014/main" id="{18FA70EC-8F83-468A-A916-1CB2E3D3DE2C}"/>
              </a:ext>
            </a:extLst>
          </p:cNvPr>
          <p:cNvSpPr>
            <a:spLocks xmlns:a="http://schemas.openxmlformats.org/drawingml/2006/main" noGrp="1"/>
          </p:cNvSpPr>
          <p:nvPr/>
        </p:nvSpPr>
        <p:spPr>
          <a:xfrm xmlns:a="http://schemas.openxmlformats.org/drawingml/2006/main">
            <a:off x="4005560" y="2115641"/>
            <a:ext cx="1038820" cy="642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Silo → Balanza egreso</a:t>
            </a:r>
            <a:endParaRPr sz="1200"/>
          </a:p>
        </p:txBody>
      </p:sp>
      <p:sp>
        <p:nvSpPr>
          <p:cNvPr id="16" name="Text 14">
            <a:extLst xmlns:a="http://schemas.openxmlformats.org/drawingml/2006/main">
              <a:ext uri="{FF2B5EF4-FFF2-40B4-BE49-F238E27FC236}">
                <a16:creationId xmlns:a16="http://schemas.microsoft.com/office/drawing/2014/main" id="{F376E3F0-0BDB-45E0-8C7F-44F499E7DA33}"/>
              </a:ext>
            </a:extLst>
          </p:cNvPr>
          <p:cNvSpPr>
            <a:spLocks xmlns:a="http://schemas.openxmlformats.org/drawingml/2006/main" noGrp="1"/>
          </p:cNvSpPr>
          <p:nvPr/>
        </p:nvSpPr>
        <p:spPr>
          <a:xfrm xmlns:a="http://schemas.openxmlformats.org/drawingml/2006/main">
            <a:off x="5069780" y="1701701"/>
            <a:ext cx="10389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A calada</a:t>
            </a:r>
            <a:endParaRPr sz="1400"/>
          </a:p>
        </p:txBody>
      </p:sp>
      <p:sp>
        <p:nvSpPr>
          <p:cNvPr id="17" name="Shape 15">
            <a:extLst xmlns:a="http://schemas.openxmlformats.org/drawingml/2006/main">
              <a:ext uri="{FF2B5EF4-FFF2-40B4-BE49-F238E27FC236}">
                <a16:creationId xmlns:a16="http://schemas.microsoft.com/office/drawing/2014/main" id="{A4500EE7-0756-40B4-AB68-AF96035F367B}"/>
              </a:ext>
            </a:extLst>
          </p:cNvPr>
          <p:cNvSpPr>
            <a:spLocks xmlns:a="http://schemas.openxmlformats.org/drawingml/2006/main" noGrp="1"/>
          </p:cNvSpPr>
          <p:nvPr/>
        </p:nvSpPr>
        <p:spPr>
          <a:xfrm xmlns:a="http://schemas.openxmlformats.org/drawingml/2006/main">
            <a:off x="5069780" y="2001341"/>
            <a:ext cx="988120" cy="63500"/>
          </a:xfrm>
          <a:prstGeom xmlns:a="http://schemas.openxmlformats.org/drawingml/2006/main" prst="roundRect">
            <a:avLst>
              <a:gd name="adj" fmla="val 50000"/>
            </a:avLst>
          </a:prstGeom>
          <a:solidFill xmlns:a="http://schemas.openxmlformats.org/drawingml/2006/main">
            <a:srgbClr val="1F7A4D"/>
          </a:solidFill>
        </p:spPr>
      </p:sp>
      <p:sp>
        <p:nvSpPr>
          <p:cNvPr id="18" name="Text 16">
            <a:extLst xmlns:a="http://schemas.openxmlformats.org/drawingml/2006/main">
              <a:ext uri="{FF2B5EF4-FFF2-40B4-BE49-F238E27FC236}">
                <a16:creationId xmlns:a16="http://schemas.microsoft.com/office/drawing/2014/main" id="{25135384-0FFC-4F60-8D14-0FB363C89291}"/>
              </a:ext>
            </a:extLst>
          </p:cNvPr>
          <p:cNvSpPr>
            <a:spLocks xmlns:a="http://schemas.openxmlformats.org/drawingml/2006/main" noGrp="1"/>
          </p:cNvSpPr>
          <p:nvPr/>
        </p:nvSpPr>
        <p:spPr>
          <a:xfrm xmlns:a="http://schemas.openxmlformats.org/drawingml/2006/main">
            <a:off x="5069780" y="2115641"/>
            <a:ext cx="1038920" cy="642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Balanza egreso → Calada</a:t>
            </a:r>
            <a:endParaRPr sz="1200"/>
          </a:p>
        </p:txBody>
      </p:sp>
      <p:sp>
        <p:nvSpPr>
          <p:cNvPr id="19" name="Text 17">
            <a:extLst xmlns:a="http://schemas.openxmlformats.org/drawingml/2006/main">
              <a:ext uri="{FF2B5EF4-FFF2-40B4-BE49-F238E27FC236}">
                <a16:creationId xmlns:a16="http://schemas.microsoft.com/office/drawing/2014/main" id="{262519BA-E197-4024-A27F-ABB546EAFA83}"/>
              </a:ext>
            </a:extLst>
          </p:cNvPr>
          <p:cNvSpPr>
            <a:spLocks xmlns:a="http://schemas.openxmlformats.org/drawingml/2006/main" noGrp="1"/>
          </p:cNvSpPr>
          <p:nvPr/>
        </p:nvSpPr>
        <p:spPr>
          <a:xfrm xmlns:a="http://schemas.openxmlformats.org/drawingml/2006/main">
            <a:off x="6134100" y="1701701"/>
            <a:ext cx="10388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Salida</a:t>
            </a:r>
            <a:endParaRPr sz="1400"/>
          </a:p>
        </p:txBody>
      </p:sp>
      <p:sp>
        <p:nvSpPr>
          <p:cNvPr id="20" name="Shape 18">
            <a:extLst xmlns:a="http://schemas.openxmlformats.org/drawingml/2006/main">
              <a:ext uri="{FF2B5EF4-FFF2-40B4-BE49-F238E27FC236}">
                <a16:creationId xmlns:a16="http://schemas.microsoft.com/office/drawing/2014/main" id="{0426CD61-F605-4E91-A349-5E0F8267EA7A}"/>
              </a:ext>
            </a:extLst>
          </p:cNvPr>
          <p:cNvSpPr>
            <a:spLocks xmlns:a="http://schemas.openxmlformats.org/drawingml/2006/main" noGrp="1"/>
          </p:cNvSpPr>
          <p:nvPr/>
        </p:nvSpPr>
        <p:spPr>
          <a:xfrm xmlns:a="http://schemas.openxmlformats.org/drawingml/2006/main">
            <a:off x="6134100" y="2001341"/>
            <a:ext cx="988020" cy="63500"/>
          </a:xfrm>
          <a:prstGeom xmlns:a="http://schemas.openxmlformats.org/drawingml/2006/main" prst="roundRect">
            <a:avLst>
              <a:gd name="adj" fmla="val 50000"/>
            </a:avLst>
          </a:prstGeom>
          <a:solidFill xmlns:a="http://schemas.openxmlformats.org/drawingml/2006/main">
            <a:srgbClr val="9CCBAE"/>
          </a:solidFill>
        </p:spPr>
      </p:sp>
      <p:sp>
        <p:nvSpPr>
          <p:cNvPr id="21" name="Text 19">
            <a:extLst xmlns:a="http://schemas.openxmlformats.org/drawingml/2006/main">
              <a:ext uri="{FF2B5EF4-FFF2-40B4-BE49-F238E27FC236}">
                <a16:creationId xmlns:a16="http://schemas.microsoft.com/office/drawing/2014/main" id="{4F701817-F7C2-4AB6-9924-833EF8080448}"/>
              </a:ext>
            </a:extLst>
          </p:cNvPr>
          <p:cNvSpPr>
            <a:spLocks xmlns:a="http://schemas.openxmlformats.org/drawingml/2006/main" noGrp="1"/>
          </p:cNvSpPr>
          <p:nvPr/>
        </p:nvSpPr>
        <p:spPr>
          <a:xfrm xmlns:a="http://schemas.openxmlformats.org/drawingml/2006/main">
            <a:off x="6134100" y="2115641"/>
            <a:ext cx="1038820"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Calada → Salida Ric</a:t>
            </a:r>
            <a:endParaRPr sz="1200"/>
          </a:p>
        </p:txBody>
      </p:sp>
      <p:sp>
        <p:nvSpPr>
          <p:cNvPr id="22" name="Text 20">
            <a:extLst xmlns:a="http://schemas.openxmlformats.org/drawingml/2006/main">
              <a:ext uri="{FF2B5EF4-FFF2-40B4-BE49-F238E27FC236}">
                <a16:creationId xmlns:a16="http://schemas.microsoft.com/office/drawing/2014/main" id="{C5C9223D-964B-4AB6-8208-D5B7D92629F7}"/>
              </a:ext>
            </a:extLst>
          </p:cNvPr>
          <p:cNvSpPr>
            <a:spLocks xmlns:a="http://schemas.openxmlformats.org/drawingml/2006/main" noGrp="1"/>
          </p:cNvSpPr>
          <p:nvPr/>
        </p:nvSpPr>
        <p:spPr>
          <a:xfrm xmlns:a="http://schemas.openxmlformats.org/drawingml/2006/main">
            <a:off x="7198320" y="1701701"/>
            <a:ext cx="10388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Traslado</a:t>
            </a:r>
            <a:endParaRPr sz="1400"/>
          </a:p>
        </p:txBody>
      </p:sp>
      <p:sp>
        <p:nvSpPr>
          <p:cNvPr id="23" name="Shape 21">
            <a:extLst xmlns:a="http://schemas.openxmlformats.org/drawingml/2006/main">
              <a:ext uri="{FF2B5EF4-FFF2-40B4-BE49-F238E27FC236}">
                <a16:creationId xmlns:a16="http://schemas.microsoft.com/office/drawing/2014/main" id="{B0BF96E5-B58B-46C8-AFF0-5B88EC2116EB}"/>
              </a:ext>
            </a:extLst>
          </p:cNvPr>
          <p:cNvSpPr>
            <a:spLocks xmlns:a="http://schemas.openxmlformats.org/drawingml/2006/main" noGrp="1"/>
          </p:cNvSpPr>
          <p:nvPr/>
        </p:nvSpPr>
        <p:spPr>
          <a:xfrm xmlns:a="http://schemas.openxmlformats.org/drawingml/2006/main">
            <a:off x="7198320" y="2001341"/>
            <a:ext cx="988020" cy="63500"/>
          </a:xfrm>
          <a:prstGeom xmlns:a="http://schemas.openxmlformats.org/drawingml/2006/main" prst="roundRect">
            <a:avLst>
              <a:gd name="adj" fmla="val 50000"/>
            </a:avLst>
          </a:prstGeom>
          <a:solidFill xmlns:a="http://schemas.openxmlformats.org/drawingml/2006/main">
            <a:srgbClr val="B7C3BB"/>
          </a:solidFill>
        </p:spPr>
      </p:sp>
      <p:sp>
        <p:nvSpPr>
          <p:cNvPr id="24" name="Text 22">
            <a:extLst xmlns:a="http://schemas.openxmlformats.org/drawingml/2006/main">
              <a:ext uri="{FF2B5EF4-FFF2-40B4-BE49-F238E27FC236}">
                <a16:creationId xmlns:a16="http://schemas.microsoft.com/office/drawing/2014/main" id="{813C5D0E-B319-4269-B311-D60E99452F77}"/>
              </a:ext>
            </a:extLst>
          </p:cNvPr>
          <p:cNvSpPr>
            <a:spLocks xmlns:a="http://schemas.openxmlformats.org/drawingml/2006/main" noGrp="1"/>
          </p:cNvSpPr>
          <p:nvPr/>
        </p:nvSpPr>
        <p:spPr>
          <a:xfrm xmlns:a="http://schemas.openxmlformats.org/drawingml/2006/main">
            <a:off x="7198320" y="2115641"/>
            <a:ext cx="1038820"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Salida Ric → Ingreso SLZ</a:t>
            </a:r>
            <a:endParaRPr sz="1200"/>
          </a:p>
        </p:txBody>
      </p:sp>
      <p:sp>
        <p:nvSpPr>
          <p:cNvPr id="25" name="Text 23">
            <a:extLst xmlns:a="http://schemas.openxmlformats.org/drawingml/2006/main">
              <a:ext uri="{FF2B5EF4-FFF2-40B4-BE49-F238E27FC236}">
                <a16:creationId xmlns:a16="http://schemas.microsoft.com/office/drawing/2014/main" id="{23BC67B0-450C-4D39-8400-EC3E352C0ACD}"/>
              </a:ext>
            </a:extLst>
          </p:cNvPr>
          <p:cNvSpPr>
            <a:spLocks xmlns:a="http://schemas.openxmlformats.org/drawingml/2006/main" noGrp="1"/>
          </p:cNvSpPr>
          <p:nvPr/>
        </p:nvSpPr>
        <p:spPr>
          <a:xfrm xmlns:a="http://schemas.openxmlformats.org/drawingml/2006/main">
            <a:off x="8262541" y="1701701"/>
            <a:ext cx="10389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Playa OSL</a:t>
            </a:r>
            <a:endParaRPr sz="1400"/>
          </a:p>
        </p:txBody>
      </p:sp>
      <p:sp>
        <p:nvSpPr>
          <p:cNvPr id="26" name="Shape 24">
            <a:extLst xmlns:a="http://schemas.openxmlformats.org/drawingml/2006/main">
              <a:ext uri="{FF2B5EF4-FFF2-40B4-BE49-F238E27FC236}">
                <a16:creationId xmlns:a16="http://schemas.microsoft.com/office/drawing/2014/main" id="{88F0A0E2-1AA1-4067-874D-FAAC8545A10F}"/>
              </a:ext>
            </a:extLst>
          </p:cNvPr>
          <p:cNvSpPr>
            <a:spLocks xmlns:a="http://schemas.openxmlformats.org/drawingml/2006/main" noGrp="1"/>
          </p:cNvSpPr>
          <p:nvPr/>
        </p:nvSpPr>
        <p:spPr>
          <a:xfrm xmlns:a="http://schemas.openxmlformats.org/drawingml/2006/main">
            <a:off x="8262541" y="2001341"/>
            <a:ext cx="988120" cy="63500"/>
          </a:xfrm>
          <a:prstGeom xmlns:a="http://schemas.openxmlformats.org/drawingml/2006/main" prst="roundRect">
            <a:avLst>
              <a:gd name="adj" fmla="val 50000"/>
            </a:avLst>
          </a:prstGeom>
          <a:solidFill xmlns:a="http://schemas.openxmlformats.org/drawingml/2006/main">
            <a:srgbClr val="2E1B4E"/>
          </a:solidFill>
        </p:spPr>
      </p:sp>
      <p:sp>
        <p:nvSpPr>
          <p:cNvPr id="27" name="Text 25">
            <a:extLst xmlns:a="http://schemas.openxmlformats.org/drawingml/2006/main">
              <a:ext uri="{FF2B5EF4-FFF2-40B4-BE49-F238E27FC236}">
                <a16:creationId xmlns:a16="http://schemas.microsoft.com/office/drawing/2014/main" id="{39F7EDC8-33E5-405F-B211-AAE07E948EBD}"/>
              </a:ext>
            </a:extLst>
          </p:cNvPr>
          <p:cNvSpPr>
            <a:spLocks xmlns:a="http://schemas.openxmlformats.org/drawingml/2006/main" noGrp="1"/>
          </p:cNvSpPr>
          <p:nvPr/>
        </p:nvSpPr>
        <p:spPr>
          <a:xfrm xmlns:a="http://schemas.openxmlformats.org/drawingml/2006/main">
            <a:off x="8262541" y="2115641"/>
            <a:ext cx="1038920" cy="642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Ingreso SLZ → Balanza SLZ</a:t>
            </a:r>
            <a:endParaRPr sz="1200"/>
          </a:p>
        </p:txBody>
      </p:sp>
      <p:sp>
        <p:nvSpPr>
          <p:cNvPr id="28" name="Text 26">
            <a:extLst xmlns:a="http://schemas.openxmlformats.org/drawingml/2006/main">
              <a:ext uri="{FF2B5EF4-FFF2-40B4-BE49-F238E27FC236}">
                <a16:creationId xmlns:a16="http://schemas.microsoft.com/office/drawing/2014/main" id="{3E740B49-7E99-4C60-9DA1-DFCA408DD7A0}"/>
              </a:ext>
            </a:extLst>
          </p:cNvPr>
          <p:cNvSpPr>
            <a:spLocks xmlns:a="http://schemas.openxmlformats.org/drawingml/2006/main" noGrp="1"/>
          </p:cNvSpPr>
          <p:nvPr/>
        </p:nvSpPr>
        <p:spPr>
          <a:xfrm xmlns:a="http://schemas.openxmlformats.org/drawingml/2006/main">
            <a:off x="9326860" y="1701701"/>
            <a:ext cx="10388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Descarga</a:t>
            </a:r>
            <a:endParaRPr sz="1400"/>
          </a:p>
        </p:txBody>
      </p:sp>
      <p:sp>
        <p:nvSpPr>
          <p:cNvPr id="29" name="Shape 27">
            <a:extLst xmlns:a="http://schemas.openxmlformats.org/drawingml/2006/main">
              <a:ext uri="{FF2B5EF4-FFF2-40B4-BE49-F238E27FC236}">
                <a16:creationId xmlns:a16="http://schemas.microsoft.com/office/drawing/2014/main" id="{3D133055-321C-4AA2-9BFF-DFCC7243FA6E}"/>
              </a:ext>
            </a:extLst>
          </p:cNvPr>
          <p:cNvSpPr>
            <a:spLocks xmlns:a="http://schemas.openxmlformats.org/drawingml/2006/main" noGrp="1"/>
          </p:cNvSpPr>
          <p:nvPr/>
        </p:nvSpPr>
        <p:spPr>
          <a:xfrm xmlns:a="http://schemas.openxmlformats.org/drawingml/2006/main">
            <a:off x="9326860" y="2001341"/>
            <a:ext cx="988020" cy="63500"/>
          </a:xfrm>
          <a:prstGeom xmlns:a="http://schemas.openxmlformats.org/drawingml/2006/main" prst="roundRect">
            <a:avLst>
              <a:gd name="adj" fmla="val 50000"/>
            </a:avLst>
          </a:prstGeom>
          <a:solidFill xmlns:a="http://schemas.openxmlformats.org/drawingml/2006/main">
            <a:srgbClr val="6B55A3"/>
          </a:solidFill>
        </p:spPr>
      </p:sp>
      <p:sp>
        <p:nvSpPr>
          <p:cNvPr id="30" name="Text 28">
            <a:extLst xmlns:a="http://schemas.openxmlformats.org/drawingml/2006/main">
              <a:ext uri="{FF2B5EF4-FFF2-40B4-BE49-F238E27FC236}">
                <a16:creationId xmlns:a16="http://schemas.microsoft.com/office/drawing/2014/main" id="{073670C8-9E68-48D4-995A-E9BA6F28955F}"/>
              </a:ext>
            </a:extLst>
          </p:cNvPr>
          <p:cNvSpPr>
            <a:spLocks xmlns:a="http://schemas.openxmlformats.org/drawingml/2006/main" noGrp="1"/>
          </p:cNvSpPr>
          <p:nvPr/>
        </p:nvSpPr>
        <p:spPr>
          <a:xfrm xmlns:a="http://schemas.openxmlformats.org/drawingml/2006/main">
            <a:off x="9326860" y="2115641"/>
            <a:ext cx="1038820"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Balanza SLZ → Volcable</a:t>
            </a:r>
            <a:endParaRPr sz="1200"/>
          </a:p>
        </p:txBody>
      </p:sp>
      <p:sp>
        <p:nvSpPr>
          <p:cNvPr id="31" name="Text 29">
            <a:extLst xmlns:a="http://schemas.openxmlformats.org/drawingml/2006/main">
              <a:ext uri="{FF2B5EF4-FFF2-40B4-BE49-F238E27FC236}">
                <a16:creationId xmlns:a16="http://schemas.microsoft.com/office/drawing/2014/main" id="{BDE69D98-BD82-4E73-8BFE-2EF92DA43594}"/>
              </a:ext>
            </a:extLst>
          </p:cNvPr>
          <p:cNvSpPr>
            <a:spLocks xmlns:a="http://schemas.openxmlformats.org/drawingml/2006/main" noGrp="1"/>
          </p:cNvSpPr>
          <p:nvPr/>
        </p:nvSpPr>
        <p:spPr>
          <a:xfrm xmlns:a="http://schemas.openxmlformats.org/drawingml/2006/main">
            <a:off x="10391080" y="1701701"/>
            <a:ext cx="10389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Egreso</a:t>
            </a:r>
            <a:endParaRPr sz="1400"/>
          </a:p>
        </p:txBody>
      </p:sp>
      <p:sp>
        <p:nvSpPr>
          <p:cNvPr id="32" name="Shape 30">
            <a:extLst xmlns:a="http://schemas.openxmlformats.org/drawingml/2006/main">
              <a:ext uri="{FF2B5EF4-FFF2-40B4-BE49-F238E27FC236}">
                <a16:creationId xmlns:a16="http://schemas.microsoft.com/office/drawing/2014/main" id="{87CBC96A-0A2B-4B22-B4AB-68E6C7DC16A5}"/>
              </a:ext>
            </a:extLst>
          </p:cNvPr>
          <p:cNvSpPr>
            <a:spLocks xmlns:a="http://schemas.openxmlformats.org/drawingml/2006/main" noGrp="1"/>
          </p:cNvSpPr>
          <p:nvPr/>
        </p:nvSpPr>
        <p:spPr>
          <a:xfrm xmlns:a="http://schemas.openxmlformats.org/drawingml/2006/main">
            <a:off x="10391080" y="2001341"/>
            <a:ext cx="988120" cy="63500"/>
          </a:xfrm>
          <a:prstGeom xmlns:a="http://schemas.openxmlformats.org/drawingml/2006/main" prst="roundRect">
            <a:avLst>
              <a:gd name="adj" fmla="val 50000"/>
            </a:avLst>
          </a:prstGeom>
          <a:solidFill xmlns:a="http://schemas.openxmlformats.org/drawingml/2006/main">
            <a:srgbClr val="A99BCF"/>
          </a:solidFill>
        </p:spPr>
      </p:sp>
      <p:sp>
        <p:nvSpPr>
          <p:cNvPr id="33" name="Text 31">
            <a:extLst xmlns:a="http://schemas.openxmlformats.org/drawingml/2006/main">
              <a:ext uri="{FF2B5EF4-FFF2-40B4-BE49-F238E27FC236}">
                <a16:creationId xmlns:a16="http://schemas.microsoft.com/office/drawing/2014/main" id="{DBF93B9B-EEF5-49C8-B175-4664A9020248}"/>
              </a:ext>
            </a:extLst>
          </p:cNvPr>
          <p:cNvSpPr>
            <a:spLocks xmlns:a="http://schemas.openxmlformats.org/drawingml/2006/main" noGrp="1"/>
          </p:cNvSpPr>
          <p:nvPr/>
        </p:nvSpPr>
        <p:spPr>
          <a:xfrm xmlns:a="http://schemas.openxmlformats.org/drawingml/2006/main">
            <a:off x="10391080" y="2115641"/>
            <a:ext cx="1038920"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Volcable → Salida SLZ</a:t>
            </a:r>
            <a:endParaRPr sz="1200"/>
          </a:p>
        </p:txBody>
      </p:sp>
      <p:sp>
        <p:nvSpPr>
          <p:cNvPr id="34" name="Text 32">
            <a:extLst xmlns:a="http://schemas.openxmlformats.org/drawingml/2006/main">
              <a:ext uri="{FF2B5EF4-FFF2-40B4-BE49-F238E27FC236}">
                <a16:creationId xmlns:a16="http://schemas.microsoft.com/office/drawing/2014/main" id="{149F94A7-66A1-48D0-A30F-6E17762F64D8}"/>
              </a:ext>
            </a:extLst>
          </p:cNvPr>
          <p:cNvSpPr>
            <a:spLocks xmlns:a="http://schemas.openxmlformats.org/drawingml/2006/main" noGrp="1"/>
          </p:cNvSpPr>
          <p:nvPr/>
        </p:nvSpPr>
        <p:spPr>
          <a:xfrm xmlns:a="http://schemas.openxmlformats.org/drawingml/2006/main">
            <a:off x="787400" y="2928243"/>
            <a:ext cx="36830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9</a:t>
            </a:r>
            <a:endParaRPr sz="1800"/>
          </a:p>
        </p:txBody>
      </p:sp>
      <p:sp>
        <p:nvSpPr>
          <p:cNvPr id="35" name="Text 33">
            <a:extLst xmlns:a="http://schemas.openxmlformats.org/drawingml/2006/main">
              <a:ext uri="{FF2B5EF4-FFF2-40B4-BE49-F238E27FC236}">
                <a16:creationId xmlns:a16="http://schemas.microsoft.com/office/drawing/2014/main" id="{177C7CD4-DAA9-48D8-A8E5-64566E7DE317}"/>
              </a:ext>
            </a:extLst>
          </p:cNvPr>
          <p:cNvSpPr>
            <a:spLocks xmlns:a="http://schemas.openxmlformats.org/drawingml/2006/main" noGrp="1"/>
          </p:cNvSpPr>
          <p:nvPr/>
        </p:nvSpPr>
        <p:spPr>
          <a:xfrm xmlns:a="http://schemas.openxmlformats.org/drawingml/2006/main">
            <a:off x="1104900" y="2928243"/>
            <a:ext cx="4381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11</a:t>
            </a:r>
            <a:endParaRPr sz="1800"/>
          </a:p>
        </p:txBody>
      </p:sp>
      <p:sp>
        <p:nvSpPr>
          <p:cNvPr id="36" name="Text 34">
            <a:extLst xmlns:a="http://schemas.openxmlformats.org/drawingml/2006/main">
              <a:ext uri="{FF2B5EF4-FFF2-40B4-BE49-F238E27FC236}">
                <a16:creationId xmlns:a16="http://schemas.microsoft.com/office/drawing/2014/main" id="{34461C94-DF00-4A73-9384-F4126938BB52}"/>
              </a:ext>
            </a:extLst>
          </p:cNvPr>
          <p:cNvSpPr>
            <a:spLocks xmlns:a="http://schemas.openxmlformats.org/drawingml/2006/main" noGrp="1"/>
          </p:cNvSpPr>
          <p:nvPr/>
        </p:nvSpPr>
        <p:spPr>
          <a:xfrm xmlns:a="http://schemas.openxmlformats.org/drawingml/2006/main">
            <a:off x="1448403" y="2928243"/>
            <a:ext cx="4754944"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0B5638"/>
                </a:solidFill>
                <a:latin typeface="IBM Plex Sans"/>
                <a:ea typeface="IBM Plex Sans"/>
                <a:cs typeface="IBM Plex Sans"/>
              </a:rPr>
              <a:t>131</a:t>
            </a:r>
            <a:endParaRPr sz="1800"/>
          </a:p>
        </p:txBody>
      </p:sp>
      <p:sp>
        <p:nvSpPr>
          <p:cNvPr id="37" name="Text 35">
            <a:extLst xmlns:a="http://schemas.openxmlformats.org/drawingml/2006/main">
              <a:ext uri="{FF2B5EF4-FFF2-40B4-BE49-F238E27FC236}">
                <a16:creationId xmlns:a16="http://schemas.microsoft.com/office/drawing/2014/main" id="{D6B2BFEA-FF18-4B51-8DE0-9F25F8CAC36F}"/>
              </a:ext>
            </a:extLst>
          </p:cNvPr>
          <p:cNvSpPr>
            <a:spLocks xmlns:a="http://schemas.openxmlformats.org/drawingml/2006/main" noGrp="1"/>
          </p:cNvSpPr>
          <p:nvPr/>
        </p:nvSpPr>
        <p:spPr>
          <a:xfrm xmlns:a="http://schemas.openxmlformats.org/drawingml/2006/main">
            <a:off x="6108700" y="2928243"/>
            <a:ext cx="7556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20</a:t>
            </a:r>
            <a:endParaRPr sz="1800"/>
          </a:p>
        </p:txBody>
      </p:sp>
      <p:sp>
        <p:nvSpPr>
          <p:cNvPr id="38" name="Text 36">
            <a:extLst xmlns:a="http://schemas.openxmlformats.org/drawingml/2006/main">
              <a:ext uri="{FF2B5EF4-FFF2-40B4-BE49-F238E27FC236}">
                <a16:creationId xmlns:a16="http://schemas.microsoft.com/office/drawing/2014/main" id="{B1099567-5EE1-4042-8FCF-F3AC895575AF}"/>
              </a:ext>
            </a:extLst>
          </p:cNvPr>
          <p:cNvSpPr>
            <a:spLocks xmlns:a="http://schemas.openxmlformats.org/drawingml/2006/main" noGrp="1"/>
          </p:cNvSpPr>
          <p:nvPr/>
        </p:nvSpPr>
        <p:spPr>
          <a:xfrm xmlns:a="http://schemas.openxmlformats.org/drawingml/2006/main">
            <a:off x="6813550" y="2928243"/>
            <a:ext cx="4000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10</a:t>
            </a:r>
            <a:endParaRPr sz="1800"/>
          </a:p>
        </p:txBody>
      </p:sp>
      <p:sp>
        <p:nvSpPr>
          <p:cNvPr id="39" name="Text 37">
            <a:extLst xmlns:a="http://schemas.openxmlformats.org/drawingml/2006/main">
              <a:ext uri="{FF2B5EF4-FFF2-40B4-BE49-F238E27FC236}">
                <a16:creationId xmlns:a16="http://schemas.microsoft.com/office/drawing/2014/main" id="{F38A542B-6D6D-43C2-B6AE-9B7324039409}"/>
              </a:ext>
            </a:extLst>
          </p:cNvPr>
          <p:cNvSpPr>
            <a:spLocks xmlns:a="http://schemas.openxmlformats.org/drawingml/2006/main" noGrp="1"/>
          </p:cNvSpPr>
          <p:nvPr/>
        </p:nvSpPr>
        <p:spPr>
          <a:xfrm xmlns:a="http://schemas.openxmlformats.org/drawingml/2006/main">
            <a:off x="7162800" y="2928243"/>
            <a:ext cx="5778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15</a:t>
            </a:r>
            <a:endParaRPr sz="1800"/>
          </a:p>
        </p:txBody>
      </p:sp>
      <p:sp>
        <p:nvSpPr>
          <p:cNvPr id="40" name="Text 38">
            <a:extLst xmlns:a="http://schemas.openxmlformats.org/drawingml/2006/main">
              <a:ext uri="{FF2B5EF4-FFF2-40B4-BE49-F238E27FC236}">
                <a16:creationId xmlns:a16="http://schemas.microsoft.com/office/drawing/2014/main" id="{5B40B30F-AEFD-4596-AD0D-45377BFE148A}"/>
              </a:ext>
            </a:extLst>
          </p:cNvPr>
          <p:cNvSpPr>
            <a:spLocks xmlns:a="http://schemas.openxmlformats.org/drawingml/2006/main" noGrp="1"/>
          </p:cNvSpPr>
          <p:nvPr/>
        </p:nvSpPr>
        <p:spPr>
          <a:xfrm xmlns:a="http://schemas.openxmlformats.org/drawingml/2006/main">
            <a:off x="7689850" y="2928243"/>
            <a:ext cx="4381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11</a:t>
            </a:r>
            <a:endParaRPr sz="1800"/>
          </a:p>
        </p:txBody>
      </p:sp>
      <p:sp>
        <p:nvSpPr>
          <p:cNvPr id="41" name="Text 39">
            <a:extLst xmlns:a="http://schemas.openxmlformats.org/drawingml/2006/main">
              <a:ext uri="{FF2B5EF4-FFF2-40B4-BE49-F238E27FC236}">
                <a16:creationId xmlns:a16="http://schemas.microsoft.com/office/drawing/2014/main" id="{A9E6EA08-995A-4555-B460-9104BBC146C4}"/>
              </a:ext>
            </a:extLst>
          </p:cNvPr>
          <p:cNvSpPr>
            <a:spLocks xmlns:a="http://schemas.openxmlformats.org/drawingml/2006/main" noGrp="1"/>
          </p:cNvSpPr>
          <p:nvPr/>
        </p:nvSpPr>
        <p:spPr>
          <a:xfrm xmlns:a="http://schemas.openxmlformats.org/drawingml/2006/main">
            <a:off x="8077200" y="2928243"/>
            <a:ext cx="100330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2E1B4E"/>
                </a:solidFill>
                <a:latin typeface="IBM Plex Sans"/>
                <a:ea typeface="IBM Plex Sans"/>
                <a:cs typeface="IBM Plex Sans"/>
              </a:rPr>
              <a:t>27</a:t>
            </a:r>
            <a:endParaRPr sz="1800"/>
          </a:p>
        </p:txBody>
      </p:sp>
      <p:sp>
        <p:nvSpPr>
          <p:cNvPr id="42" name="Text 40">
            <a:extLst xmlns:a="http://schemas.openxmlformats.org/drawingml/2006/main">
              <a:ext uri="{FF2B5EF4-FFF2-40B4-BE49-F238E27FC236}">
                <a16:creationId xmlns:a16="http://schemas.microsoft.com/office/drawing/2014/main" id="{BA6DF2EC-9FA5-43BC-862C-D5006099ABF6}"/>
              </a:ext>
            </a:extLst>
          </p:cNvPr>
          <p:cNvSpPr>
            <a:spLocks xmlns:a="http://schemas.openxmlformats.org/drawingml/2006/main" noGrp="1"/>
          </p:cNvSpPr>
          <p:nvPr/>
        </p:nvSpPr>
        <p:spPr>
          <a:xfrm xmlns:a="http://schemas.openxmlformats.org/drawingml/2006/main">
            <a:off x="9028144" y="2928243"/>
            <a:ext cx="1850962"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6B55A3"/>
                </a:solidFill>
                <a:latin typeface="IBM Plex Sans"/>
                <a:ea typeface="IBM Plex Sans"/>
                <a:cs typeface="IBM Plex Sans"/>
              </a:rPr>
              <a:t>51</a:t>
            </a:r>
            <a:endParaRPr sz="1800"/>
          </a:p>
        </p:txBody>
      </p:sp>
      <p:sp>
        <p:nvSpPr>
          <p:cNvPr id="43" name="Text 41">
            <a:extLst xmlns:a="http://schemas.openxmlformats.org/drawingml/2006/main">
              <a:ext uri="{FF2B5EF4-FFF2-40B4-BE49-F238E27FC236}">
                <a16:creationId xmlns:a16="http://schemas.microsoft.com/office/drawing/2014/main" id="{B096FDEA-9FA0-4D8B-85C6-472F64B5541E}"/>
              </a:ext>
            </a:extLst>
          </p:cNvPr>
          <p:cNvSpPr>
            <a:spLocks xmlns:a="http://schemas.openxmlformats.org/drawingml/2006/main" noGrp="1"/>
          </p:cNvSpPr>
          <p:nvPr/>
        </p:nvSpPr>
        <p:spPr>
          <a:xfrm xmlns:a="http://schemas.openxmlformats.org/drawingml/2006/main">
            <a:off x="10826750" y="2928243"/>
            <a:ext cx="5778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15</a:t>
            </a:r>
            <a:endParaRPr sz="1800"/>
          </a:p>
        </p:txBody>
      </p:sp>
      <p:sp>
        <p:nvSpPr>
          <p:cNvPr id="44" name="Shape 42">
            <a:extLst xmlns:a="http://schemas.openxmlformats.org/drawingml/2006/main">
              <a:ext uri="{FF2B5EF4-FFF2-40B4-BE49-F238E27FC236}">
                <a16:creationId xmlns:a16="http://schemas.microsoft.com/office/drawing/2014/main" id="{B787BC72-3F9A-4110-8549-A4D1E1096174}"/>
              </a:ext>
            </a:extLst>
          </p:cNvPr>
          <p:cNvSpPr>
            <a:spLocks xmlns:a="http://schemas.openxmlformats.org/drawingml/2006/main" noGrp="1"/>
          </p:cNvSpPr>
          <p:nvPr/>
        </p:nvSpPr>
        <p:spPr>
          <a:xfrm xmlns:a="http://schemas.openxmlformats.org/drawingml/2006/main">
            <a:off x="812800" y="3299023"/>
            <a:ext cx="317500" cy="355600"/>
          </a:xfrm>
          <a:custGeom xmlns:a="http://schemas.openxmlformats.org/drawingml/2006/main">
            <a:rect l="l" t="t" r="r" b="b"/>
            <a:pathLst>
              <a:path w="317500" h="355600">
                <a:moveTo>
                  <a:pt x="0" y="50800"/>
                </a:moveTo>
                <a:arcTo wR="50800" hR="50800" stAng="10800000" swAng="5400000"/>
                <a:lnTo>
                  <a:pt x="317500" y="0"/>
                </a:lnTo>
                <a:lnTo>
                  <a:pt x="317500" y="355600"/>
                </a:lnTo>
                <a:lnTo>
                  <a:pt x="50800" y="355600"/>
                </a:lnTo>
                <a:arcTo wR="50800" hR="50800" stAng="5400000" swAng="5400000"/>
                <a:close/>
              </a:path>
            </a:pathLst>
          </a:custGeom>
          <a:solidFill xmlns:a="http://schemas.openxmlformats.org/drawingml/2006/main">
            <a:srgbClr val="3A8F63"/>
          </a:solidFill>
        </p:spPr>
      </p:sp>
      <p:sp>
        <p:nvSpPr>
          <p:cNvPr id="45" name="Shape 43">
            <a:extLst xmlns:a="http://schemas.openxmlformats.org/drawingml/2006/main">
              <a:ext uri="{FF2B5EF4-FFF2-40B4-BE49-F238E27FC236}">
                <a16:creationId xmlns:a16="http://schemas.microsoft.com/office/drawing/2014/main" id="{AE4B8AF5-824E-4235-AAA7-EFF456B58671}"/>
              </a:ext>
            </a:extLst>
          </p:cNvPr>
          <p:cNvSpPr>
            <a:spLocks xmlns:a="http://schemas.openxmlformats.org/drawingml/2006/main" noGrp="1"/>
          </p:cNvSpPr>
          <p:nvPr/>
        </p:nvSpPr>
        <p:spPr>
          <a:xfrm xmlns:a="http://schemas.openxmlformats.org/drawingml/2006/main">
            <a:off x="1130300" y="3299023"/>
            <a:ext cx="387350" cy="355600"/>
          </a:xfrm>
          <a:prstGeom xmlns:a="http://schemas.openxmlformats.org/drawingml/2006/main" prst="rect">
            <a:avLst/>
          </a:prstGeom>
          <a:solidFill xmlns:a="http://schemas.openxmlformats.org/drawingml/2006/main">
            <a:srgbClr val="9CCBAE"/>
          </a:solidFill>
        </p:spPr>
      </p:sp>
      <p:sp>
        <p:nvSpPr>
          <p:cNvPr id="46" name="Shape 44">
            <a:extLst xmlns:a="http://schemas.openxmlformats.org/drawingml/2006/main">
              <a:ext uri="{FF2B5EF4-FFF2-40B4-BE49-F238E27FC236}">
                <a16:creationId xmlns:a16="http://schemas.microsoft.com/office/drawing/2014/main" id="{A146D666-70F1-421F-BC50-71F60C7CB11F}"/>
              </a:ext>
            </a:extLst>
          </p:cNvPr>
          <p:cNvSpPr>
            <a:spLocks xmlns:a="http://schemas.openxmlformats.org/drawingml/2006/main" noGrp="1"/>
          </p:cNvSpPr>
          <p:nvPr/>
        </p:nvSpPr>
        <p:spPr>
          <a:xfrm xmlns:a="http://schemas.openxmlformats.org/drawingml/2006/main">
            <a:off x="1139825" y="329902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47" name="Shape 45">
            <a:extLst xmlns:a="http://schemas.openxmlformats.org/drawingml/2006/main">
              <a:ext uri="{FF2B5EF4-FFF2-40B4-BE49-F238E27FC236}">
                <a16:creationId xmlns:a16="http://schemas.microsoft.com/office/drawing/2014/main" id="{297096B8-9D53-48CE-8ABD-317273AA8F78}"/>
              </a:ext>
            </a:extLst>
          </p:cNvPr>
          <p:cNvSpPr>
            <a:spLocks xmlns:a="http://schemas.openxmlformats.org/drawingml/2006/main" noGrp="1"/>
          </p:cNvSpPr>
          <p:nvPr/>
        </p:nvSpPr>
        <p:spPr>
          <a:xfrm xmlns:a="http://schemas.openxmlformats.org/drawingml/2006/main">
            <a:off x="1517650" y="3299023"/>
            <a:ext cx="4616450" cy="355600"/>
          </a:xfrm>
          <a:prstGeom xmlns:a="http://schemas.openxmlformats.org/drawingml/2006/main" prst="rect">
            <a:avLst/>
          </a:prstGeom>
          <a:solidFill xmlns:a="http://schemas.openxmlformats.org/drawingml/2006/main">
            <a:srgbClr val="0B5638"/>
          </a:solidFill>
        </p:spPr>
      </p:sp>
      <p:sp>
        <p:nvSpPr>
          <p:cNvPr id="48" name="Shape 46">
            <a:extLst xmlns:a="http://schemas.openxmlformats.org/drawingml/2006/main">
              <a:ext uri="{FF2B5EF4-FFF2-40B4-BE49-F238E27FC236}">
                <a16:creationId xmlns:a16="http://schemas.microsoft.com/office/drawing/2014/main" id="{AD77910D-04E1-42F3-9DCB-9809671501B1}"/>
              </a:ext>
            </a:extLst>
          </p:cNvPr>
          <p:cNvSpPr>
            <a:spLocks xmlns:a="http://schemas.openxmlformats.org/drawingml/2006/main" noGrp="1"/>
          </p:cNvSpPr>
          <p:nvPr/>
        </p:nvSpPr>
        <p:spPr>
          <a:xfrm xmlns:a="http://schemas.openxmlformats.org/drawingml/2006/main">
            <a:off x="1527175" y="329902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49" name="Shape 47">
            <a:extLst xmlns:a="http://schemas.openxmlformats.org/drawingml/2006/main">
              <a:ext uri="{FF2B5EF4-FFF2-40B4-BE49-F238E27FC236}">
                <a16:creationId xmlns:a16="http://schemas.microsoft.com/office/drawing/2014/main" id="{1C6F09E3-0A34-4ABF-B46B-2AB7A9DD414F}"/>
              </a:ext>
            </a:extLst>
          </p:cNvPr>
          <p:cNvSpPr>
            <a:spLocks xmlns:a="http://schemas.openxmlformats.org/drawingml/2006/main" noGrp="1"/>
          </p:cNvSpPr>
          <p:nvPr/>
        </p:nvSpPr>
        <p:spPr>
          <a:xfrm xmlns:a="http://schemas.openxmlformats.org/drawingml/2006/main">
            <a:off x="6134100" y="3299023"/>
            <a:ext cx="704850" cy="355600"/>
          </a:xfrm>
          <a:prstGeom xmlns:a="http://schemas.openxmlformats.org/drawingml/2006/main" prst="rect">
            <a:avLst/>
          </a:prstGeom>
          <a:solidFill xmlns:a="http://schemas.openxmlformats.org/drawingml/2006/main">
            <a:srgbClr val="3A8F63"/>
          </a:solidFill>
        </p:spPr>
      </p:sp>
      <p:sp>
        <p:nvSpPr>
          <p:cNvPr id="50" name="Shape 48">
            <a:extLst xmlns:a="http://schemas.openxmlformats.org/drawingml/2006/main">
              <a:ext uri="{FF2B5EF4-FFF2-40B4-BE49-F238E27FC236}">
                <a16:creationId xmlns:a16="http://schemas.microsoft.com/office/drawing/2014/main" id="{1821DD18-4298-417E-8670-71ACA9F5C5BC}"/>
              </a:ext>
            </a:extLst>
          </p:cNvPr>
          <p:cNvSpPr>
            <a:spLocks xmlns:a="http://schemas.openxmlformats.org/drawingml/2006/main" noGrp="1"/>
          </p:cNvSpPr>
          <p:nvPr/>
        </p:nvSpPr>
        <p:spPr>
          <a:xfrm xmlns:a="http://schemas.openxmlformats.org/drawingml/2006/main">
            <a:off x="6143625" y="329902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51" name="Shape 49">
            <a:extLst xmlns:a="http://schemas.openxmlformats.org/drawingml/2006/main">
              <a:ext uri="{FF2B5EF4-FFF2-40B4-BE49-F238E27FC236}">
                <a16:creationId xmlns:a16="http://schemas.microsoft.com/office/drawing/2014/main" id="{6B960E30-0279-4BD0-933D-A6658AEC71B0}"/>
              </a:ext>
            </a:extLst>
          </p:cNvPr>
          <p:cNvSpPr>
            <a:spLocks xmlns:a="http://schemas.openxmlformats.org/drawingml/2006/main" noGrp="1"/>
          </p:cNvSpPr>
          <p:nvPr/>
        </p:nvSpPr>
        <p:spPr>
          <a:xfrm xmlns:a="http://schemas.openxmlformats.org/drawingml/2006/main">
            <a:off x="6838950" y="3299023"/>
            <a:ext cx="349250" cy="355600"/>
          </a:xfrm>
          <a:prstGeom xmlns:a="http://schemas.openxmlformats.org/drawingml/2006/main" prst="rect">
            <a:avLst/>
          </a:prstGeom>
          <a:solidFill xmlns:a="http://schemas.openxmlformats.org/drawingml/2006/main">
            <a:srgbClr val="1F7A4D"/>
          </a:solidFill>
        </p:spPr>
      </p:sp>
      <p:sp>
        <p:nvSpPr>
          <p:cNvPr id="52" name="Shape 50">
            <a:extLst xmlns:a="http://schemas.openxmlformats.org/drawingml/2006/main">
              <a:ext uri="{FF2B5EF4-FFF2-40B4-BE49-F238E27FC236}">
                <a16:creationId xmlns:a16="http://schemas.microsoft.com/office/drawing/2014/main" id="{D777A52F-AAB4-46BD-ADBB-E1179949F910}"/>
              </a:ext>
            </a:extLst>
          </p:cNvPr>
          <p:cNvSpPr>
            <a:spLocks xmlns:a="http://schemas.openxmlformats.org/drawingml/2006/main" noGrp="1"/>
          </p:cNvSpPr>
          <p:nvPr/>
        </p:nvSpPr>
        <p:spPr>
          <a:xfrm xmlns:a="http://schemas.openxmlformats.org/drawingml/2006/main">
            <a:off x="6848475" y="329902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53" name="Shape 51">
            <a:extLst xmlns:a="http://schemas.openxmlformats.org/drawingml/2006/main">
              <a:ext uri="{FF2B5EF4-FFF2-40B4-BE49-F238E27FC236}">
                <a16:creationId xmlns:a16="http://schemas.microsoft.com/office/drawing/2014/main" id="{08160FBE-FBAE-420F-83FC-18E8F9FC1DD8}"/>
              </a:ext>
            </a:extLst>
          </p:cNvPr>
          <p:cNvSpPr>
            <a:spLocks xmlns:a="http://schemas.openxmlformats.org/drawingml/2006/main" noGrp="1"/>
          </p:cNvSpPr>
          <p:nvPr/>
        </p:nvSpPr>
        <p:spPr>
          <a:xfrm xmlns:a="http://schemas.openxmlformats.org/drawingml/2006/main">
            <a:off x="7188200" y="3299023"/>
            <a:ext cx="527050" cy="355600"/>
          </a:xfrm>
          <a:prstGeom xmlns:a="http://schemas.openxmlformats.org/drawingml/2006/main" prst="rect">
            <a:avLst/>
          </a:prstGeom>
          <a:solidFill xmlns:a="http://schemas.openxmlformats.org/drawingml/2006/main">
            <a:srgbClr val="9CCBAE"/>
          </a:solidFill>
        </p:spPr>
      </p:sp>
      <p:sp>
        <p:nvSpPr>
          <p:cNvPr id="54" name="Shape 52">
            <a:extLst xmlns:a="http://schemas.openxmlformats.org/drawingml/2006/main">
              <a:ext uri="{FF2B5EF4-FFF2-40B4-BE49-F238E27FC236}">
                <a16:creationId xmlns:a16="http://schemas.microsoft.com/office/drawing/2014/main" id="{C18911D2-9CEE-4653-8D96-58B830AF6DE7}"/>
              </a:ext>
            </a:extLst>
          </p:cNvPr>
          <p:cNvSpPr>
            <a:spLocks xmlns:a="http://schemas.openxmlformats.org/drawingml/2006/main" noGrp="1"/>
          </p:cNvSpPr>
          <p:nvPr/>
        </p:nvSpPr>
        <p:spPr>
          <a:xfrm xmlns:a="http://schemas.openxmlformats.org/drawingml/2006/main">
            <a:off x="7197725" y="329902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55" name="Shape 53">
            <a:extLst xmlns:a="http://schemas.openxmlformats.org/drawingml/2006/main">
              <a:ext uri="{FF2B5EF4-FFF2-40B4-BE49-F238E27FC236}">
                <a16:creationId xmlns:a16="http://schemas.microsoft.com/office/drawing/2014/main" id="{B4F9002A-65E8-4549-AFAF-97DBCF5C8B27}"/>
              </a:ext>
            </a:extLst>
          </p:cNvPr>
          <p:cNvSpPr>
            <a:spLocks xmlns:a="http://schemas.openxmlformats.org/drawingml/2006/main" noGrp="1"/>
          </p:cNvSpPr>
          <p:nvPr/>
        </p:nvSpPr>
        <p:spPr>
          <a:xfrm xmlns:a="http://schemas.openxmlformats.org/drawingml/2006/main">
            <a:off x="7715250" y="3299023"/>
            <a:ext cx="387350" cy="355600"/>
          </a:xfrm>
          <a:prstGeom xmlns:a="http://schemas.openxmlformats.org/drawingml/2006/main" prst="rect">
            <a:avLst/>
          </a:prstGeom>
          <a:solidFill xmlns:a="http://schemas.openxmlformats.org/drawingml/2006/main">
            <a:srgbClr val="B7C3BB"/>
          </a:solidFill>
        </p:spPr>
      </p:sp>
      <p:sp>
        <p:nvSpPr>
          <p:cNvPr id="56" name="Shape 54">
            <a:extLst xmlns:a="http://schemas.openxmlformats.org/drawingml/2006/main">
              <a:ext uri="{FF2B5EF4-FFF2-40B4-BE49-F238E27FC236}">
                <a16:creationId xmlns:a16="http://schemas.microsoft.com/office/drawing/2014/main" id="{48603FBA-C019-4C11-BCBB-E1B8E1C69C94}"/>
              </a:ext>
            </a:extLst>
          </p:cNvPr>
          <p:cNvSpPr>
            <a:spLocks xmlns:a="http://schemas.openxmlformats.org/drawingml/2006/main" noGrp="1"/>
          </p:cNvSpPr>
          <p:nvPr/>
        </p:nvSpPr>
        <p:spPr>
          <a:xfrm xmlns:a="http://schemas.openxmlformats.org/drawingml/2006/main">
            <a:off x="7724775" y="329902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57" name="Shape 55">
            <a:extLst xmlns:a="http://schemas.openxmlformats.org/drawingml/2006/main">
              <a:ext uri="{FF2B5EF4-FFF2-40B4-BE49-F238E27FC236}">
                <a16:creationId xmlns:a16="http://schemas.microsoft.com/office/drawing/2014/main" id="{D63230FA-A132-4D37-AC13-81DC0C4B1F76}"/>
              </a:ext>
            </a:extLst>
          </p:cNvPr>
          <p:cNvSpPr>
            <a:spLocks xmlns:a="http://schemas.openxmlformats.org/drawingml/2006/main" noGrp="1"/>
          </p:cNvSpPr>
          <p:nvPr/>
        </p:nvSpPr>
        <p:spPr>
          <a:xfrm xmlns:a="http://schemas.openxmlformats.org/drawingml/2006/main">
            <a:off x="8102600" y="3299023"/>
            <a:ext cx="952500" cy="355600"/>
          </a:xfrm>
          <a:prstGeom xmlns:a="http://schemas.openxmlformats.org/drawingml/2006/main" prst="rect">
            <a:avLst/>
          </a:prstGeom>
          <a:solidFill xmlns:a="http://schemas.openxmlformats.org/drawingml/2006/main">
            <a:srgbClr val="2E1B4E"/>
          </a:solidFill>
        </p:spPr>
      </p:sp>
      <p:sp>
        <p:nvSpPr>
          <p:cNvPr id="58" name="Shape 56">
            <a:extLst xmlns:a="http://schemas.openxmlformats.org/drawingml/2006/main">
              <a:ext uri="{FF2B5EF4-FFF2-40B4-BE49-F238E27FC236}">
                <a16:creationId xmlns:a16="http://schemas.microsoft.com/office/drawing/2014/main" id="{13821B8F-AA2C-467A-BA94-809246028F78}"/>
              </a:ext>
            </a:extLst>
          </p:cNvPr>
          <p:cNvSpPr>
            <a:spLocks xmlns:a="http://schemas.openxmlformats.org/drawingml/2006/main" noGrp="1"/>
          </p:cNvSpPr>
          <p:nvPr/>
        </p:nvSpPr>
        <p:spPr>
          <a:xfrm xmlns:a="http://schemas.openxmlformats.org/drawingml/2006/main">
            <a:off x="8112125" y="329902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59" name="Shape 57">
            <a:extLst xmlns:a="http://schemas.openxmlformats.org/drawingml/2006/main">
              <a:ext uri="{FF2B5EF4-FFF2-40B4-BE49-F238E27FC236}">
                <a16:creationId xmlns:a16="http://schemas.microsoft.com/office/drawing/2014/main" id="{049AC427-AB7C-4AD7-9967-10BDD595122E}"/>
              </a:ext>
            </a:extLst>
          </p:cNvPr>
          <p:cNvSpPr>
            <a:spLocks xmlns:a="http://schemas.openxmlformats.org/drawingml/2006/main" noGrp="1"/>
          </p:cNvSpPr>
          <p:nvPr/>
        </p:nvSpPr>
        <p:spPr>
          <a:xfrm xmlns:a="http://schemas.openxmlformats.org/drawingml/2006/main">
            <a:off x="9055100" y="3299023"/>
            <a:ext cx="1797050" cy="355600"/>
          </a:xfrm>
          <a:prstGeom xmlns:a="http://schemas.openxmlformats.org/drawingml/2006/main" prst="rect">
            <a:avLst/>
          </a:prstGeom>
          <a:solidFill xmlns:a="http://schemas.openxmlformats.org/drawingml/2006/main">
            <a:srgbClr val="6B55A3"/>
          </a:solidFill>
        </p:spPr>
      </p:sp>
      <p:sp>
        <p:nvSpPr>
          <p:cNvPr id="60" name="Shape 58">
            <a:extLst xmlns:a="http://schemas.openxmlformats.org/drawingml/2006/main">
              <a:ext uri="{FF2B5EF4-FFF2-40B4-BE49-F238E27FC236}">
                <a16:creationId xmlns:a16="http://schemas.microsoft.com/office/drawing/2014/main" id="{2BE277E0-B77A-493A-B1D6-9744F4C63048}"/>
              </a:ext>
            </a:extLst>
          </p:cNvPr>
          <p:cNvSpPr>
            <a:spLocks xmlns:a="http://schemas.openxmlformats.org/drawingml/2006/main" noGrp="1"/>
          </p:cNvSpPr>
          <p:nvPr/>
        </p:nvSpPr>
        <p:spPr>
          <a:xfrm xmlns:a="http://schemas.openxmlformats.org/drawingml/2006/main">
            <a:off x="9064625" y="329902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61" name="Shape 59">
            <a:extLst xmlns:a="http://schemas.openxmlformats.org/drawingml/2006/main">
              <a:ext uri="{FF2B5EF4-FFF2-40B4-BE49-F238E27FC236}">
                <a16:creationId xmlns:a16="http://schemas.microsoft.com/office/drawing/2014/main" id="{70885543-4FD9-418B-BCC3-1B2E6DED0B5A}"/>
              </a:ext>
            </a:extLst>
          </p:cNvPr>
          <p:cNvSpPr>
            <a:spLocks xmlns:a="http://schemas.openxmlformats.org/drawingml/2006/main" noGrp="1"/>
          </p:cNvSpPr>
          <p:nvPr/>
        </p:nvSpPr>
        <p:spPr>
          <a:xfrm xmlns:a="http://schemas.openxmlformats.org/drawingml/2006/main">
            <a:off x="10852150" y="3299023"/>
            <a:ext cx="527050" cy="355600"/>
          </a:xfrm>
          <a:custGeom xmlns:a="http://schemas.openxmlformats.org/drawingml/2006/main">
            <a:rect l="l" t="t" r="r" b="b"/>
            <a:pathLst>
              <a:path w="527050" h="355600">
                <a:moveTo>
                  <a:pt x="476250" y="0"/>
                </a:moveTo>
                <a:arcTo wR="50800" hR="50800" stAng="16200000" swAng="5400000"/>
                <a:lnTo>
                  <a:pt x="527050" y="304800"/>
                </a:lnTo>
                <a:arcTo wR="50800" hR="50800" stAng="0" swAng="5400000"/>
                <a:lnTo>
                  <a:pt x="0" y="355600"/>
                </a:lnTo>
                <a:lnTo>
                  <a:pt x="0" y="0"/>
                </a:lnTo>
                <a:close/>
              </a:path>
            </a:pathLst>
          </a:custGeom>
          <a:solidFill xmlns:a="http://schemas.openxmlformats.org/drawingml/2006/main">
            <a:srgbClr val="A99BCF"/>
          </a:solidFill>
        </p:spPr>
      </p:sp>
      <p:sp>
        <p:nvSpPr>
          <p:cNvPr id="62" name="Shape 60">
            <a:extLst xmlns:a="http://schemas.openxmlformats.org/drawingml/2006/main">
              <a:ext uri="{FF2B5EF4-FFF2-40B4-BE49-F238E27FC236}">
                <a16:creationId xmlns:a16="http://schemas.microsoft.com/office/drawing/2014/main" id="{F8656AD5-2383-44E9-9D24-421DAE47FD33}"/>
              </a:ext>
            </a:extLst>
          </p:cNvPr>
          <p:cNvSpPr>
            <a:spLocks xmlns:a="http://schemas.openxmlformats.org/drawingml/2006/main" noGrp="1"/>
          </p:cNvSpPr>
          <p:nvPr/>
        </p:nvSpPr>
        <p:spPr>
          <a:xfrm xmlns:a="http://schemas.openxmlformats.org/drawingml/2006/main">
            <a:off x="10852150" y="3299023"/>
            <a:ext cx="527050" cy="355600"/>
          </a:xfrm>
          <a:custGeom xmlns:a="http://schemas.openxmlformats.org/drawingml/2006/main">
            <a:rect l="l" t="t" r="r" b="b"/>
            <a:pathLst>
              <a:path w="527050" h="355600">
                <a:moveTo>
                  <a:pt x="0" y="0"/>
                </a:moveTo>
                <a:lnTo>
                  <a:pt x="19050" y="0"/>
                </a:lnTo>
                <a:lnTo>
                  <a:pt x="19050" y="355600"/>
                </a:lnTo>
                <a:lnTo>
                  <a:pt x="0" y="355600"/>
                </a:lnTo>
                <a:lnTo>
                  <a:pt x="0" y="0"/>
                </a:lnTo>
                <a:close/>
              </a:path>
            </a:pathLst>
          </a:custGeom>
          <a:solidFill xmlns:a="http://schemas.openxmlformats.org/drawingml/2006/main">
            <a:srgbClr val="F5F8F4"/>
          </a:solidFill>
        </p:spPr>
      </p:sp>
      <p:sp>
        <p:nvSpPr>
          <p:cNvPr id="63" name="Shape 61">
            <a:extLst xmlns:a="http://schemas.openxmlformats.org/drawingml/2006/main">
              <a:ext uri="{FF2B5EF4-FFF2-40B4-BE49-F238E27FC236}">
                <a16:creationId xmlns:a16="http://schemas.microsoft.com/office/drawing/2014/main" id="{E9FED6F3-7FC6-487F-85FE-205CA4289F0D}"/>
              </a:ext>
            </a:extLst>
          </p:cNvPr>
          <p:cNvSpPr>
            <a:spLocks xmlns:a="http://schemas.openxmlformats.org/drawingml/2006/main" noGrp="1"/>
          </p:cNvSpPr>
          <p:nvPr/>
        </p:nvSpPr>
        <p:spPr>
          <a:xfrm xmlns:a="http://schemas.openxmlformats.org/drawingml/2006/main">
            <a:off x="812800" y="3718123"/>
            <a:ext cx="6902450" cy="0"/>
          </a:xfrm>
          <a:prstGeom xmlns:a="http://schemas.openxmlformats.org/drawingml/2006/main" prst="line">
            <a:avLst/>
          </a:prstGeom>
          <a:noFill xmlns:a="http://schemas.openxmlformats.org/drawingml/2006/main"/>
          <a:ln xmlns:a="http://schemas.openxmlformats.org/drawingml/2006/main" w="25400">
            <a:solidFill>
              <a:srgbClr val="0B5638"/>
            </a:solidFill>
            <a:prstDash val="solid"/>
          </a:ln>
        </p:spPr>
      </p:sp>
      <p:sp>
        <p:nvSpPr>
          <p:cNvPr id="64" name="Text 62">
            <a:extLst xmlns:a="http://schemas.openxmlformats.org/drawingml/2006/main">
              <a:ext uri="{FF2B5EF4-FFF2-40B4-BE49-F238E27FC236}">
                <a16:creationId xmlns:a16="http://schemas.microsoft.com/office/drawing/2014/main" id="{A575DCC1-B39B-4D0E-AB79-DD01DE0A3CAF}"/>
              </a:ext>
            </a:extLst>
          </p:cNvPr>
          <p:cNvSpPr>
            <a:spLocks xmlns:a="http://schemas.openxmlformats.org/drawingml/2006/main" noGrp="1"/>
          </p:cNvSpPr>
          <p:nvPr/>
        </p:nvSpPr>
        <p:spPr>
          <a:xfrm xmlns:a="http://schemas.openxmlformats.org/drawingml/2006/main">
            <a:off x="709263" y="3794323"/>
            <a:ext cx="7109524"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0B5638"/>
                </a:solidFill>
                <a:latin typeface="IBM Plex Sans"/>
                <a:ea typeface="IBM Plex Sans"/>
                <a:cs typeface="IBM Plex Sans"/>
              </a:rPr>
              <a:t>Ricardone · 196 min (3 h 16 m)</a:t>
            </a:r>
            <a:endParaRPr sz="1400"/>
          </a:p>
        </p:txBody>
      </p:sp>
      <p:sp>
        <p:nvSpPr>
          <p:cNvPr id="65" name="Shape 63">
            <a:extLst xmlns:a="http://schemas.openxmlformats.org/drawingml/2006/main">
              <a:ext uri="{FF2B5EF4-FFF2-40B4-BE49-F238E27FC236}">
                <a16:creationId xmlns:a16="http://schemas.microsoft.com/office/drawing/2014/main" id="{413FD7C3-B14A-4C7D-8945-9E79DB3C8A8A}"/>
              </a:ext>
            </a:extLst>
          </p:cNvPr>
          <p:cNvSpPr>
            <a:spLocks xmlns:a="http://schemas.openxmlformats.org/drawingml/2006/main" noGrp="1"/>
          </p:cNvSpPr>
          <p:nvPr/>
        </p:nvSpPr>
        <p:spPr>
          <a:xfrm xmlns:a="http://schemas.openxmlformats.org/drawingml/2006/main">
            <a:off x="7715250" y="3718123"/>
            <a:ext cx="3276600" cy="0"/>
          </a:xfrm>
          <a:prstGeom xmlns:a="http://schemas.openxmlformats.org/drawingml/2006/main" prst="line">
            <a:avLst/>
          </a:prstGeom>
          <a:noFill xmlns:a="http://schemas.openxmlformats.org/drawingml/2006/main"/>
          <a:ln xmlns:a="http://schemas.openxmlformats.org/drawingml/2006/main" w="25400">
            <a:solidFill>
              <a:srgbClr val="6B55A3"/>
            </a:solidFill>
            <a:prstDash val="solid"/>
          </a:ln>
        </p:spPr>
      </p:sp>
      <p:sp>
        <p:nvSpPr>
          <p:cNvPr id="66" name="Text 64">
            <a:extLst xmlns:a="http://schemas.openxmlformats.org/drawingml/2006/main">
              <a:ext uri="{FF2B5EF4-FFF2-40B4-BE49-F238E27FC236}">
                <a16:creationId xmlns:a16="http://schemas.microsoft.com/office/drawing/2014/main" id="{8E337215-BF16-4C49-86EC-276A7CD3BB9C}"/>
              </a:ext>
            </a:extLst>
          </p:cNvPr>
          <p:cNvSpPr>
            <a:spLocks xmlns:a="http://schemas.openxmlformats.org/drawingml/2006/main" noGrp="1"/>
          </p:cNvSpPr>
          <p:nvPr/>
        </p:nvSpPr>
        <p:spPr>
          <a:xfrm xmlns:a="http://schemas.openxmlformats.org/drawingml/2006/main">
            <a:off x="7666101" y="3794323"/>
            <a:ext cx="3374898"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2E1B4E"/>
                </a:solidFill>
                <a:latin typeface="IBM Plex Sans"/>
                <a:ea typeface="IBM Plex Sans"/>
                <a:cs typeface="IBM Plex Sans"/>
              </a:rPr>
              <a:t>San Lorenzo · 93</a:t>
            </a:r>
            <a:endParaRPr sz="1400"/>
          </a:p>
        </p:txBody>
      </p:sp>
      <p:sp>
        <p:nvSpPr>
          <p:cNvPr id="67" name="Shape 65">
            <a:extLst xmlns:a="http://schemas.openxmlformats.org/drawingml/2006/main">
              <a:ext uri="{FF2B5EF4-FFF2-40B4-BE49-F238E27FC236}">
                <a16:creationId xmlns:a16="http://schemas.microsoft.com/office/drawing/2014/main" id="{8CF442B0-3561-4864-97CE-104C25B5B113}"/>
              </a:ext>
            </a:extLst>
          </p:cNvPr>
          <p:cNvSpPr>
            <a:spLocks xmlns:a="http://schemas.openxmlformats.org/drawingml/2006/main" noGrp="1"/>
          </p:cNvSpPr>
          <p:nvPr/>
        </p:nvSpPr>
        <p:spPr>
          <a:xfrm xmlns:a="http://schemas.openxmlformats.org/drawingml/2006/main">
            <a:off x="815975" y="4198739"/>
            <a:ext cx="3414117" cy="953691"/>
          </a:xfrm>
          <a:prstGeom xmlns:a="http://schemas.openxmlformats.org/drawingml/2006/main" prst="roundRect">
            <a:avLst>
              <a:gd name="adj" fmla="val 8989"/>
            </a:avLst>
          </a:prstGeom>
          <a:solidFill xmlns:a="http://schemas.openxmlformats.org/drawingml/2006/main">
            <a:srgbClr val="FCFDFB"/>
          </a:solidFill>
          <a:ln xmlns:a="http://schemas.openxmlformats.org/drawingml/2006/main" w="6350">
            <a:solidFill>
              <a:srgbClr val="D3E2D7"/>
            </a:solidFill>
            <a:prstDash val="solid"/>
          </a:ln>
        </p:spPr>
      </p:sp>
      <p:sp>
        <p:nvSpPr>
          <p:cNvPr id="68" name="Text 66">
            <a:extLst xmlns:a="http://schemas.openxmlformats.org/drawingml/2006/main">
              <a:ext uri="{FF2B5EF4-FFF2-40B4-BE49-F238E27FC236}">
                <a16:creationId xmlns:a16="http://schemas.microsoft.com/office/drawing/2014/main" id="{681D1C34-B3CB-4F23-848C-C9E57679854E}"/>
              </a:ext>
            </a:extLst>
          </p:cNvPr>
          <p:cNvSpPr>
            <a:spLocks xmlns:a="http://schemas.openxmlformats.org/drawingml/2006/main" noGrp="1"/>
          </p:cNvSpPr>
          <p:nvPr/>
        </p:nvSpPr>
        <p:spPr>
          <a:xfrm xmlns:a="http://schemas.openxmlformats.org/drawingml/2006/main">
            <a:off x="1022350" y="4354314"/>
            <a:ext cx="30914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Ciclo completo (suma de tramos)</a:t>
            </a:r>
            <a:endParaRPr sz="1200"/>
          </a:p>
        </p:txBody>
      </p:sp>
      <p:sp>
        <p:nvSpPr>
          <p:cNvPr id="69" name="Text 67">
            <a:extLst xmlns:a="http://schemas.openxmlformats.org/drawingml/2006/main">
              <a:ext uri="{FF2B5EF4-FFF2-40B4-BE49-F238E27FC236}">
                <a16:creationId xmlns:a16="http://schemas.microsoft.com/office/drawing/2014/main" id="{28ED8858-3A79-4E2A-BF08-0CDC0E8C5AC7}"/>
              </a:ext>
            </a:extLst>
          </p:cNvPr>
          <p:cNvSpPr>
            <a:spLocks xmlns:a="http://schemas.openxmlformats.org/drawingml/2006/main" noGrp="1"/>
          </p:cNvSpPr>
          <p:nvPr/>
        </p:nvSpPr>
        <p:spPr>
          <a:xfrm xmlns:a="http://schemas.openxmlformats.org/drawingml/2006/main">
            <a:off x="1022350" y="4605734"/>
            <a:ext cx="3091408"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0B5638"/>
                </a:solidFill>
                <a:latin typeface="IBM Plex Sans"/>
                <a:ea typeface="IBM Plex Sans"/>
                <a:cs typeface="IBM Plex Sans"/>
              </a:rPr>
              <a:t>300 min · 5 h 0 m</a:t>
            </a:r>
            <a:endParaRPr sz="2800"/>
          </a:p>
        </p:txBody>
      </p:sp>
      <p:sp>
        <p:nvSpPr>
          <p:cNvPr id="70" name="Shape 68">
            <a:extLst xmlns:a="http://schemas.openxmlformats.org/drawingml/2006/main">
              <a:ext uri="{FF2B5EF4-FFF2-40B4-BE49-F238E27FC236}">
                <a16:creationId xmlns:a16="http://schemas.microsoft.com/office/drawing/2014/main" id="{7850104B-4DE3-421A-8A58-603971B4A3F3}"/>
              </a:ext>
            </a:extLst>
          </p:cNvPr>
          <p:cNvSpPr>
            <a:spLocks xmlns:a="http://schemas.openxmlformats.org/drawingml/2006/main" noGrp="1"/>
          </p:cNvSpPr>
          <p:nvPr/>
        </p:nvSpPr>
        <p:spPr>
          <a:xfrm xmlns:a="http://schemas.openxmlformats.org/drawingml/2006/main">
            <a:off x="4388842" y="4198739"/>
            <a:ext cx="3414216" cy="953691"/>
          </a:xfrm>
          <a:prstGeom xmlns:a="http://schemas.openxmlformats.org/drawingml/2006/main" prst="roundRect">
            <a:avLst>
              <a:gd name="adj" fmla="val 8989"/>
            </a:avLst>
          </a:prstGeom>
          <a:solidFill xmlns:a="http://schemas.openxmlformats.org/drawingml/2006/main">
            <a:srgbClr val="FCFDFB"/>
          </a:solidFill>
          <a:ln xmlns:a="http://schemas.openxmlformats.org/drawingml/2006/main" w="6350">
            <a:solidFill>
              <a:srgbClr val="D3E2D7"/>
            </a:solidFill>
            <a:prstDash val="solid"/>
          </a:ln>
        </p:spPr>
      </p:sp>
      <p:sp>
        <p:nvSpPr>
          <p:cNvPr id="71" name="Text 69">
            <a:extLst xmlns:a="http://schemas.openxmlformats.org/drawingml/2006/main">
              <a:ext uri="{FF2B5EF4-FFF2-40B4-BE49-F238E27FC236}">
                <a16:creationId xmlns:a16="http://schemas.microsoft.com/office/drawing/2014/main" id="{466071A0-D991-4643-A343-F11EAAA823BE}"/>
              </a:ext>
            </a:extLst>
          </p:cNvPr>
          <p:cNvSpPr>
            <a:spLocks xmlns:a="http://schemas.openxmlformats.org/drawingml/2006/main" noGrp="1"/>
          </p:cNvSpPr>
          <p:nvPr/>
        </p:nvSpPr>
        <p:spPr>
          <a:xfrm xmlns:a="http://schemas.openxmlformats.org/drawingml/2006/main">
            <a:off x="4595217" y="4354314"/>
            <a:ext cx="30915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De la carga en silo a la calada</a:t>
            </a:r>
            <a:endParaRPr sz="1200"/>
          </a:p>
        </p:txBody>
      </p:sp>
      <p:sp>
        <p:nvSpPr>
          <p:cNvPr id="72" name="Text 70">
            <a:extLst xmlns:a="http://schemas.openxmlformats.org/drawingml/2006/main">
              <a:ext uri="{FF2B5EF4-FFF2-40B4-BE49-F238E27FC236}">
                <a16:creationId xmlns:a16="http://schemas.microsoft.com/office/drawing/2014/main" id="{5CCFE521-D81C-4B02-840E-5473ABD860EA}"/>
              </a:ext>
            </a:extLst>
          </p:cNvPr>
          <p:cNvSpPr>
            <a:spLocks xmlns:a="http://schemas.openxmlformats.org/drawingml/2006/main" noGrp="1"/>
          </p:cNvSpPr>
          <p:nvPr/>
        </p:nvSpPr>
        <p:spPr>
          <a:xfrm xmlns:a="http://schemas.openxmlformats.org/drawingml/2006/main">
            <a:off x="4595217" y="4605734"/>
            <a:ext cx="3091510"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0B5638"/>
                </a:solidFill>
                <a:latin typeface="IBM Plex Sans"/>
                <a:ea typeface="IBM Plex Sans"/>
                <a:cs typeface="IBM Plex Sans"/>
              </a:rPr>
              <a:t>30 min</a:t>
            </a:r>
            <a:endParaRPr sz="2800"/>
          </a:p>
        </p:txBody>
      </p:sp>
      <p:sp>
        <p:nvSpPr>
          <p:cNvPr id="73" name="Shape 71">
            <a:extLst xmlns:a="http://schemas.openxmlformats.org/drawingml/2006/main">
              <a:ext uri="{FF2B5EF4-FFF2-40B4-BE49-F238E27FC236}">
                <a16:creationId xmlns:a16="http://schemas.microsoft.com/office/drawing/2014/main" id="{6058C989-330C-4FF5-9F88-628BEB952995}"/>
              </a:ext>
            </a:extLst>
          </p:cNvPr>
          <p:cNvSpPr>
            <a:spLocks xmlns:a="http://schemas.openxmlformats.org/drawingml/2006/main" noGrp="1"/>
          </p:cNvSpPr>
          <p:nvPr/>
        </p:nvSpPr>
        <p:spPr>
          <a:xfrm xmlns:a="http://schemas.openxmlformats.org/drawingml/2006/main">
            <a:off x="7961809" y="4198739"/>
            <a:ext cx="3414216" cy="953691"/>
          </a:xfrm>
          <a:prstGeom xmlns:a="http://schemas.openxmlformats.org/drawingml/2006/main" prst="roundRect">
            <a:avLst>
              <a:gd name="adj" fmla="val 8989"/>
            </a:avLst>
          </a:prstGeom>
          <a:solidFill xmlns:a="http://schemas.openxmlformats.org/drawingml/2006/main">
            <a:srgbClr val="FCFDFB"/>
          </a:solidFill>
          <a:ln xmlns:a="http://schemas.openxmlformats.org/drawingml/2006/main" w="6350">
            <a:solidFill>
              <a:srgbClr val="D3E2D7"/>
            </a:solidFill>
            <a:prstDash val="solid"/>
          </a:ln>
        </p:spPr>
      </p:sp>
      <p:sp>
        <p:nvSpPr>
          <p:cNvPr id="74" name="Text 72">
            <a:extLst xmlns:a="http://schemas.openxmlformats.org/drawingml/2006/main">
              <a:ext uri="{FF2B5EF4-FFF2-40B4-BE49-F238E27FC236}">
                <a16:creationId xmlns:a16="http://schemas.microsoft.com/office/drawing/2014/main" id="{37349786-FDDF-4EB1-A1F4-8D832F5B47EE}"/>
              </a:ext>
            </a:extLst>
          </p:cNvPr>
          <p:cNvSpPr>
            <a:spLocks xmlns:a="http://schemas.openxmlformats.org/drawingml/2006/main" noGrp="1"/>
          </p:cNvSpPr>
          <p:nvPr/>
        </p:nvSpPr>
        <p:spPr>
          <a:xfrm xmlns:a="http://schemas.openxmlformats.org/drawingml/2006/main">
            <a:off x="8168184" y="4354314"/>
            <a:ext cx="30915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Espera en Playa OSL</a:t>
            </a:r>
            <a:endParaRPr sz="1200"/>
          </a:p>
        </p:txBody>
      </p:sp>
      <p:sp>
        <p:nvSpPr>
          <p:cNvPr id="75" name="Text 73">
            <a:extLst xmlns:a="http://schemas.openxmlformats.org/drawingml/2006/main">
              <a:ext uri="{FF2B5EF4-FFF2-40B4-BE49-F238E27FC236}">
                <a16:creationId xmlns:a16="http://schemas.microsoft.com/office/drawing/2014/main" id="{7A7959CD-0946-4017-9127-211426F4E25F}"/>
              </a:ext>
            </a:extLst>
          </p:cNvPr>
          <p:cNvSpPr>
            <a:spLocks xmlns:a="http://schemas.openxmlformats.org/drawingml/2006/main" noGrp="1"/>
          </p:cNvSpPr>
          <p:nvPr/>
        </p:nvSpPr>
        <p:spPr>
          <a:xfrm xmlns:a="http://schemas.openxmlformats.org/drawingml/2006/main">
            <a:off x="8168184" y="4605734"/>
            <a:ext cx="3091510"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2E1B4E"/>
                </a:solidFill>
                <a:latin typeface="IBM Plex Sans"/>
                <a:ea typeface="IBM Plex Sans"/>
                <a:cs typeface="IBM Plex Sans"/>
              </a:rPr>
              <a:t>27 min</a:t>
            </a:r>
            <a:endParaRPr sz="2800"/>
          </a:p>
        </p:txBody>
      </p:sp>
      <p:sp>
        <p:nvSpPr>
          <p:cNvPr id="76" name="Shape 74">
            <a:extLst xmlns:a="http://schemas.openxmlformats.org/drawingml/2006/main">
              <a:ext uri="{FF2B5EF4-FFF2-40B4-BE49-F238E27FC236}">
                <a16:creationId xmlns:a16="http://schemas.microsoft.com/office/drawing/2014/main" id="{2AE7BD2F-98C4-4E99-9B60-BDF0A17154E2}"/>
              </a:ext>
            </a:extLst>
          </p:cNvPr>
          <p:cNvSpPr>
            <a:spLocks xmlns:a="http://schemas.openxmlformats.org/drawingml/2006/main" noGrp="1"/>
          </p:cNvSpPr>
          <p:nvPr/>
        </p:nvSpPr>
        <p:spPr>
          <a:xfrm xmlns:a="http://schemas.openxmlformats.org/drawingml/2006/main">
            <a:off x="831850" y="5308005"/>
            <a:ext cx="0" cy="281880"/>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77" name="Text 75">
            <a:extLst xmlns:a="http://schemas.openxmlformats.org/drawingml/2006/main">
              <a:ext uri="{FF2B5EF4-FFF2-40B4-BE49-F238E27FC236}">
                <a16:creationId xmlns:a16="http://schemas.microsoft.com/office/drawing/2014/main" id="{211F439C-1A14-4968-BAF8-563A566E58E6}"/>
              </a:ext>
            </a:extLst>
          </p:cNvPr>
          <p:cNvSpPr>
            <a:spLocks xmlns:a="http://schemas.openxmlformats.org/drawingml/2006/main" noGrp="1"/>
          </p:cNvSpPr>
          <p:nvPr/>
        </p:nvSpPr>
        <p:spPr>
          <a:xfrm xmlns:a="http://schemas.openxmlformats.org/drawingml/2006/main">
            <a:off x="977900" y="5333405"/>
            <a:ext cx="10713339"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La espera para cargar en silo sigue siendo lo más largo del ciclo (131 min, contra 183 la semana anterior). El ciclo bajó de 347 a 300 min.</a:t>
            </a:r>
            <a:endParaRPr sz="1300"/>
          </a:p>
        </p:txBody>
      </p:sp>
      <p:pic>
        <p:nvPicPr>
          <p:cNvPr id="158" name="Image 0"/>
          <p:cNvPicPr>
            <a:picLocks xmlns:a="http://schemas.openxmlformats.org/drawingml/2006/main" noChangeAspect="1"/>
          </p:cNvPicPr>
          <p:nvPr/>
        </p:nvPicPr>
        <p:blipFill>
          <a:blip xmlns:r="http://schemas.openxmlformats.org/officeDocument/2006/relationships" xmlns:a="http://schemas.openxmlformats.org/drawingml/2006/main" r:embed="R68eb72f88a9d447b"/>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79" name="Text 76">
            <a:extLst xmlns:a="http://schemas.openxmlformats.org/drawingml/2006/main">
              <a:ext uri="{FF2B5EF4-FFF2-40B4-BE49-F238E27FC236}">
                <a16:creationId xmlns:a16="http://schemas.microsoft.com/office/drawing/2014/main" id="{A53BAED0-16E6-4CD6-BB88-A1F8C3DC8EA6}"/>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6</a:t>
            </a:r>
            <a:endParaRPr sz="1200"/>
          </a:p>
        </p:txBody>
      </p:sp>
      <p:pic>
        <p:nvPicPr>
          <p:cNvPr id="160" name="Image 1"/>
          <p:cNvPicPr>
            <a:picLocks xmlns:a="http://schemas.openxmlformats.org/drawingml/2006/main" noChangeAspect="1"/>
          </p:cNvPicPr>
          <p:nvPr/>
        </p:nvPicPr>
        <p:blipFill>
          <a:blip xmlns:r="http://schemas.openxmlformats.org/officeDocument/2006/relationships" xmlns:a="http://schemas.openxmlformats.org/drawingml/2006/main" r:embed="Ra1a6589c369745d1"/>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83108023"/>
      </p:ext>
    </p:extLst>
  </p:cSld>
</p:sld>
</file>

<file path=ppt/slides/slide7.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83517F7-2E28-4CEC-B691-3862A4F03BEE}"/>
              </a:ext>
            </a:extLst>
          </p:cNvPr>
          <p:cNvSpPr>
            <a:spLocks xmlns:a="http://schemas.openxmlformats.org/drawingml/2006/main" noGrp="1"/>
          </p:cNvSpPr>
          <p:nvPr/>
        </p:nvSpPr>
        <p:spPr>
          <a:xfrm xmlns:a="http://schemas.openxmlformats.org/drawingml/2006/main">
            <a:off x="812800" y="711200"/>
            <a:ext cx="1041400" cy="289520"/>
          </a:xfrm>
          <a:custGeom xmlns:a="http://schemas.openxmlformats.org/drawingml/2006/main">
            <a:rect l="l" t="t" r="r" b="b"/>
            <a:pathLst>
              <a:path w="1041400" h="289520">
                <a:moveTo>
                  <a:pt x="144760" y="0"/>
                </a:moveTo>
                <a:lnTo>
                  <a:pt x="896640" y="0"/>
                </a:lnTo>
                <a:arcTo wR="144760" hR="144760" stAng="16200000" swAng="5400000"/>
                <a:lnTo>
                  <a:pt x="1041400"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0B563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SOJA · R7</a:t>
            </a:r>
            <a:endParaRPr sz="1200"/>
          </a:p>
        </p:txBody>
      </p:sp>
      <p:sp>
        <p:nvSpPr>
          <p:cNvPr id="3" name="Text 1">
            <a:extLst xmlns:a="http://schemas.openxmlformats.org/drawingml/2006/main">
              <a:ext uri="{FF2B5EF4-FFF2-40B4-BE49-F238E27FC236}">
                <a16:creationId xmlns:a16="http://schemas.microsoft.com/office/drawing/2014/main" id="{8F056B26-133D-4DB7-945C-2BBDFE9FA4E2}"/>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Resumen de la semana: soja</a:t>
            </a:r>
            <a:endParaRPr sz="3200"/>
          </a:p>
        </p:txBody>
      </p:sp>
      <p:sp>
        <p:nvSpPr>
          <p:cNvPr id="4" name="Shape 2">
            <a:extLst xmlns:a="http://schemas.openxmlformats.org/drawingml/2006/main">
              <a:ext uri="{FF2B5EF4-FFF2-40B4-BE49-F238E27FC236}">
                <a16:creationId xmlns:a16="http://schemas.microsoft.com/office/drawing/2014/main" id="{86CA5F0E-DE3F-4F8B-B448-44C2AB8D4CF0}"/>
              </a:ext>
            </a:extLst>
          </p:cNvPr>
          <p:cNvSpPr>
            <a:spLocks xmlns:a="http://schemas.openxmlformats.org/drawingml/2006/main" noGrp="1"/>
          </p:cNvSpPr>
          <p:nvPr/>
        </p:nvSpPr>
        <p:spPr>
          <a:xfrm xmlns:a="http://schemas.openxmlformats.org/drawingml/2006/main">
            <a:off x="815975" y="1806476"/>
            <a:ext cx="2520950" cy="3229868"/>
          </a:xfrm>
          <a:prstGeom xmlns:a="http://schemas.openxmlformats.org/drawingml/2006/main" prst="roundRect">
            <a:avLst>
              <a:gd name="adj" fmla="val 3904"/>
            </a:avLst>
          </a:prstGeom>
          <a:solidFill xmlns:a="http://schemas.openxmlformats.org/drawingml/2006/main">
            <a:srgbClr val="FCFDFB"/>
          </a:solidFill>
          <a:ln xmlns:a="http://schemas.openxmlformats.org/drawingml/2006/main" w="6350">
            <a:solidFill>
              <a:srgbClr val="D3E2D7"/>
            </a:solidFill>
            <a:prstDash val="solid"/>
          </a:ln>
        </p:spPr>
      </p:sp>
      <p:sp>
        <p:nvSpPr>
          <p:cNvPr id="5" name="Text 3">
            <a:extLst xmlns:a="http://schemas.openxmlformats.org/drawingml/2006/main">
              <a:ext uri="{FF2B5EF4-FFF2-40B4-BE49-F238E27FC236}">
                <a16:creationId xmlns:a16="http://schemas.microsoft.com/office/drawing/2014/main" id="{24A1FA72-2028-47FD-8FEB-614A622FE924}"/>
              </a:ext>
            </a:extLst>
          </p:cNvPr>
          <p:cNvSpPr>
            <a:spLocks xmlns:a="http://schemas.openxmlformats.org/drawingml/2006/main" noGrp="1"/>
          </p:cNvSpPr>
          <p:nvPr/>
        </p:nvSpPr>
        <p:spPr>
          <a:xfrm xmlns:a="http://schemas.openxmlformats.org/drawingml/2006/main">
            <a:off x="1022350" y="2012851"/>
            <a:ext cx="2171446"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4A5D52"/>
                </a:solidFill>
                <a:latin typeface="IBM Plex Sans"/>
                <a:ea typeface="IBM Plex Sans"/>
                <a:cs typeface="IBM Plex Sans"/>
              </a:rPr>
              <a:t>Puerta a puerta</a:t>
            </a:r>
            <a:endParaRPr sz="1300"/>
          </a:p>
        </p:txBody>
      </p:sp>
      <p:sp>
        <p:nvSpPr>
          <p:cNvPr id="6" name="Text 4">
            <a:extLst xmlns:a="http://schemas.openxmlformats.org/drawingml/2006/main">
              <a:ext uri="{FF2B5EF4-FFF2-40B4-BE49-F238E27FC236}">
                <a16:creationId xmlns:a16="http://schemas.microsoft.com/office/drawing/2014/main" id="{4CD7746F-000E-4D19-9B7C-999E4DC56AF8}"/>
              </a:ext>
            </a:extLst>
          </p:cNvPr>
          <p:cNvSpPr>
            <a:spLocks xmlns:a="http://schemas.openxmlformats.org/drawingml/2006/main" noGrp="1"/>
          </p:cNvSpPr>
          <p:nvPr/>
        </p:nvSpPr>
        <p:spPr>
          <a:xfrm xmlns:a="http://schemas.openxmlformats.org/drawingml/2006/main">
            <a:off x="1022350" y="2320131"/>
            <a:ext cx="2171446" cy="5054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780"/>
              </a:lnSpc>
              <a:buNone/>
            </a:pPr>
            <a:r>
              <a:rPr sz="3600" b="1">
                <a:solidFill>
                  <a:srgbClr val="0B5638"/>
                </a:solidFill>
                <a:latin typeface="IBM Plex Sans"/>
                <a:ea typeface="IBM Plex Sans"/>
                <a:cs typeface="IBM Plex Sans"/>
              </a:rPr>
              <a:t>265 min</a:t>
            </a:r>
            <a:endParaRPr sz="3600"/>
          </a:p>
        </p:txBody>
      </p:sp>
      <p:sp>
        <p:nvSpPr>
          <p:cNvPr id="7" name="Text 5">
            <a:extLst xmlns:a="http://schemas.openxmlformats.org/drawingml/2006/main">
              <a:ext uri="{FF2B5EF4-FFF2-40B4-BE49-F238E27FC236}">
                <a16:creationId xmlns:a16="http://schemas.microsoft.com/office/drawing/2014/main" id="{77856934-1CE4-48ED-8837-4A59C79570C3}"/>
              </a:ext>
            </a:extLst>
          </p:cNvPr>
          <p:cNvSpPr>
            <a:spLocks xmlns:a="http://schemas.openxmlformats.org/drawingml/2006/main" noGrp="1"/>
          </p:cNvSpPr>
          <p:nvPr/>
        </p:nvSpPr>
        <p:spPr>
          <a:xfrm xmlns:a="http://schemas.openxmlformats.org/drawingml/2006/main">
            <a:off x="1022350" y="2876352"/>
            <a:ext cx="2108200" cy="502841"/>
          </a:xfrm>
          <a:prstGeom xmlns:a="http://schemas.openxmlformats.org/drawingml/2006/main" prst="roundRect">
            <a:avLst>
              <a:gd name="adj" fmla="val 10103"/>
            </a:avLst>
          </a:prstGeom>
          <a:solidFill xmlns:a="http://schemas.openxmlformats.org/drawingml/2006/main">
            <a:srgbClr val="DCEDE1"/>
          </a:solidFill>
        </p:spPr>
        <p:txBody>
          <a:bodyPr xmlns:a="http://schemas.openxmlformats.org/drawingml/2006/main" wrap="square" lIns="74021" tIns="23221" rIns="16109" bIns="0" anchor="t">
            <a:normAutofit/>
          </a:bodyPr>
          <a:lstStyle xmlns:a="http://schemas.openxmlformats.org/drawingml/2006/main"/>
          <a:p xmlns:a="http://schemas.openxmlformats.org/drawingml/2006/main">
            <a:pPr marL="0" indent="0" algn="l">
              <a:lnSpc>
                <a:spcPts val="1680"/>
              </a:lnSpc>
              <a:buNone/>
            </a:pPr>
            <a:r>
              <a:rPr sz="1200" b="1">
                <a:solidFill>
                  <a:srgbClr val="0B5638"/>
                </a:solidFill>
                <a:latin typeface="IBM Plex Sans"/>
                <a:ea typeface="IBM Plex Sans"/>
                <a:cs typeface="IBM Plex Sans"/>
              </a:rPr>
              <a:t>−38 min vs. semana anterior</a:t>
            </a:r>
            <a:endParaRPr sz="1200"/>
          </a:p>
        </p:txBody>
      </p:sp>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e8b632b15da045c5"/>
          <a:srcRect xmlns:a="http://schemas.openxmlformats.org/drawingml/2006/main" l="0" t="0" r="0" b="0"/>
          <a:stretch xmlns:a="http://schemas.openxmlformats.org/drawingml/2006/main"/>
        </p:blipFill>
        <p:spPr>
          <a:xfrm xmlns:a="http://schemas.openxmlformats.org/drawingml/2006/main">
            <a:off x="1022350" y="4321969"/>
            <a:ext cx="1905000" cy="508000"/>
          </a:xfrm>
          <a:prstGeom xmlns:a="http://schemas.openxmlformats.org/drawingml/2006/main" prst="rect">
            <a:avLst/>
          </a:prstGeom>
        </p:spPr>
      </p:pic>
      <p:sp>
        <p:nvSpPr>
          <p:cNvPr id="9" name="Shape 6">
            <a:extLst xmlns:a="http://schemas.openxmlformats.org/drawingml/2006/main">
              <a:ext uri="{FF2B5EF4-FFF2-40B4-BE49-F238E27FC236}">
                <a16:creationId xmlns:a16="http://schemas.microsoft.com/office/drawing/2014/main" id="{77AACD2B-B131-407C-B6C8-6F3666C62B1D}"/>
              </a:ext>
            </a:extLst>
          </p:cNvPr>
          <p:cNvSpPr>
            <a:spLocks xmlns:a="http://schemas.openxmlformats.org/drawingml/2006/main" noGrp="1"/>
          </p:cNvSpPr>
          <p:nvPr/>
        </p:nvSpPr>
        <p:spPr>
          <a:xfrm xmlns:a="http://schemas.openxmlformats.org/drawingml/2006/main">
            <a:off x="3495675" y="1806476"/>
            <a:ext cx="2520950" cy="3229868"/>
          </a:xfrm>
          <a:prstGeom xmlns:a="http://schemas.openxmlformats.org/drawingml/2006/main" prst="roundRect">
            <a:avLst>
              <a:gd name="adj" fmla="val 3904"/>
            </a:avLst>
          </a:prstGeom>
          <a:solidFill xmlns:a="http://schemas.openxmlformats.org/drawingml/2006/main">
            <a:srgbClr val="FCFDFB"/>
          </a:solidFill>
          <a:ln xmlns:a="http://schemas.openxmlformats.org/drawingml/2006/main" w="6350">
            <a:solidFill>
              <a:srgbClr val="D3E2D7"/>
            </a:solidFill>
            <a:prstDash val="solid"/>
          </a:ln>
        </p:spPr>
      </p:sp>
      <p:sp>
        <p:nvSpPr>
          <p:cNvPr id="10" name="Text 7">
            <a:extLst xmlns:a="http://schemas.openxmlformats.org/drawingml/2006/main">
              <a:ext uri="{FF2B5EF4-FFF2-40B4-BE49-F238E27FC236}">
                <a16:creationId xmlns:a16="http://schemas.microsoft.com/office/drawing/2014/main" id="{0413D1DB-CB8B-48FA-AD5E-A5F942D692A5}"/>
              </a:ext>
            </a:extLst>
          </p:cNvPr>
          <p:cNvSpPr>
            <a:spLocks xmlns:a="http://schemas.openxmlformats.org/drawingml/2006/main" noGrp="1"/>
          </p:cNvSpPr>
          <p:nvPr/>
        </p:nvSpPr>
        <p:spPr>
          <a:xfrm xmlns:a="http://schemas.openxmlformats.org/drawingml/2006/main">
            <a:off x="3702050" y="2012851"/>
            <a:ext cx="2171446"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4A5D52"/>
                </a:solidFill>
                <a:latin typeface="IBM Plex Sans"/>
                <a:ea typeface="IBM Plex Sans"/>
                <a:cs typeface="IBM Plex Sans"/>
              </a:rPr>
              <a:t>Espera Playa 1 · Ricardone</a:t>
            </a:r>
            <a:endParaRPr sz="1300"/>
          </a:p>
        </p:txBody>
      </p:sp>
      <p:sp>
        <p:nvSpPr>
          <p:cNvPr id="11" name="Text 8">
            <a:extLst xmlns:a="http://schemas.openxmlformats.org/drawingml/2006/main">
              <a:ext uri="{FF2B5EF4-FFF2-40B4-BE49-F238E27FC236}">
                <a16:creationId xmlns:a16="http://schemas.microsoft.com/office/drawing/2014/main" id="{DA002D78-079A-46F5-925C-3872C8AB4889}"/>
              </a:ext>
            </a:extLst>
          </p:cNvPr>
          <p:cNvSpPr>
            <a:spLocks xmlns:a="http://schemas.openxmlformats.org/drawingml/2006/main" noGrp="1"/>
          </p:cNvSpPr>
          <p:nvPr/>
        </p:nvSpPr>
        <p:spPr>
          <a:xfrm xmlns:a="http://schemas.openxmlformats.org/drawingml/2006/main">
            <a:off x="3702050" y="2320131"/>
            <a:ext cx="2171446" cy="5054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780"/>
              </a:lnSpc>
              <a:buNone/>
            </a:pPr>
            <a:r>
              <a:rPr sz="3600" b="1">
                <a:solidFill>
                  <a:srgbClr val="0B5638"/>
                </a:solidFill>
                <a:latin typeface="IBM Plex Sans"/>
                <a:ea typeface="IBM Plex Sans"/>
                <a:cs typeface="IBM Plex Sans"/>
              </a:rPr>
              <a:t>74 min</a:t>
            </a:r>
            <a:endParaRPr sz="3600"/>
          </a:p>
        </p:txBody>
      </p:sp>
      <p:sp>
        <p:nvSpPr>
          <p:cNvPr id="12" name="Text 9">
            <a:extLst xmlns:a="http://schemas.openxmlformats.org/drawingml/2006/main">
              <a:ext uri="{FF2B5EF4-FFF2-40B4-BE49-F238E27FC236}">
                <a16:creationId xmlns:a16="http://schemas.microsoft.com/office/drawing/2014/main" id="{D249B276-FC72-4184-8AC7-5CE094EC2293}"/>
              </a:ext>
            </a:extLst>
          </p:cNvPr>
          <p:cNvSpPr>
            <a:spLocks xmlns:a="http://schemas.openxmlformats.org/drawingml/2006/main" noGrp="1"/>
          </p:cNvSpPr>
          <p:nvPr/>
        </p:nvSpPr>
        <p:spPr>
          <a:xfrm xmlns:a="http://schemas.openxmlformats.org/drawingml/2006/main">
            <a:off x="3702050" y="2876352"/>
            <a:ext cx="1864816" cy="289520"/>
          </a:xfrm>
          <a:prstGeom xmlns:a="http://schemas.openxmlformats.org/drawingml/2006/main" prst="roundRect">
            <a:avLst>
              <a:gd name="adj" fmla="val 17546"/>
            </a:avLst>
          </a:prstGeom>
          <a:solidFill xmlns:a="http://schemas.openxmlformats.org/drawingml/2006/main">
            <a:srgbClr val="DCEDE1"/>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La más baja desde junio</a:t>
            </a:r>
            <a:endParaRPr sz="1200"/>
          </a:p>
        </p:txBody>
      </p:sp>
      <p:pic>
        <p:nvPicPr>
          <p:cNvPr id="43" name="Image 1"/>
          <p:cNvPicPr>
            <a:picLocks xmlns:a="http://schemas.openxmlformats.org/drawingml/2006/main" noChangeAspect="1"/>
          </p:cNvPicPr>
          <p:nvPr/>
        </p:nvPicPr>
        <p:blipFill>
          <a:blip xmlns:r="http://schemas.openxmlformats.org/officeDocument/2006/relationships" xmlns:a="http://schemas.openxmlformats.org/drawingml/2006/main" r:embed="Rfa2d6746afb04058"/>
          <a:srcRect xmlns:a="http://schemas.openxmlformats.org/drawingml/2006/main" l="0" t="0" r="0" b="0"/>
          <a:stretch xmlns:a="http://schemas.openxmlformats.org/drawingml/2006/main"/>
        </p:blipFill>
        <p:spPr>
          <a:xfrm xmlns:a="http://schemas.openxmlformats.org/drawingml/2006/main">
            <a:off x="3702050" y="4321969"/>
            <a:ext cx="1905000" cy="508000"/>
          </a:xfrm>
          <a:prstGeom xmlns:a="http://schemas.openxmlformats.org/drawingml/2006/main" prst="rect">
            <a:avLst/>
          </a:prstGeom>
        </p:spPr>
      </p:pic>
      <p:sp>
        <p:nvSpPr>
          <p:cNvPr id="14" name="Shape 10">
            <a:extLst xmlns:a="http://schemas.openxmlformats.org/drawingml/2006/main">
              <a:ext uri="{FF2B5EF4-FFF2-40B4-BE49-F238E27FC236}">
                <a16:creationId xmlns:a16="http://schemas.microsoft.com/office/drawing/2014/main" id="{FEF385FF-ACB7-4A65-B35B-6B7D97CF7B85}"/>
              </a:ext>
            </a:extLst>
          </p:cNvPr>
          <p:cNvSpPr>
            <a:spLocks xmlns:a="http://schemas.openxmlformats.org/drawingml/2006/main" noGrp="1"/>
          </p:cNvSpPr>
          <p:nvPr/>
        </p:nvSpPr>
        <p:spPr>
          <a:xfrm xmlns:a="http://schemas.openxmlformats.org/drawingml/2006/main">
            <a:off x="6175375" y="1806476"/>
            <a:ext cx="2520950" cy="3229868"/>
          </a:xfrm>
          <a:prstGeom xmlns:a="http://schemas.openxmlformats.org/drawingml/2006/main" prst="roundRect">
            <a:avLst>
              <a:gd name="adj" fmla="val 3904"/>
            </a:avLst>
          </a:prstGeom>
          <a:solidFill xmlns:a="http://schemas.openxmlformats.org/drawingml/2006/main">
            <a:srgbClr val="FCFDFB"/>
          </a:solidFill>
          <a:ln xmlns:a="http://schemas.openxmlformats.org/drawingml/2006/main" w="6350">
            <a:solidFill>
              <a:srgbClr val="D3E2D7"/>
            </a:solidFill>
            <a:prstDash val="solid"/>
          </a:ln>
        </p:spPr>
      </p:sp>
      <p:sp>
        <p:nvSpPr>
          <p:cNvPr id="15" name="Text 11">
            <a:extLst xmlns:a="http://schemas.openxmlformats.org/drawingml/2006/main">
              <a:ext uri="{FF2B5EF4-FFF2-40B4-BE49-F238E27FC236}">
                <a16:creationId xmlns:a16="http://schemas.microsoft.com/office/drawing/2014/main" id="{CF7FCEBD-2709-4180-8827-D60C689233D3}"/>
              </a:ext>
            </a:extLst>
          </p:cNvPr>
          <p:cNvSpPr>
            <a:spLocks xmlns:a="http://schemas.openxmlformats.org/drawingml/2006/main" noGrp="1"/>
          </p:cNvSpPr>
          <p:nvPr/>
        </p:nvSpPr>
        <p:spPr>
          <a:xfrm xmlns:a="http://schemas.openxmlformats.org/drawingml/2006/main">
            <a:off x="6381750" y="2012851"/>
            <a:ext cx="2171446"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4A5D52"/>
                </a:solidFill>
                <a:latin typeface="IBM Plex Sans"/>
                <a:ea typeface="IBM Plex Sans"/>
                <a:cs typeface="IBM Plex Sans"/>
              </a:rPr>
              <a:t>San Lorenzo · playa, descarga y salida</a:t>
            </a:r>
            <a:endParaRPr sz="1300"/>
          </a:p>
        </p:txBody>
      </p:sp>
      <p:sp>
        <p:nvSpPr>
          <p:cNvPr id="16" name="Text 12">
            <a:extLst xmlns:a="http://schemas.openxmlformats.org/drawingml/2006/main">
              <a:ext uri="{FF2B5EF4-FFF2-40B4-BE49-F238E27FC236}">
                <a16:creationId xmlns:a16="http://schemas.microsoft.com/office/drawing/2014/main" id="{DF91B5AB-953D-43BD-8AC6-96E62651D818}"/>
              </a:ext>
            </a:extLst>
          </p:cNvPr>
          <p:cNvSpPr>
            <a:spLocks xmlns:a="http://schemas.openxmlformats.org/drawingml/2006/main" noGrp="1"/>
          </p:cNvSpPr>
          <p:nvPr/>
        </p:nvSpPr>
        <p:spPr>
          <a:xfrm xmlns:a="http://schemas.openxmlformats.org/drawingml/2006/main">
            <a:off x="6381750" y="2551212"/>
            <a:ext cx="2171446" cy="5054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780"/>
              </a:lnSpc>
              <a:buNone/>
            </a:pPr>
            <a:r>
              <a:rPr sz="3600" b="1">
                <a:solidFill>
                  <a:srgbClr val="2E1B4E"/>
                </a:solidFill>
                <a:latin typeface="IBM Plex Sans"/>
                <a:ea typeface="IBM Plex Sans"/>
                <a:cs typeface="IBM Plex Sans"/>
              </a:rPr>
              <a:t>188 min</a:t>
            </a:r>
            <a:endParaRPr sz="3600"/>
          </a:p>
        </p:txBody>
      </p:sp>
      <p:sp>
        <p:nvSpPr>
          <p:cNvPr id="17" name="Text 13">
            <a:extLst xmlns:a="http://schemas.openxmlformats.org/drawingml/2006/main">
              <a:ext uri="{FF2B5EF4-FFF2-40B4-BE49-F238E27FC236}">
                <a16:creationId xmlns:a16="http://schemas.microsoft.com/office/drawing/2014/main" id="{8E84098C-C211-4029-A109-52280732C344}"/>
              </a:ext>
            </a:extLst>
          </p:cNvPr>
          <p:cNvSpPr>
            <a:spLocks xmlns:a="http://schemas.openxmlformats.org/drawingml/2006/main" noGrp="1"/>
          </p:cNvSpPr>
          <p:nvPr/>
        </p:nvSpPr>
        <p:spPr>
          <a:xfrm xmlns:a="http://schemas.openxmlformats.org/drawingml/2006/main">
            <a:off x="6381750" y="3107432"/>
            <a:ext cx="1788914" cy="289520"/>
          </a:xfrm>
          <a:prstGeom xmlns:a="http://schemas.openxmlformats.org/drawingml/2006/main" prst="roundRect">
            <a:avLst>
              <a:gd name="adj" fmla="val 17546"/>
            </a:avLst>
          </a:prstGeom>
          <a:solidFill xmlns:a="http://schemas.openxmlformats.org/drawingml/2006/main">
            <a:srgbClr val="DDD6EC"/>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+4 vs. semana anterior</a:t>
            </a:r>
            <a:endParaRPr sz="1200"/>
          </a:p>
        </p:txBody>
      </p:sp>
      <p:pic>
        <p:nvPicPr>
          <p:cNvPr id="48" name="Image 2"/>
          <p:cNvPicPr>
            <a:picLocks xmlns:a="http://schemas.openxmlformats.org/drawingml/2006/main" noChangeAspect="1"/>
          </p:cNvPicPr>
          <p:nvPr/>
        </p:nvPicPr>
        <p:blipFill>
          <a:blip xmlns:r="http://schemas.openxmlformats.org/officeDocument/2006/relationships" xmlns:a="http://schemas.openxmlformats.org/drawingml/2006/main" r:embed="R3182a6fb2bd1490e"/>
          <a:srcRect xmlns:a="http://schemas.openxmlformats.org/drawingml/2006/main" l="0" t="0" r="0" b="0"/>
          <a:stretch xmlns:a="http://schemas.openxmlformats.org/drawingml/2006/main"/>
        </p:blipFill>
        <p:spPr>
          <a:xfrm xmlns:a="http://schemas.openxmlformats.org/drawingml/2006/main">
            <a:off x="6381750" y="4321969"/>
            <a:ext cx="1905000" cy="508000"/>
          </a:xfrm>
          <a:prstGeom xmlns:a="http://schemas.openxmlformats.org/drawingml/2006/main" prst="rect">
            <a:avLst/>
          </a:prstGeom>
        </p:spPr>
      </p:pic>
      <p:sp>
        <p:nvSpPr>
          <p:cNvPr id="19" name="Shape 14">
            <a:extLst xmlns:a="http://schemas.openxmlformats.org/drawingml/2006/main">
              <a:ext uri="{FF2B5EF4-FFF2-40B4-BE49-F238E27FC236}">
                <a16:creationId xmlns:a16="http://schemas.microsoft.com/office/drawing/2014/main" id="{B93A5783-1B0D-4619-B616-DF5C8F48FFCC}"/>
              </a:ext>
            </a:extLst>
          </p:cNvPr>
          <p:cNvSpPr>
            <a:spLocks xmlns:a="http://schemas.openxmlformats.org/drawingml/2006/main" noGrp="1"/>
          </p:cNvSpPr>
          <p:nvPr/>
        </p:nvSpPr>
        <p:spPr>
          <a:xfrm xmlns:a="http://schemas.openxmlformats.org/drawingml/2006/main">
            <a:off x="8855075" y="1806476"/>
            <a:ext cx="2520950" cy="3229868"/>
          </a:xfrm>
          <a:prstGeom xmlns:a="http://schemas.openxmlformats.org/drawingml/2006/main" prst="roundRect">
            <a:avLst>
              <a:gd name="adj" fmla="val 3904"/>
            </a:avLst>
          </a:prstGeom>
          <a:solidFill xmlns:a="http://schemas.openxmlformats.org/drawingml/2006/main">
            <a:srgbClr val="FCFDFB"/>
          </a:solidFill>
          <a:ln xmlns:a="http://schemas.openxmlformats.org/drawingml/2006/main" w="6350">
            <a:solidFill>
              <a:srgbClr val="D3E2D7"/>
            </a:solidFill>
            <a:prstDash val="solid"/>
          </a:ln>
        </p:spPr>
      </p:sp>
      <p:sp>
        <p:nvSpPr>
          <p:cNvPr id="20" name="Text 15">
            <a:extLst xmlns:a="http://schemas.openxmlformats.org/drawingml/2006/main">
              <a:ext uri="{FF2B5EF4-FFF2-40B4-BE49-F238E27FC236}">
                <a16:creationId xmlns:a16="http://schemas.microsoft.com/office/drawing/2014/main" id="{6C052D97-E45D-43BD-813B-342AB78F3F90}"/>
              </a:ext>
            </a:extLst>
          </p:cNvPr>
          <p:cNvSpPr>
            <a:spLocks xmlns:a="http://schemas.openxmlformats.org/drawingml/2006/main" noGrp="1"/>
          </p:cNvSpPr>
          <p:nvPr/>
        </p:nvSpPr>
        <p:spPr>
          <a:xfrm xmlns:a="http://schemas.openxmlformats.org/drawingml/2006/main">
            <a:off x="9061450" y="2012851"/>
            <a:ext cx="2171446"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4A5D52"/>
                </a:solidFill>
                <a:latin typeface="IBM Plex Sans"/>
                <a:ea typeface="IBM Plex Sans"/>
                <a:cs typeface="IBM Plex Sans"/>
              </a:rPr>
              <a:t>Camiones R7</a:t>
            </a:r>
            <a:endParaRPr sz="1300"/>
          </a:p>
        </p:txBody>
      </p:sp>
      <p:sp>
        <p:nvSpPr>
          <p:cNvPr id="21" name="Text 16">
            <a:extLst xmlns:a="http://schemas.openxmlformats.org/drawingml/2006/main">
              <a:ext uri="{FF2B5EF4-FFF2-40B4-BE49-F238E27FC236}">
                <a16:creationId xmlns:a16="http://schemas.microsoft.com/office/drawing/2014/main" id="{F9F4183D-889A-47AE-B4FB-7BB8D9BF3763}"/>
              </a:ext>
            </a:extLst>
          </p:cNvPr>
          <p:cNvSpPr>
            <a:spLocks xmlns:a="http://schemas.openxmlformats.org/drawingml/2006/main" noGrp="1"/>
          </p:cNvSpPr>
          <p:nvPr/>
        </p:nvSpPr>
        <p:spPr>
          <a:xfrm xmlns:a="http://schemas.openxmlformats.org/drawingml/2006/main">
            <a:off x="9061450" y="2320131"/>
            <a:ext cx="2171446" cy="5054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780"/>
              </a:lnSpc>
              <a:buNone/>
            </a:pPr>
            <a:r>
              <a:rPr sz="3600" b="1">
                <a:solidFill>
                  <a:srgbClr val="0B5638"/>
                </a:solidFill>
                <a:latin typeface="IBM Plex Sans"/>
                <a:ea typeface="IBM Plex Sans"/>
                <a:cs typeface="IBM Plex Sans"/>
              </a:rPr>
              <a:t>770</a:t>
            </a:r>
            <a:endParaRPr sz="3600"/>
          </a:p>
        </p:txBody>
      </p:sp>
      <p:sp>
        <p:nvSpPr>
          <p:cNvPr id="22" name="Text 17">
            <a:extLst xmlns:a="http://schemas.openxmlformats.org/drawingml/2006/main">
              <a:ext uri="{FF2B5EF4-FFF2-40B4-BE49-F238E27FC236}">
                <a16:creationId xmlns:a16="http://schemas.microsoft.com/office/drawing/2014/main" id="{DE170592-AE64-43C3-B01D-C97B382699A1}"/>
              </a:ext>
            </a:extLst>
          </p:cNvPr>
          <p:cNvSpPr>
            <a:spLocks xmlns:a="http://schemas.openxmlformats.org/drawingml/2006/main" noGrp="1"/>
          </p:cNvSpPr>
          <p:nvPr/>
        </p:nvSpPr>
        <p:spPr>
          <a:xfrm xmlns:a="http://schemas.openxmlformats.org/drawingml/2006/main">
            <a:off x="9061450" y="2876352"/>
            <a:ext cx="2062659" cy="289520"/>
          </a:xfrm>
          <a:prstGeom xmlns:a="http://schemas.openxmlformats.org/drawingml/2006/main" prst="roundRect">
            <a:avLst>
              <a:gd name="adj" fmla="val 17546"/>
            </a:avLst>
          </a:prstGeom>
          <a:solidFill xmlns:a="http://schemas.openxmlformats.org/drawingml/2006/main">
            <a:srgbClr val="DCEDE1"/>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−44 % vs. semana anterior</a:t>
            </a:r>
            <a:endParaRPr sz="1200"/>
          </a:p>
        </p:txBody>
      </p:sp>
      <p:sp>
        <p:nvSpPr>
          <p:cNvPr id="23" name="Shape 18">
            <a:extLst xmlns:a="http://schemas.openxmlformats.org/drawingml/2006/main">
              <a:ext uri="{FF2B5EF4-FFF2-40B4-BE49-F238E27FC236}">
                <a16:creationId xmlns:a16="http://schemas.microsoft.com/office/drawing/2014/main" id="{DF52B1D7-A190-434C-AD65-DCED910847B9}"/>
              </a:ext>
            </a:extLst>
          </p:cNvPr>
          <p:cNvSpPr>
            <a:spLocks xmlns:a="http://schemas.openxmlformats.org/drawingml/2006/main" noGrp="1"/>
          </p:cNvSpPr>
          <p:nvPr/>
        </p:nvSpPr>
        <p:spPr>
          <a:xfrm xmlns:a="http://schemas.openxmlformats.org/drawingml/2006/main">
            <a:off x="831850" y="5293519"/>
            <a:ext cx="0" cy="54848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24" name="Text 19">
            <a:extLst xmlns:a="http://schemas.openxmlformats.org/drawingml/2006/main">
              <a:ext uri="{FF2B5EF4-FFF2-40B4-BE49-F238E27FC236}">
                <a16:creationId xmlns:a16="http://schemas.microsoft.com/office/drawing/2014/main" id="{5043B04A-F971-43A7-A122-947BB944F381}"/>
              </a:ext>
            </a:extLst>
          </p:cNvPr>
          <p:cNvSpPr>
            <a:spLocks xmlns:a="http://schemas.openxmlformats.org/drawingml/2006/main" noGrp="1"/>
          </p:cNvSpPr>
          <p:nvPr/>
        </p:nvSpPr>
        <p:spPr>
          <a:xfrm xmlns:a="http://schemas.openxmlformats.org/drawingml/2006/main">
            <a:off x="977900" y="5318919"/>
            <a:ext cx="10713339" cy="5230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0B5638"/>
                </a:solidFill>
                <a:latin typeface="IBM Plex Sans"/>
                <a:ea typeface="IBM Plex Sans"/>
                <a:cs typeface="IBM Plex Sans"/>
              </a:rPr>
              <a:t>Semana liviana y la más rápida desde junio: 265 min puerta a puerta. La mejora vino otra vez de Ricardone (Playa 1 en 74 min, el mínimo de la serie); San Lorenzo quedó en su nivel: 188 min contra 184.</a:t>
            </a:r>
            <a:endParaRPr sz="1400"/>
          </a:p>
        </p:txBody>
      </p:sp>
      <p:pic>
        <p:nvPicPr>
          <p:cNvPr id="55" name="Image 3"/>
          <p:cNvPicPr>
            <a:picLocks xmlns:a="http://schemas.openxmlformats.org/drawingml/2006/main" noChangeAspect="1"/>
          </p:cNvPicPr>
          <p:nvPr/>
        </p:nvPicPr>
        <p:blipFill>
          <a:blip xmlns:r="http://schemas.openxmlformats.org/officeDocument/2006/relationships" xmlns:a="http://schemas.openxmlformats.org/drawingml/2006/main" r:embed="Rf4a5378a34884fae"/>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26" name="Text 20">
            <a:extLst xmlns:a="http://schemas.openxmlformats.org/drawingml/2006/main">
              <a:ext uri="{FF2B5EF4-FFF2-40B4-BE49-F238E27FC236}">
                <a16:creationId xmlns:a16="http://schemas.microsoft.com/office/drawing/2014/main" id="{0795E050-BD46-48BC-B05F-F3109854E1B9}"/>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7</a:t>
            </a:r>
            <a:endParaRPr sz="1200"/>
          </a:p>
        </p:txBody>
      </p:sp>
      <p:pic>
        <p:nvPicPr>
          <p:cNvPr id="57" name="Image 4"/>
          <p:cNvPicPr>
            <a:picLocks xmlns:a="http://schemas.openxmlformats.org/drawingml/2006/main" noChangeAspect="1"/>
          </p:cNvPicPr>
          <p:nvPr/>
        </p:nvPicPr>
        <p:blipFill>
          <a:blip xmlns:r="http://schemas.openxmlformats.org/officeDocument/2006/relationships" xmlns:a="http://schemas.openxmlformats.org/drawingml/2006/main" r:embed="Rf90dc54207534f9b"/>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587371848"/>
      </p:ext>
    </p:extLst>
  </p:cSld>
</p:sld>
</file>

<file path=ppt/slides/slide8.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8D009EE-860C-40C4-960D-EABCF5D2DF4A}"/>
              </a:ext>
            </a:extLst>
          </p:cNvPr>
          <p:cNvSpPr>
            <a:spLocks xmlns:a="http://schemas.openxmlformats.org/drawingml/2006/main" noGrp="1"/>
          </p:cNvSpPr>
          <p:nvPr/>
        </p:nvSpPr>
        <p:spPr>
          <a:xfrm xmlns:a="http://schemas.openxmlformats.org/drawingml/2006/main">
            <a:off x="812800" y="711200"/>
            <a:ext cx="1041400" cy="289520"/>
          </a:xfrm>
          <a:custGeom xmlns:a="http://schemas.openxmlformats.org/drawingml/2006/main">
            <a:rect l="l" t="t" r="r" b="b"/>
            <a:pathLst>
              <a:path w="1041400" h="289520">
                <a:moveTo>
                  <a:pt x="144760" y="0"/>
                </a:moveTo>
                <a:lnTo>
                  <a:pt x="896640" y="0"/>
                </a:lnTo>
                <a:arcTo wR="144760" hR="144760" stAng="16200000" swAng="5400000"/>
                <a:lnTo>
                  <a:pt x="1041400"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0B563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SOJA · R7</a:t>
            </a:r>
            <a:endParaRPr sz="1200"/>
          </a:p>
        </p:txBody>
      </p:sp>
      <p:sp>
        <p:nvSpPr>
          <p:cNvPr id="3" name="Text 1">
            <a:extLst xmlns:a="http://schemas.openxmlformats.org/drawingml/2006/main">
              <a:ext uri="{FF2B5EF4-FFF2-40B4-BE49-F238E27FC236}">
                <a16:creationId xmlns:a16="http://schemas.microsoft.com/office/drawing/2014/main" id="{1EC98118-9F65-4DC4-A38B-83D746958DC0}"/>
              </a:ext>
            </a:extLst>
          </p:cNvPr>
          <p:cNvSpPr>
            <a:spLocks xmlns:a="http://schemas.openxmlformats.org/drawingml/2006/main" noGrp="1"/>
          </p:cNvSpPr>
          <p:nvPr>
            <p:ph type="title" idx="0"/>
          </p:nvPr>
        </p:nvSpPr>
        <p:spPr>
          <a:xfrm xmlns:a="http://schemas.openxmlformats.org/drawingml/2006/main">
            <a:off x="812800" y="1102320"/>
            <a:ext cx="4447540" cy="13663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El lunes fue el día más cargado y también el más lento</a:t>
            </a:r>
            <a:endParaRPr sz="3200"/>
          </a:p>
        </p:txBody>
      </p:sp>
      <p:sp>
        <p:nvSpPr>
          <p:cNvPr id="4" name="Text 2">
            <a:extLst xmlns:a="http://schemas.openxmlformats.org/drawingml/2006/main">
              <a:ext uri="{FF2B5EF4-FFF2-40B4-BE49-F238E27FC236}">
                <a16:creationId xmlns:a16="http://schemas.microsoft.com/office/drawing/2014/main" id="{F7D317DE-5ACC-4076-8082-377E966C8A8B}"/>
              </a:ext>
            </a:extLst>
          </p:cNvPr>
          <p:cNvSpPr>
            <a:spLocks xmlns:a="http://schemas.openxmlformats.org/drawingml/2006/main" noGrp="1"/>
          </p:cNvSpPr>
          <p:nvPr/>
        </p:nvSpPr>
        <p:spPr>
          <a:xfrm xmlns:a="http://schemas.openxmlformats.org/drawingml/2006/main">
            <a:off x="812800" y="2621062"/>
            <a:ext cx="4447540" cy="10922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a:solidFill>
                  <a:srgbClr val="4A5D52"/>
                </a:solidFill>
                <a:latin typeface="IBM Plex Sans"/>
                <a:ea typeface="IBM Plex Sans"/>
                <a:cs typeface="IBM Plex Sans"/>
              </a:rPr>
              <a:t>El lunes 28 entraron 135 camiones de soja y el ciclo llegó a 377 min. El viernes le siguió en volumen (131) y también fue de los más lentos (275 min).</a:t>
            </a:r>
            <a:endParaRPr sz="1500"/>
          </a:p>
        </p:txBody>
      </p:sp>
      <p:sp>
        <p:nvSpPr>
          <p:cNvPr id="5" name="Text 3">
            <a:extLst xmlns:a="http://schemas.openxmlformats.org/drawingml/2006/main">
              <a:ext uri="{FF2B5EF4-FFF2-40B4-BE49-F238E27FC236}">
                <a16:creationId xmlns:a16="http://schemas.microsoft.com/office/drawing/2014/main" id="{5389EC5E-3A50-4347-97D7-D4EB971109BC}"/>
              </a:ext>
            </a:extLst>
          </p:cNvPr>
          <p:cNvSpPr>
            <a:spLocks xmlns:a="http://schemas.openxmlformats.org/drawingml/2006/main" noGrp="1"/>
          </p:cNvSpPr>
          <p:nvPr/>
        </p:nvSpPr>
        <p:spPr>
          <a:xfrm xmlns:a="http://schemas.openxmlformats.org/drawingml/2006/main">
            <a:off x="812800" y="3865662"/>
            <a:ext cx="4447540" cy="5588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a:solidFill>
                  <a:srgbClr val="4A5D52"/>
                </a:solidFill>
                <a:latin typeface="IBM Plex Sans"/>
                <a:ea typeface="IBM Plex Sans"/>
                <a:cs typeface="IBM Plex Sans"/>
              </a:rPr>
              <a:t>El jueves fue el día más rápido: 195 min con 109 camiones.</a:t>
            </a:r>
            <a:endParaRPr sz="1500"/>
          </a:p>
        </p:txBody>
      </p:sp>
      <p:sp>
        <p:nvSpPr>
          <p:cNvPr id="6" name="Shape 4">
            <a:extLst xmlns:a="http://schemas.openxmlformats.org/drawingml/2006/main">
              <a:ext uri="{FF2B5EF4-FFF2-40B4-BE49-F238E27FC236}">
                <a16:creationId xmlns:a16="http://schemas.microsoft.com/office/drawing/2014/main" id="{1CD139B5-0456-4C6F-A121-CF1F55466E40}"/>
              </a:ext>
            </a:extLst>
          </p:cNvPr>
          <p:cNvSpPr>
            <a:spLocks xmlns:a="http://schemas.openxmlformats.org/drawingml/2006/main" noGrp="1"/>
          </p:cNvSpPr>
          <p:nvPr/>
        </p:nvSpPr>
        <p:spPr>
          <a:xfrm xmlns:a="http://schemas.openxmlformats.org/drawingml/2006/main">
            <a:off x="831850" y="4576862"/>
            <a:ext cx="0" cy="975122"/>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7" name="Text 5">
            <a:extLst xmlns:a="http://schemas.openxmlformats.org/drawingml/2006/main">
              <a:ext uri="{FF2B5EF4-FFF2-40B4-BE49-F238E27FC236}">
                <a16:creationId xmlns:a16="http://schemas.microsoft.com/office/drawing/2014/main" id="{724FB50B-7563-46B6-86AD-42578AB655D7}"/>
              </a:ext>
            </a:extLst>
          </p:cNvPr>
          <p:cNvSpPr>
            <a:spLocks xmlns:a="http://schemas.openxmlformats.org/drawingml/2006/main" noGrp="1"/>
          </p:cNvSpPr>
          <p:nvPr/>
        </p:nvSpPr>
        <p:spPr>
          <a:xfrm xmlns:a="http://schemas.openxmlformats.org/drawingml/2006/main">
            <a:off x="977900" y="4602262"/>
            <a:ext cx="4277487" cy="949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El lunes el tiempo se fue en San Lorenzo (248 min): la PV2 del puerto no descargó (preventivo de 8.000 h en el compresor que la alimenta) y la PV4 tuvo que cubrirla con el día más cargado de la semana.</a:t>
            </a:r>
            <a:endParaRPr sz="1300"/>
          </a:p>
        </p:txBody>
      </p:sp>
      <p:sp>
        <p:nvSpPr>
          <p:cNvPr id="8" name="Shape 6">
            <a:extLst xmlns:a="http://schemas.openxmlformats.org/drawingml/2006/main">
              <a:ext uri="{FF2B5EF4-FFF2-40B4-BE49-F238E27FC236}">
                <a16:creationId xmlns:a16="http://schemas.microsoft.com/office/drawing/2014/main" id="{BF59BB75-D715-4BD8-8C79-48862829D1FF}"/>
              </a:ext>
            </a:extLst>
          </p:cNvPr>
          <p:cNvSpPr>
            <a:spLocks xmlns:a="http://schemas.openxmlformats.org/drawingml/2006/main" noGrp="1"/>
          </p:cNvSpPr>
          <p:nvPr/>
        </p:nvSpPr>
        <p:spPr>
          <a:xfrm xmlns:a="http://schemas.openxmlformats.org/drawingml/2006/main">
            <a:off x="5537200" y="728960"/>
            <a:ext cx="177800" cy="177800"/>
          </a:xfrm>
          <a:prstGeom xmlns:a="http://schemas.openxmlformats.org/drawingml/2006/main" prst="roundRect">
            <a:avLst>
              <a:gd name="adj" fmla="val 21429"/>
            </a:avLst>
          </a:prstGeom>
          <a:solidFill xmlns:a="http://schemas.openxmlformats.org/drawingml/2006/main">
            <a:srgbClr val="0B5638"/>
          </a:solidFill>
        </p:spPr>
      </p:sp>
      <p:sp>
        <p:nvSpPr>
          <p:cNvPr id="9" name="Text 7">
            <a:extLst xmlns:a="http://schemas.openxmlformats.org/drawingml/2006/main">
              <a:ext uri="{FF2B5EF4-FFF2-40B4-BE49-F238E27FC236}">
                <a16:creationId xmlns:a16="http://schemas.microsoft.com/office/drawing/2014/main" id="{9BF54F5D-99D4-4918-A765-FCCD7B2544BE}"/>
              </a:ext>
            </a:extLst>
          </p:cNvPr>
          <p:cNvSpPr>
            <a:spLocks xmlns:a="http://schemas.openxmlformats.org/drawingml/2006/main" noGrp="1"/>
          </p:cNvSpPr>
          <p:nvPr/>
        </p:nvSpPr>
        <p:spPr>
          <a:xfrm xmlns:a="http://schemas.openxmlformats.org/drawingml/2006/main">
            <a:off x="5791200" y="711200"/>
            <a:ext cx="1647428"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Días de mayor volumen</a:t>
            </a:r>
            <a:endParaRPr sz="1200"/>
          </a:p>
        </p:txBody>
      </p:sp>
      <p:sp>
        <p:nvSpPr>
          <p:cNvPr id="10" name="Shape 8">
            <a:extLst xmlns:a="http://schemas.openxmlformats.org/drawingml/2006/main">
              <a:ext uri="{FF2B5EF4-FFF2-40B4-BE49-F238E27FC236}">
                <a16:creationId xmlns:a16="http://schemas.microsoft.com/office/drawing/2014/main" id="{D24FA176-074F-4A1C-9C3C-5B100F015E72}"/>
              </a:ext>
            </a:extLst>
          </p:cNvPr>
          <p:cNvSpPr>
            <a:spLocks xmlns:a="http://schemas.openxmlformats.org/drawingml/2006/main" noGrp="1"/>
          </p:cNvSpPr>
          <p:nvPr/>
        </p:nvSpPr>
        <p:spPr>
          <a:xfrm xmlns:a="http://schemas.openxmlformats.org/drawingml/2006/main">
            <a:off x="7464028" y="728960"/>
            <a:ext cx="177800" cy="177800"/>
          </a:xfrm>
          <a:prstGeom xmlns:a="http://schemas.openxmlformats.org/drawingml/2006/main" prst="roundRect">
            <a:avLst>
              <a:gd name="adj" fmla="val 21429"/>
            </a:avLst>
          </a:prstGeom>
          <a:solidFill xmlns:a="http://schemas.openxmlformats.org/drawingml/2006/main">
            <a:srgbClr val="9CCBAE"/>
          </a:solidFill>
        </p:spPr>
      </p:sp>
      <p:sp>
        <p:nvSpPr>
          <p:cNvPr id="11" name="Text 9">
            <a:extLst xmlns:a="http://schemas.openxmlformats.org/drawingml/2006/main">
              <a:ext uri="{FF2B5EF4-FFF2-40B4-BE49-F238E27FC236}">
                <a16:creationId xmlns:a16="http://schemas.microsoft.com/office/drawing/2014/main" id="{C4A5EF94-B50D-411C-BD1D-117F93CF2E47}"/>
              </a:ext>
            </a:extLst>
          </p:cNvPr>
          <p:cNvSpPr>
            <a:spLocks xmlns:a="http://schemas.openxmlformats.org/drawingml/2006/main" noGrp="1"/>
          </p:cNvSpPr>
          <p:nvPr/>
        </p:nvSpPr>
        <p:spPr>
          <a:xfrm xmlns:a="http://schemas.openxmlformats.org/drawingml/2006/main">
            <a:off x="7718028" y="711200"/>
            <a:ext cx="441127"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Resto</a:t>
            </a:r>
            <a:endParaRPr sz="1200"/>
          </a:p>
        </p:txBody>
      </p:sp>
      <p:sp>
        <p:nvSpPr>
          <p:cNvPr id="12" name="Text 10">
            <a:extLst xmlns:a="http://schemas.openxmlformats.org/drawingml/2006/main">
              <a:ext uri="{FF2B5EF4-FFF2-40B4-BE49-F238E27FC236}">
                <a16:creationId xmlns:a16="http://schemas.microsoft.com/office/drawing/2014/main" id="{6F110800-F94D-44F5-9A24-A84A7DA70C60}"/>
              </a:ext>
            </a:extLst>
          </p:cNvPr>
          <p:cNvSpPr>
            <a:spLocks xmlns:a="http://schemas.openxmlformats.org/drawingml/2006/main" noGrp="1"/>
          </p:cNvSpPr>
          <p:nvPr/>
        </p:nvSpPr>
        <p:spPr>
          <a:xfrm xmlns:a="http://schemas.openxmlformats.org/drawingml/2006/main">
            <a:off x="5537200" y="1026120"/>
            <a:ext cx="601726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Camiones por día y tiempo puerta a puerta</a:t>
            </a:r>
            <a:endParaRPr sz="1200"/>
          </a:p>
        </p:txBody>
      </p:sp>
      <p:sp>
        <p:nvSpPr>
          <p:cNvPr id="13" name="Text 11">
            <a:extLst xmlns:a="http://schemas.openxmlformats.org/drawingml/2006/main">
              <a:ext uri="{FF2B5EF4-FFF2-40B4-BE49-F238E27FC236}">
                <a16:creationId xmlns:a16="http://schemas.microsoft.com/office/drawing/2014/main" id="{882F1D83-162F-4A77-9987-5B722B2D79F2}"/>
              </a:ext>
            </a:extLst>
          </p:cNvPr>
          <p:cNvSpPr>
            <a:spLocks xmlns:a="http://schemas.openxmlformats.org/drawingml/2006/main" noGrp="1"/>
          </p:cNvSpPr>
          <p:nvPr/>
        </p:nvSpPr>
        <p:spPr>
          <a:xfrm xmlns:a="http://schemas.openxmlformats.org/drawingml/2006/main">
            <a:off x="5729724" y="3166269"/>
            <a:ext cx="384096"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109</a:t>
            </a:r>
            <a:endParaRPr sz="1400"/>
          </a:p>
        </p:txBody>
      </p:sp>
      <p:sp>
        <p:nvSpPr>
          <p:cNvPr id="14" name="Shape 12">
            <a:extLst xmlns:a="http://schemas.openxmlformats.org/drawingml/2006/main">
              <a:ext uri="{FF2B5EF4-FFF2-40B4-BE49-F238E27FC236}">
                <a16:creationId xmlns:a16="http://schemas.microsoft.com/office/drawing/2014/main" id="{7D6EBC23-0BD5-4798-87E2-4A883BAFA623}"/>
              </a:ext>
            </a:extLst>
          </p:cNvPr>
          <p:cNvSpPr>
            <a:spLocks xmlns:a="http://schemas.openxmlformats.org/drawingml/2006/main" noGrp="1"/>
          </p:cNvSpPr>
          <p:nvPr/>
        </p:nvSpPr>
        <p:spPr>
          <a:xfrm xmlns:a="http://schemas.openxmlformats.org/drawingml/2006/main">
            <a:off x="5616972" y="3465909"/>
            <a:ext cx="609600" cy="1847850"/>
          </a:xfrm>
          <a:custGeom xmlns:a="http://schemas.openxmlformats.org/drawingml/2006/main">
            <a:rect l="l" t="t" r="r" b="b"/>
            <a:pathLst>
              <a:path w="609600" h="1847850">
                <a:moveTo>
                  <a:pt x="50800" y="0"/>
                </a:moveTo>
                <a:lnTo>
                  <a:pt x="558800" y="0"/>
                </a:lnTo>
                <a:arcTo wR="50800" hR="50800" stAng="16200000" swAng="5400000"/>
                <a:lnTo>
                  <a:pt x="609600" y="1847850"/>
                </a:lnTo>
                <a:lnTo>
                  <a:pt x="0" y="1847850"/>
                </a:lnTo>
                <a:lnTo>
                  <a:pt x="0" y="50800"/>
                </a:lnTo>
                <a:arcTo wR="50800" hR="50800" stAng="10800000" swAng="5400000"/>
                <a:close/>
              </a:path>
            </a:pathLst>
          </a:custGeom>
          <a:solidFill xmlns:a="http://schemas.openxmlformats.org/drawingml/2006/main">
            <a:srgbClr val="9CCBAE"/>
          </a:solidFill>
        </p:spPr>
      </p:sp>
      <p:sp>
        <p:nvSpPr>
          <p:cNvPr id="15" name="Text 13">
            <a:extLst xmlns:a="http://schemas.openxmlformats.org/drawingml/2006/main">
              <a:ext uri="{FF2B5EF4-FFF2-40B4-BE49-F238E27FC236}">
                <a16:creationId xmlns:a16="http://schemas.microsoft.com/office/drawing/2014/main" id="{A64A7006-7E57-46D5-9FB1-E5AE551ED5B9}"/>
              </a:ext>
            </a:extLst>
          </p:cNvPr>
          <p:cNvSpPr>
            <a:spLocks xmlns:a="http://schemas.openxmlformats.org/drawingml/2006/main" noGrp="1"/>
          </p:cNvSpPr>
          <p:nvPr/>
        </p:nvSpPr>
        <p:spPr>
          <a:xfrm xmlns:a="http://schemas.openxmlformats.org/drawingml/2006/main">
            <a:off x="5635784" y="5364559"/>
            <a:ext cx="5719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Jue 24</a:t>
            </a:r>
            <a:endParaRPr sz="1200"/>
          </a:p>
        </p:txBody>
      </p:sp>
      <p:sp>
        <p:nvSpPr>
          <p:cNvPr id="16" name="Text 14">
            <a:extLst xmlns:a="http://schemas.openxmlformats.org/drawingml/2006/main">
              <a:ext uri="{FF2B5EF4-FFF2-40B4-BE49-F238E27FC236}">
                <a16:creationId xmlns:a16="http://schemas.microsoft.com/office/drawing/2014/main" id="{CD14D080-2693-441D-BE83-006149FFD3D2}"/>
              </a:ext>
            </a:extLst>
          </p:cNvPr>
          <p:cNvSpPr>
            <a:spLocks xmlns:a="http://schemas.openxmlformats.org/drawingml/2006/main" noGrp="1"/>
          </p:cNvSpPr>
          <p:nvPr/>
        </p:nvSpPr>
        <p:spPr>
          <a:xfrm xmlns:a="http://schemas.openxmlformats.org/drawingml/2006/main">
            <a:off x="5581005" y="5628680"/>
            <a:ext cx="6816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195 min</a:t>
            </a:r>
            <a:endParaRPr sz="1200"/>
          </a:p>
        </p:txBody>
      </p:sp>
      <p:sp>
        <p:nvSpPr>
          <p:cNvPr id="17" name="Text 15">
            <a:extLst xmlns:a="http://schemas.openxmlformats.org/drawingml/2006/main">
              <a:ext uri="{FF2B5EF4-FFF2-40B4-BE49-F238E27FC236}">
                <a16:creationId xmlns:a16="http://schemas.microsoft.com/office/drawing/2014/main" id="{D37BCF4D-3493-4E07-802E-95B444B9E8B0}"/>
              </a:ext>
            </a:extLst>
          </p:cNvPr>
          <p:cNvSpPr>
            <a:spLocks xmlns:a="http://schemas.openxmlformats.org/drawingml/2006/main" noGrp="1"/>
          </p:cNvSpPr>
          <p:nvPr/>
        </p:nvSpPr>
        <p:spPr>
          <a:xfrm xmlns:a="http://schemas.openxmlformats.org/drawingml/2006/main">
            <a:off x="6575266" y="2797969"/>
            <a:ext cx="384096"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131</a:t>
            </a:r>
            <a:endParaRPr sz="1400"/>
          </a:p>
        </p:txBody>
      </p:sp>
      <p:sp>
        <p:nvSpPr>
          <p:cNvPr id="18" name="Shape 16">
            <a:extLst xmlns:a="http://schemas.openxmlformats.org/drawingml/2006/main">
              <a:ext uri="{FF2B5EF4-FFF2-40B4-BE49-F238E27FC236}">
                <a16:creationId xmlns:a16="http://schemas.microsoft.com/office/drawing/2014/main" id="{5ABC24B3-678A-4B8E-BA11-C857F3289DC2}"/>
              </a:ext>
            </a:extLst>
          </p:cNvPr>
          <p:cNvSpPr>
            <a:spLocks xmlns:a="http://schemas.openxmlformats.org/drawingml/2006/main" noGrp="1"/>
          </p:cNvSpPr>
          <p:nvPr/>
        </p:nvSpPr>
        <p:spPr>
          <a:xfrm xmlns:a="http://schemas.openxmlformats.org/drawingml/2006/main">
            <a:off x="6462514" y="3097609"/>
            <a:ext cx="609600" cy="2216150"/>
          </a:xfrm>
          <a:custGeom xmlns:a="http://schemas.openxmlformats.org/drawingml/2006/main">
            <a:rect l="l" t="t" r="r" b="b"/>
            <a:pathLst>
              <a:path w="609600" h="2216150">
                <a:moveTo>
                  <a:pt x="50800" y="0"/>
                </a:moveTo>
                <a:lnTo>
                  <a:pt x="558800" y="0"/>
                </a:lnTo>
                <a:arcTo wR="50800" hR="50800" stAng="16200000" swAng="5400000"/>
                <a:lnTo>
                  <a:pt x="609600" y="2216150"/>
                </a:lnTo>
                <a:lnTo>
                  <a:pt x="0" y="2216150"/>
                </a:lnTo>
                <a:lnTo>
                  <a:pt x="0" y="50800"/>
                </a:lnTo>
                <a:arcTo wR="50800" hR="50800" stAng="10800000" swAng="5400000"/>
                <a:close/>
              </a:path>
            </a:pathLst>
          </a:custGeom>
          <a:solidFill xmlns:a="http://schemas.openxmlformats.org/drawingml/2006/main">
            <a:srgbClr val="0B5638"/>
          </a:solidFill>
        </p:spPr>
      </p:sp>
      <p:sp>
        <p:nvSpPr>
          <p:cNvPr id="19" name="Text 17">
            <a:extLst xmlns:a="http://schemas.openxmlformats.org/drawingml/2006/main">
              <a:ext uri="{FF2B5EF4-FFF2-40B4-BE49-F238E27FC236}">
                <a16:creationId xmlns:a16="http://schemas.microsoft.com/office/drawing/2014/main" id="{C0360FDF-637F-49E4-A664-B658537A00A8}"/>
              </a:ext>
            </a:extLst>
          </p:cNvPr>
          <p:cNvSpPr>
            <a:spLocks xmlns:a="http://schemas.openxmlformats.org/drawingml/2006/main" noGrp="1"/>
          </p:cNvSpPr>
          <p:nvPr/>
        </p:nvSpPr>
        <p:spPr>
          <a:xfrm xmlns:a="http://schemas.openxmlformats.org/drawingml/2006/main">
            <a:off x="6501448" y="5364559"/>
            <a:ext cx="5317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Vie 25</a:t>
            </a:r>
            <a:endParaRPr sz="1200"/>
          </a:p>
        </p:txBody>
      </p:sp>
      <p:sp>
        <p:nvSpPr>
          <p:cNvPr id="20" name="Text 18">
            <a:extLst xmlns:a="http://schemas.openxmlformats.org/drawingml/2006/main">
              <a:ext uri="{FF2B5EF4-FFF2-40B4-BE49-F238E27FC236}">
                <a16:creationId xmlns:a16="http://schemas.microsoft.com/office/drawing/2014/main" id="{A60AE08A-160D-4817-9F83-53D8218B177F}"/>
              </a:ext>
            </a:extLst>
          </p:cNvPr>
          <p:cNvSpPr>
            <a:spLocks xmlns:a="http://schemas.openxmlformats.org/drawingml/2006/main" noGrp="1"/>
          </p:cNvSpPr>
          <p:nvPr/>
        </p:nvSpPr>
        <p:spPr>
          <a:xfrm xmlns:a="http://schemas.openxmlformats.org/drawingml/2006/main">
            <a:off x="6426448" y="5628680"/>
            <a:ext cx="6816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275 min</a:t>
            </a:r>
            <a:endParaRPr sz="1200"/>
          </a:p>
        </p:txBody>
      </p:sp>
      <p:sp>
        <p:nvSpPr>
          <p:cNvPr id="21" name="Text 19">
            <a:extLst xmlns:a="http://schemas.openxmlformats.org/drawingml/2006/main">
              <a:ext uri="{FF2B5EF4-FFF2-40B4-BE49-F238E27FC236}">
                <a16:creationId xmlns:a16="http://schemas.microsoft.com/office/drawing/2014/main" id="{FA21AA54-34E7-40D8-8AB1-58FC12641ADF}"/>
              </a:ext>
            </a:extLst>
          </p:cNvPr>
          <p:cNvSpPr>
            <a:spLocks xmlns:a="http://schemas.openxmlformats.org/drawingml/2006/main" noGrp="1"/>
          </p:cNvSpPr>
          <p:nvPr/>
        </p:nvSpPr>
        <p:spPr>
          <a:xfrm xmlns:a="http://schemas.openxmlformats.org/drawingml/2006/main">
            <a:off x="7480697" y="3458369"/>
            <a:ext cx="2642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92</a:t>
            </a:r>
            <a:endParaRPr sz="1400"/>
          </a:p>
        </p:txBody>
      </p:sp>
      <p:sp>
        <p:nvSpPr>
          <p:cNvPr id="22" name="Shape 20">
            <a:extLst xmlns:a="http://schemas.openxmlformats.org/drawingml/2006/main">
              <a:ext uri="{FF2B5EF4-FFF2-40B4-BE49-F238E27FC236}">
                <a16:creationId xmlns:a16="http://schemas.microsoft.com/office/drawing/2014/main" id="{07B15311-387E-4587-AF97-11ED768AC9FD}"/>
              </a:ext>
            </a:extLst>
          </p:cNvPr>
          <p:cNvSpPr>
            <a:spLocks xmlns:a="http://schemas.openxmlformats.org/drawingml/2006/main" noGrp="1"/>
          </p:cNvSpPr>
          <p:nvPr/>
        </p:nvSpPr>
        <p:spPr>
          <a:xfrm xmlns:a="http://schemas.openxmlformats.org/drawingml/2006/main">
            <a:off x="7307957" y="3758009"/>
            <a:ext cx="609600" cy="1555750"/>
          </a:xfrm>
          <a:custGeom xmlns:a="http://schemas.openxmlformats.org/drawingml/2006/main">
            <a:rect l="l" t="t" r="r" b="b"/>
            <a:pathLst>
              <a:path w="609600" h="1555750">
                <a:moveTo>
                  <a:pt x="50800" y="0"/>
                </a:moveTo>
                <a:lnTo>
                  <a:pt x="558800" y="0"/>
                </a:lnTo>
                <a:arcTo wR="50800" hR="50800" stAng="16200000" swAng="5400000"/>
                <a:lnTo>
                  <a:pt x="609600" y="1555750"/>
                </a:lnTo>
                <a:lnTo>
                  <a:pt x="0" y="1555750"/>
                </a:lnTo>
                <a:lnTo>
                  <a:pt x="0" y="50800"/>
                </a:lnTo>
                <a:arcTo wR="50800" hR="50800" stAng="10800000" swAng="5400000"/>
                <a:close/>
              </a:path>
            </a:pathLst>
          </a:custGeom>
          <a:solidFill xmlns:a="http://schemas.openxmlformats.org/drawingml/2006/main">
            <a:srgbClr val="9CCBAE"/>
          </a:solidFill>
        </p:spPr>
      </p:sp>
      <p:sp>
        <p:nvSpPr>
          <p:cNvPr id="23" name="Text 21">
            <a:extLst xmlns:a="http://schemas.openxmlformats.org/drawingml/2006/main">
              <a:ext uri="{FF2B5EF4-FFF2-40B4-BE49-F238E27FC236}">
                <a16:creationId xmlns:a16="http://schemas.microsoft.com/office/drawing/2014/main" id="{434A69AF-560F-4397-B8E9-9CE29CBF9BF7}"/>
              </a:ext>
            </a:extLst>
          </p:cNvPr>
          <p:cNvSpPr>
            <a:spLocks xmlns:a="http://schemas.openxmlformats.org/drawingml/2006/main" noGrp="1"/>
          </p:cNvSpPr>
          <p:nvPr/>
        </p:nvSpPr>
        <p:spPr>
          <a:xfrm xmlns:a="http://schemas.openxmlformats.org/drawingml/2006/main">
            <a:off x="7319615" y="5364559"/>
            <a:ext cx="58638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Sáb 26</a:t>
            </a:r>
            <a:endParaRPr sz="1200"/>
          </a:p>
        </p:txBody>
      </p:sp>
      <p:sp>
        <p:nvSpPr>
          <p:cNvPr id="24" name="Text 22">
            <a:extLst xmlns:a="http://schemas.openxmlformats.org/drawingml/2006/main">
              <a:ext uri="{FF2B5EF4-FFF2-40B4-BE49-F238E27FC236}">
                <a16:creationId xmlns:a16="http://schemas.microsoft.com/office/drawing/2014/main" id="{527A11AF-C675-424E-A24F-907ED5803038}"/>
              </a:ext>
            </a:extLst>
          </p:cNvPr>
          <p:cNvSpPr>
            <a:spLocks xmlns:a="http://schemas.openxmlformats.org/drawingml/2006/main" noGrp="1"/>
          </p:cNvSpPr>
          <p:nvPr/>
        </p:nvSpPr>
        <p:spPr>
          <a:xfrm xmlns:a="http://schemas.openxmlformats.org/drawingml/2006/main">
            <a:off x="7271990" y="5628680"/>
            <a:ext cx="6816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246 min</a:t>
            </a:r>
            <a:endParaRPr sz="1200"/>
          </a:p>
        </p:txBody>
      </p:sp>
      <p:sp>
        <p:nvSpPr>
          <p:cNvPr id="25" name="Text 23">
            <a:extLst xmlns:a="http://schemas.openxmlformats.org/drawingml/2006/main">
              <a:ext uri="{FF2B5EF4-FFF2-40B4-BE49-F238E27FC236}">
                <a16:creationId xmlns:a16="http://schemas.microsoft.com/office/drawing/2014/main" id="{2EBEB22F-A06C-4115-81B5-3A365BF92D11}"/>
              </a:ext>
            </a:extLst>
          </p:cNvPr>
          <p:cNvSpPr>
            <a:spLocks xmlns:a="http://schemas.openxmlformats.org/drawingml/2006/main" noGrp="1"/>
          </p:cNvSpPr>
          <p:nvPr/>
        </p:nvSpPr>
        <p:spPr>
          <a:xfrm xmlns:a="http://schemas.openxmlformats.org/drawingml/2006/main">
            <a:off x="8266152" y="3204369"/>
            <a:ext cx="384096"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107</a:t>
            </a:r>
            <a:endParaRPr sz="1400"/>
          </a:p>
        </p:txBody>
      </p:sp>
      <p:sp>
        <p:nvSpPr>
          <p:cNvPr id="26" name="Shape 24">
            <a:extLst xmlns:a="http://schemas.openxmlformats.org/drawingml/2006/main">
              <a:ext uri="{FF2B5EF4-FFF2-40B4-BE49-F238E27FC236}">
                <a16:creationId xmlns:a16="http://schemas.microsoft.com/office/drawing/2014/main" id="{6C0D7E5B-7C25-4D1E-8F79-32ACA667CBDB}"/>
              </a:ext>
            </a:extLst>
          </p:cNvPr>
          <p:cNvSpPr>
            <a:spLocks xmlns:a="http://schemas.openxmlformats.org/drawingml/2006/main" noGrp="1"/>
          </p:cNvSpPr>
          <p:nvPr/>
        </p:nvSpPr>
        <p:spPr>
          <a:xfrm xmlns:a="http://schemas.openxmlformats.org/drawingml/2006/main">
            <a:off x="8153400" y="3504009"/>
            <a:ext cx="609600" cy="1809750"/>
          </a:xfrm>
          <a:custGeom xmlns:a="http://schemas.openxmlformats.org/drawingml/2006/main">
            <a:rect l="l" t="t" r="r" b="b"/>
            <a:pathLst>
              <a:path w="609600" h="1809750">
                <a:moveTo>
                  <a:pt x="50800" y="0"/>
                </a:moveTo>
                <a:lnTo>
                  <a:pt x="558800" y="0"/>
                </a:lnTo>
                <a:arcTo wR="50800" hR="50800" stAng="16200000" swAng="5400000"/>
                <a:lnTo>
                  <a:pt x="609600" y="1809750"/>
                </a:lnTo>
                <a:lnTo>
                  <a:pt x="0" y="1809750"/>
                </a:lnTo>
                <a:lnTo>
                  <a:pt x="0" y="50800"/>
                </a:lnTo>
                <a:arcTo wR="50800" hR="50800" stAng="10800000" swAng="5400000"/>
                <a:close/>
              </a:path>
            </a:pathLst>
          </a:custGeom>
          <a:solidFill xmlns:a="http://schemas.openxmlformats.org/drawingml/2006/main">
            <a:srgbClr val="9CCBAE"/>
          </a:solidFill>
        </p:spPr>
      </p:sp>
      <p:sp>
        <p:nvSpPr>
          <p:cNvPr id="27" name="Text 25">
            <a:extLst xmlns:a="http://schemas.openxmlformats.org/drawingml/2006/main">
              <a:ext uri="{FF2B5EF4-FFF2-40B4-BE49-F238E27FC236}">
                <a16:creationId xmlns:a16="http://schemas.microsoft.com/office/drawing/2014/main" id="{DB57DBF3-BCFE-4727-B6D2-7890B63A679F}"/>
              </a:ext>
            </a:extLst>
          </p:cNvPr>
          <p:cNvSpPr>
            <a:spLocks xmlns:a="http://schemas.openxmlformats.org/drawingml/2006/main" noGrp="1"/>
          </p:cNvSpPr>
          <p:nvPr/>
        </p:nvSpPr>
        <p:spPr>
          <a:xfrm xmlns:a="http://schemas.openxmlformats.org/drawingml/2006/main">
            <a:off x="8131244" y="5364559"/>
            <a:ext cx="6540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Dom 27</a:t>
            </a:r>
            <a:endParaRPr sz="1200"/>
          </a:p>
        </p:txBody>
      </p:sp>
      <p:sp>
        <p:nvSpPr>
          <p:cNvPr id="28" name="Text 26">
            <a:extLst xmlns:a="http://schemas.openxmlformats.org/drawingml/2006/main">
              <a:ext uri="{FF2B5EF4-FFF2-40B4-BE49-F238E27FC236}">
                <a16:creationId xmlns:a16="http://schemas.microsoft.com/office/drawing/2014/main" id="{3F99F834-A73C-42DB-B918-88EA8A3E9BFA}"/>
              </a:ext>
            </a:extLst>
          </p:cNvPr>
          <p:cNvSpPr>
            <a:spLocks xmlns:a="http://schemas.openxmlformats.org/drawingml/2006/main" noGrp="1"/>
          </p:cNvSpPr>
          <p:nvPr/>
        </p:nvSpPr>
        <p:spPr>
          <a:xfrm xmlns:a="http://schemas.openxmlformats.org/drawingml/2006/main">
            <a:off x="8117433" y="5628680"/>
            <a:ext cx="6816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238 min</a:t>
            </a:r>
            <a:endParaRPr sz="1200"/>
          </a:p>
        </p:txBody>
      </p:sp>
      <p:sp>
        <p:nvSpPr>
          <p:cNvPr id="29" name="Text 27">
            <a:extLst xmlns:a="http://schemas.openxmlformats.org/drawingml/2006/main">
              <a:ext uri="{FF2B5EF4-FFF2-40B4-BE49-F238E27FC236}">
                <a16:creationId xmlns:a16="http://schemas.microsoft.com/office/drawing/2014/main" id="{A9D8E3B9-57E0-4B0A-B4E2-6734FD1E99B9}"/>
              </a:ext>
            </a:extLst>
          </p:cNvPr>
          <p:cNvSpPr>
            <a:spLocks xmlns:a="http://schemas.openxmlformats.org/drawingml/2006/main" noGrp="1"/>
          </p:cNvSpPr>
          <p:nvPr/>
        </p:nvSpPr>
        <p:spPr>
          <a:xfrm xmlns:a="http://schemas.openxmlformats.org/drawingml/2006/main">
            <a:off x="9111595" y="2728119"/>
            <a:ext cx="384096"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135</a:t>
            </a:r>
            <a:endParaRPr sz="1400"/>
          </a:p>
        </p:txBody>
      </p:sp>
      <p:sp>
        <p:nvSpPr>
          <p:cNvPr id="30" name="Shape 28">
            <a:extLst xmlns:a="http://schemas.openxmlformats.org/drawingml/2006/main">
              <a:ext uri="{FF2B5EF4-FFF2-40B4-BE49-F238E27FC236}">
                <a16:creationId xmlns:a16="http://schemas.microsoft.com/office/drawing/2014/main" id="{73C4874C-D404-49D6-8768-C439F4467B87}"/>
              </a:ext>
            </a:extLst>
          </p:cNvPr>
          <p:cNvSpPr>
            <a:spLocks xmlns:a="http://schemas.openxmlformats.org/drawingml/2006/main" noGrp="1"/>
          </p:cNvSpPr>
          <p:nvPr/>
        </p:nvSpPr>
        <p:spPr>
          <a:xfrm xmlns:a="http://schemas.openxmlformats.org/drawingml/2006/main">
            <a:off x="8998843" y="3027759"/>
            <a:ext cx="609600" cy="2286000"/>
          </a:xfrm>
          <a:custGeom xmlns:a="http://schemas.openxmlformats.org/drawingml/2006/main">
            <a:rect l="l" t="t" r="r" b="b"/>
            <a:pathLst>
              <a:path w="609600" h="2286000">
                <a:moveTo>
                  <a:pt x="50800" y="0"/>
                </a:moveTo>
                <a:lnTo>
                  <a:pt x="558800" y="0"/>
                </a:lnTo>
                <a:arcTo wR="50800" hR="50800" stAng="16200000" swAng="5400000"/>
                <a:lnTo>
                  <a:pt x="609600" y="2286000"/>
                </a:lnTo>
                <a:lnTo>
                  <a:pt x="0" y="2286000"/>
                </a:lnTo>
                <a:lnTo>
                  <a:pt x="0" y="50800"/>
                </a:lnTo>
                <a:arcTo wR="50800" hR="50800" stAng="10800000" swAng="5400000"/>
                <a:close/>
              </a:path>
            </a:pathLst>
          </a:custGeom>
          <a:solidFill xmlns:a="http://schemas.openxmlformats.org/drawingml/2006/main">
            <a:srgbClr val="0B5638"/>
          </a:solidFill>
        </p:spPr>
      </p:sp>
      <p:sp>
        <p:nvSpPr>
          <p:cNvPr id="31" name="Text 29">
            <a:extLst xmlns:a="http://schemas.openxmlformats.org/drawingml/2006/main">
              <a:ext uri="{FF2B5EF4-FFF2-40B4-BE49-F238E27FC236}">
                <a16:creationId xmlns:a16="http://schemas.microsoft.com/office/drawing/2014/main" id="{E4C89927-303A-4BDE-B9F2-A320969565E4}"/>
              </a:ext>
            </a:extLst>
          </p:cNvPr>
          <p:cNvSpPr>
            <a:spLocks xmlns:a="http://schemas.openxmlformats.org/drawingml/2006/main" noGrp="1"/>
          </p:cNvSpPr>
          <p:nvPr/>
        </p:nvSpPr>
        <p:spPr>
          <a:xfrm xmlns:a="http://schemas.openxmlformats.org/drawingml/2006/main">
            <a:off x="9017764" y="5364559"/>
            <a:ext cx="571857"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Lun 28</a:t>
            </a:r>
            <a:endParaRPr sz="1200"/>
          </a:p>
        </p:txBody>
      </p:sp>
      <p:sp>
        <p:nvSpPr>
          <p:cNvPr id="32" name="Text 30">
            <a:extLst xmlns:a="http://schemas.openxmlformats.org/drawingml/2006/main">
              <a:ext uri="{FF2B5EF4-FFF2-40B4-BE49-F238E27FC236}">
                <a16:creationId xmlns:a16="http://schemas.microsoft.com/office/drawing/2014/main" id="{2204370C-2EEE-4A5E-B346-43593CB280E0}"/>
              </a:ext>
            </a:extLst>
          </p:cNvPr>
          <p:cNvSpPr>
            <a:spLocks xmlns:a="http://schemas.openxmlformats.org/drawingml/2006/main" noGrp="1"/>
          </p:cNvSpPr>
          <p:nvPr/>
        </p:nvSpPr>
        <p:spPr>
          <a:xfrm xmlns:a="http://schemas.openxmlformats.org/drawingml/2006/main">
            <a:off x="8962876" y="5628680"/>
            <a:ext cx="6816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377 min</a:t>
            </a:r>
            <a:endParaRPr sz="1200"/>
          </a:p>
        </p:txBody>
      </p:sp>
      <p:sp>
        <p:nvSpPr>
          <p:cNvPr id="33" name="Text 31">
            <a:extLst xmlns:a="http://schemas.openxmlformats.org/drawingml/2006/main">
              <a:ext uri="{FF2B5EF4-FFF2-40B4-BE49-F238E27FC236}">
                <a16:creationId xmlns:a16="http://schemas.microsoft.com/office/drawing/2014/main" id="{5B8A14BC-31DE-4F81-B013-220E6762856C}"/>
              </a:ext>
            </a:extLst>
          </p:cNvPr>
          <p:cNvSpPr>
            <a:spLocks xmlns:a="http://schemas.openxmlformats.org/drawingml/2006/main" noGrp="1"/>
          </p:cNvSpPr>
          <p:nvPr/>
        </p:nvSpPr>
        <p:spPr>
          <a:xfrm xmlns:a="http://schemas.openxmlformats.org/drawingml/2006/main">
            <a:off x="10017026" y="3388519"/>
            <a:ext cx="2642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96</a:t>
            </a:r>
            <a:endParaRPr sz="1400"/>
          </a:p>
        </p:txBody>
      </p:sp>
      <p:sp>
        <p:nvSpPr>
          <p:cNvPr id="34" name="Shape 32">
            <a:extLst xmlns:a="http://schemas.openxmlformats.org/drawingml/2006/main">
              <a:ext uri="{FF2B5EF4-FFF2-40B4-BE49-F238E27FC236}">
                <a16:creationId xmlns:a16="http://schemas.microsoft.com/office/drawing/2014/main" id="{36ADFFD8-6C2D-4714-B04C-07EE1B477FAA}"/>
              </a:ext>
            </a:extLst>
          </p:cNvPr>
          <p:cNvSpPr>
            <a:spLocks xmlns:a="http://schemas.openxmlformats.org/drawingml/2006/main" noGrp="1"/>
          </p:cNvSpPr>
          <p:nvPr/>
        </p:nvSpPr>
        <p:spPr>
          <a:xfrm xmlns:a="http://schemas.openxmlformats.org/drawingml/2006/main">
            <a:off x="9844286" y="3688159"/>
            <a:ext cx="609600" cy="1625600"/>
          </a:xfrm>
          <a:custGeom xmlns:a="http://schemas.openxmlformats.org/drawingml/2006/main">
            <a:rect l="l" t="t" r="r" b="b"/>
            <a:pathLst>
              <a:path w="609600" h="1625600">
                <a:moveTo>
                  <a:pt x="50800" y="0"/>
                </a:moveTo>
                <a:lnTo>
                  <a:pt x="558800" y="0"/>
                </a:lnTo>
                <a:arcTo wR="50800" hR="50800" stAng="16200000" swAng="5400000"/>
                <a:lnTo>
                  <a:pt x="609600" y="1625600"/>
                </a:lnTo>
                <a:lnTo>
                  <a:pt x="0" y="1625600"/>
                </a:lnTo>
                <a:lnTo>
                  <a:pt x="0" y="50800"/>
                </a:lnTo>
                <a:arcTo wR="50800" hR="50800" stAng="10800000" swAng="5400000"/>
                <a:close/>
              </a:path>
            </a:pathLst>
          </a:custGeom>
          <a:solidFill xmlns:a="http://schemas.openxmlformats.org/drawingml/2006/main">
            <a:srgbClr val="9CCBAE"/>
          </a:solidFill>
        </p:spPr>
      </p:sp>
      <p:sp>
        <p:nvSpPr>
          <p:cNvPr id="35" name="Text 33">
            <a:extLst xmlns:a="http://schemas.openxmlformats.org/drawingml/2006/main">
              <a:ext uri="{FF2B5EF4-FFF2-40B4-BE49-F238E27FC236}">
                <a16:creationId xmlns:a16="http://schemas.microsoft.com/office/drawing/2014/main" id="{2432370C-DB82-417A-B21A-E4E701A0909C}"/>
              </a:ext>
            </a:extLst>
          </p:cNvPr>
          <p:cNvSpPr>
            <a:spLocks xmlns:a="http://schemas.openxmlformats.org/drawingml/2006/main" noGrp="1"/>
          </p:cNvSpPr>
          <p:nvPr/>
        </p:nvSpPr>
        <p:spPr>
          <a:xfrm xmlns:a="http://schemas.openxmlformats.org/drawingml/2006/main">
            <a:off x="9856063" y="5364559"/>
            <a:ext cx="58614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Mar 29</a:t>
            </a:r>
            <a:endParaRPr sz="1200"/>
          </a:p>
        </p:txBody>
      </p:sp>
      <p:sp>
        <p:nvSpPr>
          <p:cNvPr id="36" name="Text 34">
            <a:extLst xmlns:a="http://schemas.openxmlformats.org/drawingml/2006/main">
              <a:ext uri="{FF2B5EF4-FFF2-40B4-BE49-F238E27FC236}">
                <a16:creationId xmlns:a16="http://schemas.microsoft.com/office/drawing/2014/main" id="{6DA44B17-41D7-49E9-A42B-DA6181B3B31C}"/>
              </a:ext>
            </a:extLst>
          </p:cNvPr>
          <p:cNvSpPr>
            <a:spLocks xmlns:a="http://schemas.openxmlformats.org/drawingml/2006/main" noGrp="1"/>
          </p:cNvSpPr>
          <p:nvPr/>
        </p:nvSpPr>
        <p:spPr>
          <a:xfrm xmlns:a="http://schemas.openxmlformats.org/drawingml/2006/main">
            <a:off x="9808319" y="5628680"/>
            <a:ext cx="6816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227 min</a:t>
            </a:r>
            <a:endParaRPr sz="1200"/>
          </a:p>
        </p:txBody>
      </p:sp>
      <p:sp>
        <p:nvSpPr>
          <p:cNvPr id="37" name="Text 35">
            <a:extLst xmlns:a="http://schemas.openxmlformats.org/drawingml/2006/main">
              <a:ext uri="{FF2B5EF4-FFF2-40B4-BE49-F238E27FC236}">
                <a16:creationId xmlns:a16="http://schemas.microsoft.com/office/drawing/2014/main" id="{04ADEDDC-4663-4F76-B606-6B078A15ADE0}"/>
              </a:ext>
            </a:extLst>
          </p:cNvPr>
          <p:cNvSpPr>
            <a:spLocks xmlns:a="http://schemas.openxmlformats.org/drawingml/2006/main" noGrp="1"/>
          </p:cNvSpPr>
          <p:nvPr/>
        </p:nvSpPr>
        <p:spPr>
          <a:xfrm xmlns:a="http://schemas.openxmlformats.org/drawingml/2006/main">
            <a:off x="10802481" y="3318669"/>
            <a:ext cx="384096"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100</a:t>
            </a:r>
            <a:endParaRPr sz="1400"/>
          </a:p>
        </p:txBody>
      </p:sp>
      <p:sp>
        <p:nvSpPr>
          <p:cNvPr id="38" name="Shape 36">
            <a:extLst xmlns:a="http://schemas.openxmlformats.org/drawingml/2006/main">
              <a:ext uri="{FF2B5EF4-FFF2-40B4-BE49-F238E27FC236}">
                <a16:creationId xmlns:a16="http://schemas.microsoft.com/office/drawing/2014/main" id="{E477DE3D-7BA3-4F8D-B512-519F26D93495}"/>
              </a:ext>
            </a:extLst>
          </p:cNvPr>
          <p:cNvSpPr>
            <a:spLocks xmlns:a="http://schemas.openxmlformats.org/drawingml/2006/main" noGrp="1"/>
          </p:cNvSpPr>
          <p:nvPr/>
        </p:nvSpPr>
        <p:spPr>
          <a:xfrm xmlns:a="http://schemas.openxmlformats.org/drawingml/2006/main">
            <a:off x="10689729" y="3618309"/>
            <a:ext cx="609600" cy="1695450"/>
          </a:xfrm>
          <a:custGeom xmlns:a="http://schemas.openxmlformats.org/drawingml/2006/main">
            <a:rect l="l" t="t" r="r" b="b"/>
            <a:pathLst>
              <a:path w="609600" h="1695450">
                <a:moveTo>
                  <a:pt x="50800" y="0"/>
                </a:moveTo>
                <a:lnTo>
                  <a:pt x="558800" y="0"/>
                </a:lnTo>
                <a:arcTo wR="50800" hR="50800" stAng="16200000" swAng="5400000"/>
                <a:lnTo>
                  <a:pt x="609600" y="1695450"/>
                </a:lnTo>
                <a:lnTo>
                  <a:pt x="0" y="1695450"/>
                </a:lnTo>
                <a:lnTo>
                  <a:pt x="0" y="50800"/>
                </a:lnTo>
                <a:arcTo wR="50800" hR="50800" stAng="10800000" swAng="5400000"/>
                <a:close/>
              </a:path>
            </a:pathLst>
          </a:custGeom>
          <a:solidFill xmlns:a="http://schemas.openxmlformats.org/drawingml/2006/main">
            <a:srgbClr val="9CCBAE"/>
          </a:solidFill>
        </p:spPr>
      </p:sp>
      <p:sp>
        <p:nvSpPr>
          <p:cNvPr id="39" name="Text 37">
            <a:extLst xmlns:a="http://schemas.openxmlformats.org/drawingml/2006/main">
              <a:ext uri="{FF2B5EF4-FFF2-40B4-BE49-F238E27FC236}">
                <a16:creationId xmlns:a16="http://schemas.microsoft.com/office/drawing/2014/main" id="{A3227C6D-A136-4380-A4C3-F960511C6A0F}"/>
              </a:ext>
            </a:extLst>
          </p:cNvPr>
          <p:cNvSpPr>
            <a:spLocks xmlns:a="http://schemas.openxmlformats.org/drawingml/2006/main" noGrp="1"/>
          </p:cNvSpPr>
          <p:nvPr/>
        </p:nvSpPr>
        <p:spPr>
          <a:xfrm xmlns:a="http://schemas.openxmlformats.org/drawingml/2006/main">
            <a:off x="10712341" y="5364559"/>
            <a:ext cx="56447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Mié 30</a:t>
            </a:r>
            <a:endParaRPr sz="1200"/>
          </a:p>
        </p:txBody>
      </p:sp>
      <p:sp>
        <p:nvSpPr>
          <p:cNvPr id="40" name="Text 38">
            <a:extLst xmlns:a="http://schemas.openxmlformats.org/drawingml/2006/main">
              <a:ext uri="{FF2B5EF4-FFF2-40B4-BE49-F238E27FC236}">
                <a16:creationId xmlns:a16="http://schemas.microsoft.com/office/drawing/2014/main" id="{DE6B60FC-2E01-4E4A-AACD-55C489B92A5D}"/>
              </a:ext>
            </a:extLst>
          </p:cNvPr>
          <p:cNvSpPr>
            <a:spLocks xmlns:a="http://schemas.openxmlformats.org/drawingml/2006/main" noGrp="1"/>
          </p:cNvSpPr>
          <p:nvPr/>
        </p:nvSpPr>
        <p:spPr>
          <a:xfrm xmlns:a="http://schemas.openxmlformats.org/drawingml/2006/main">
            <a:off x="10653762" y="5628680"/>
            <a:ext cx="6816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263 min</a:t>
            </a:r>
            <a:endParaRPr sz="1200"/>
          </a:p>
        </p:txBody>
      </p:sp>
      <p:pic>
        <p:nvPicPr>
          <p:cNvPr id="84" name="Image 0"/>
          <p:cNvPicPr>
            <a:picLocks xmlns:a="http://schemas.openxmlformats.org/drawingml/2006/main" noChangeAspect="1"/>
          </p:cNvPicPr>
          <p:nvPr/>
        </p:nvPicPr>
        <p:blipFill>
          <a:blip xmlns:r="http://schemas.openxmlformats.org/officeDocument/2006/relationships" xmlns:a="http://schemas.openxmlformats.org/drawingml/2006/main" r:embed="R5744956b74c8455f"/>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42" name="Text 39">
            <a:extLst xmlns:a="http://schemas.openxmlformats.org/drawingml/2006/main">
              <a:ext uri="{FF2B5EF4-FFF2-40B4-BE49-F238E27FC236}">
                <a16:creationId xmlns:a16="http://schemas.microsoft.com/office/drawing/2014/main" id="{3046CB76-029B-4C6D-A4DA-48D63DE6257A}"/>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8</a:t>
            </a:r>
            <a:endParaRPr sz="1200"/>
          </a:p>
        </p:txBody>
      </p:sp>
      <p:pic>
        <p:nvPicPr>
          <p:cNvPr id="86" name="Image 1"/>
          <p:cNvPicPr>
            <a:picLocks xmlns:a="http://schemas.openxmlformats.org/drawingml/2006/main" noChangeAspect="1"/>
          </p:cNvPicPr>
          <p:nvPr/>
        </p:nvPicPr>
        <p:blipFill>
          <a:blip xmlns:r="http://schemas.openxmlformats.org/officeDocument/2006/relationships" xmlns:a="http://schemas.openxmlformats.org/drawingml/2006/main" r:embed="R119ab5e301b04eb1"/>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497874912"/>
      </p:ext>
    </p:extLst>
  </p:cSld>
</p:sld>
</file>

<file path=ppt/slides/slide9.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5F82248-C2D4-4DCA-AED1-AB2C9E805076}"/>
              </a:ext>
            </a:extLst>
          </p:cNvPr>
          <p:cNvSpPr>
            <a:spLocks xmlns:a="http://schemas.openxmlformats.org/drawingml/2006/main" noGrp="1"/>
          </p:cNvSpPr>
          <p:nvPr/>
        </p:nvSpPr>
        <p:spPr>
          <a:xfrm xmlns:a="http://schemas.openxmlformats.org/drawingml/2006/main">
            <a:off x="812800" y="711200"/>
            <a:ext cx="1041400" cy="289520"/>
          </a:xfrm>
          <a:custGeom xmlns:a="http://schemas.openxmlformats.org/drawingml/2006/main">
            <a:rect l="l" t="t" r="r" b="b"/>
            <a:pathLst>
              <a:path w="1041400" h="289520">
                <a:moveTo>
                  <a:pt x="144760" y="0"/>
                </a:moveTo>
                <a:lnTo>
                  <a:pt x="896640" y="0"/>
                </a:lnTo>
                <a:arcTo wR="144760" hR="144760" stAng="16200000" swAng="5400000"/>
                <a:lnTo>
                  <a:pt x="1041400"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0B563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SOJA · R7</a:t>
            </a:r>
            <a:endParaRPr sz="1200"/>
          </a:p>
        </p:txBody>
      </p:sp>
      <p:sp>
        <p:nvSpPr>
          <p:cNvPr id="3" name="Text 1">
            <a:extLst xmlns:a="http://schemas.openxmlformats.org/drawingml/2006/main">
              <a:ext uri="{FF2B5EF4-FFF2-40B4-BE49-F238E27FC236}">
                <a16:creationId xmlns:a16="http://schemas.microsoft.com/office/drawing/2014/main" id="{A4C4A701-00FA-4120-90E0-1BCFED2207EB}"/>
              </a:ext>
            </a:extLst>
          </p:cNvPr>
          <p:cNvSpPr>
            <a:spLocks xmlns:a="http://schemas.openxmlformats.org/drawingml/2006/main" noGrp="1"/>
          </p:cNvSpPr>
          <p:nvPr>
            <p:ph type="title" idx="0"/>
          </p:nvPr>
        </p:nvSpPr>
        <p:spPr>
          <a:xfrm xmlns:a="http://schemas.openxmlformats.org/drawingml/2006/main">
            <a:off x="812800" y="1102320"/>
            <a:ext cx="10883392" cy="919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Día por día, San Lorenzo volvió a ser la planta que más varió</a:t>
            </a:r>
            <a:endParaRPr sz="3200"/>
          </a:p>
        </p:txBody>
      </p:sp>
      <p:sp>
        <p:nvSpPr>
          <p:cNvPr id="4" name="Shape 2">
            <a:extLst xmlns:a="http://schemas.openxmlformats.org/drawingml/2006/main">
              <a:ext uri="{FF2B5EF4-FFF2-40B4-BE49-F238E27FC236}">
                <a16:creationId xmlns:a16="http://schemas.microsoft.com/office/drawing/2014/main" id="{987E8D47-5C4D-4321-8EFE-E3997A7105B7}"/>
              </a:ext>
            </a:extLst>
          </p:cNvPr>
          <p:cNvSpPr>
            <a:spLocks xmlns:a="http://schemas.openxmlformats.org/drawingml/2006/main" noGrp="1"/>
          </p:cNvSpPr>
          <p:nvPr/>
        </p:nvSpPr>
        <p:spPr>
          <a:xfrm xmlns:a="http://schemas.openxmlformats.org/drawingml/2006/main">
            <a:off x="812800" y="2268041"/>
            <a:ext cx="177800" cy="177800"/>
          </a:xfrm>
          <a:prstGeom xmlns:a="http://schemas.openxmlformats.org/drawingml/2006/main" prst="roundRect">
            <a:avLst>
              <a:gd name="adj" fmla="val 21429"/>
            </a:avLst>
          </a:prstGeom>
          <a:solidFill xmlns:a="http://schemas.openxmlformats.org/drawingml/2006/main">
            <a:srgbClr val="0B5638"/>
          </a:solidFill>
        </p:spPr>
      </p:sp>
      <p:sp>
        <p:nvSpPr>
          <p:cNvPr id="5" name="Text 3">
            <a:extLst xmlns:a="http://schemas.openxmlformats.org/drawingml/2006/main">
              <a:ext uri="{FF2B5EF4-FFF2-40B4-BE49-F238E27FC236}">
                <a16:creationId xmlns:a16="http://schemas.microsoft.com/office/drawing/2014/main" id="{89762B81-69ED-4522-9938-02FD1FE2D05F}"/>
              </a:ext>
            </a:extLst>
          </p:cNvPr>
          <p:cNvSpPr>
            <a:spLocks xmlns:a="http://schemas.openxmlformats.org/drawingml/2006/main" noGrp="1"/>
          </p:cNvSpPr>
          <p:nvPr/>
        </p:nvSpPr>
        <p:spPr>
          <a:xfrm xmlns:a="http://schemas.openxmlformats.org/drawingml/2006/main">
            <a:off x="1066800" y="2250281"/>
            <a:ext cx="743545"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Ricardone</a:t>
            </a:r>
            <a:endParaRPr sz="1200"/>
          </a:p>
        </p:txBody>
      </p:sp>
      <p:sp>
        <p:nvSpPr>
          <p:cNvPr id="6" name="Shape 4">
            <a:extLst xmlns:a="http://schemas.openxmlformats.org/drawingml/2006/main">
              <a:ext uri="{FF2B5EF4-FFF2-40B4-BE49-F238E27FC236}">
                <a16:creationId xmlns:a16="http://schemas.microsoft.com/office/drawing/2014/main" id="{5EE60A1F-0886-498D-B631-28A7B2F716B7}"/>
              </a:ext>
            </a:extLst>
          </p:cNvPr>
          <p:cNvSpPr>
            <a:spLocks xmlns:a="http://schemas.openxmlformats.org/drawingml/2006/main" noGrp="1"/>
          </p:cNvSpPr>
          <p:nvPr/>
        </p:nvSpPr>
        <p:spPr>
          <a:xfrm xmlns:a="http://schemas.openxmlformats.org/drawingml/2006/main">
            <a:off x="1835745" y="2268041"/>
            <a:ext cx="177800" cy="177800"/>
          </a:xfrm>
          <a:prstGeom xmlns:a="http://schemas.openxmlformats.org/drawingml/2006/main" prst="roundRect">
            <a:avLst>
              <a:gd name="adj" fmla="val 21429"/>
            </a:avLst>
          </a:prstGeom>
          <a:solidFill xmlns:a="http://schemas.openxmlformats.org/drawingml/2006/main">
            <a:srgbClr val="6B55A3"/>
          </a:solidFill>
        </p:spPr>
      </p:sp>
      <p:sp>
        <p:nvSpPr>
          <p:cNvPr id="7" name="Text 5">
            <a:extLst xmlns:a="http://schemas.openxmlformats.org/drawingml/2006/main">
              <a:ext uri="{FF2B5EF4-FFF2-40B4-BE49-F238E27FC236}">
                <a16:creationId xmlns:a16="http://schemas.microsoft.com/office/drawing/2014/main" id="{4FFF4C74-D568-470C-A0D9-3E3AD5E3257E}"/>
              </a:ext>
            </a:extLst>
          </p:cNvPr>
          <p:cNvSpPr>
            <a:spLocks xmlns:a="http://schemas.openxmlformats.org/drawingml/2006/main" noGrp="1"/>
          </p:cNvSpPr>
          <p:nvPr/>
        </p:nvSpPr>
        <p:spPr>
          <a:xfrm xmlns:a="http://schemas.openxmlformats.org/drawingml/2006/main">
            <a:off x="2089745" y="2250281"/>
            <a:ext cx="883444"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San Lorenzo</a:t>
            </a:r>
            <a:endParaRPr sz="1200"/>
          </a:p>
        </p:txBody>
      </p:sp>
      <p:sp>
        <p:nvSpPr>
          <p:cNvPr id="8" name="Text 6">
            <a:extLst xmlns:a="http://schemas.openxmlformats.org/drawingml/2006/main">
              <a:ext uri="{FF2B5EF4-FFF2-40B4-BE49-F238E27FC236}">
                <a16:creationId xmlns:a16="http://schemas.microsoft.com/office/drawing/2014/main" id="{1C81965E-28D9-4354-BC0F-9F9B8AFA4336}"/>
              </a:ext>
            </a:extLst>
          </p:cNvPr>
          <p:cNvSpPr>
            <a:spLocks xmlns:a="http://schemas.openxmlformats.org/drawingml/2006/main" noGrp="1"/>
          </p:cNvSpPr>
          <p:nvPr/>
        </p:nvSpPr>
        <p:spPr>
          <a:xfrm xmlns:a="http://schemas.openxmlformats.org/drawingml/2006/main">
            <a:off x="973435" y="4564459"/>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93</a:t>
            </a:r>
            <a:endParaRPr sz="1200"/>
          </a:p>
        </p:txBody>
      </p:sp>
      <p:sp>
        <p:nvSpPr>
          <p:cNvPr id="9" name="Shape 7">
            <a:extLst xmlns:a="http://schemas.openxmlformats.org/drawingml/2006/main">
              <a:ext uri="{FF2B5EF4-FFF2-40B4-BE49-F238E27FC236}">
                <a16:creationId xmlns:a16="http://schemas.microsoft.com/office/drawing/2014/main" id="{8F2ECEF2-C8A5-48F5-ABD6-FEA3730D75BA}"/>
              </a:ext>
            </a:extLst>
          </p:cNvPr>
          <p:cNvSpPr>
            <a:spLocks xmlns:a="http://schemas.openxmlformats.org/drawingml/2006/main" noGrp="1"/>
          </p:cNvSpPr>
          <p:nvPr/>
        </p:nvSpPr>
        <p:spPr>
          <a:xfrm xmlns:a="http://schemas.openxmlformats.org/drawingml/2006/main">
            <a:off x="925215" y="4815880"/>
            <a:ext cx="330200" cy="762000"/>
          </a:xfrm>
          <a:custGeom xmlns:a="http://schemas.openxmlformats.org/drawingml/2006/main">
            <a:rect l="l" t="t" r="r" b="b"/>
            <a:pathLst>
              <a:path w="330200" h="762000">
                <a:moveTo>
                  <a:pt x="50800" y="0"/>
                </a:moveTo>
                <a:lnTo>
                  <a:pt x="279400" y="0"/>
                </a:lnTo>
                <a:arcTo wR="50800" hR="50800" stAng="16200000" swAng="5400000"/>
                <a:lnTo>
                  <a:pt x="330200" y="762000"/>
                </a:lnTo>
                <a:lnTo>
                  <a:pt x="0" y="762000"/>
                </a:lnTo>
                <a:lnTo>
                  <a:pt x="0" y="50800"/>
                </a:lnTo>
                <a:arcTo wR="50800" hR="50800" stAng="10800000" swAng="5400000"/>
                <a:close/>
              </a:path>
            </a:pathLst>
          </a:custGeom>
          <a:solidFill xmlns:a="http://schemas.openxmlformats.org/drawingml/2006/main">
            <a:srgbClr val="0B5638"/>
          </a:solidFill>
        </p:spPr>
      </p:sp>
      <p:sp>
        <p:nvSpPr>
          <p:cNvPr id="10" name="Text 8">
            <a:extLst xmlns:a="http://schemas.openxmlformats.org/drawingml/2006/main">
              <a:ext uri="{FF2B5EF4-FFF2-40B4-BE49-F238E27FC236}">
                <a16:creationId xmlns:a16="http://schemas.microsoft.com/office/drawing/2014/main" id="{C98E693E-429C-4165-82C1-C72F416A6FA0}"/>
              </a:ext>
            </a:extLst>
          </p:cNvPr>
          <p:cNvSpPr>
            <a:spLocks xmlns:a="http://schemas.openxmlformats.org/drawingml/2006/main" noGrp="1"/>
          </p:cNvSpPr>
          <p:nvPr/>
        </p:nvSpPr>
        <p:spPr>
          <a:xfrm xmlns:a="http://schemas.openxmlformats.org/drawingml/2006/main">
            <a:off x="1354435" y="4869259"/>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56</a:t>
            </a:r>
            <a:endParaRPr sz="1200"/>
          </a:p>
        </p:txBody>
      </p:sp>
      <p:sp>
        <p:nvSpPr>
          <p:cNvPr id="11" name="Shape 9">
            <a:extLst xmlns:a="http://schemas.openxmlformats.org/drawingml/2006/main">
              <a:ext uri="{FF2B5EF4-FFF2-40B4-BE49-F238E27FC236}">
                <a16:creationId xmlns:a16="http://schemas.microsoft.com/office/drawing/2014/main" id="{07DA25EE-6184-4D4E-A678-B4ACF5A1B384}"/>
              </a:ext>
            </a:extLst>
          </p:cNvPr>
          <p:cNvSpPr>
            <a:spLocks xmlns:a="http://schemas.openxmlformats.org/drawingml/2006/main" noGrp="1"/>
          </p:cNvSpPr>
          <p:nvPr/>
        </p:nvSpPr>
        <p:spPr>
          <a:xfrm xmlns:a="http://schemas.openxmlformats.org/drawingml/2006/main">
            <a:off x="1306215" y="5120680"/>
            <a:ext cx="330200" cy="457200"/>
          </a:xfrm>
          <a:custGeom xmlns:a="http://schemas.openxmlformats.org/drawingml/2006/main">
            <a:rect l="l" t="t" r="r" b="b"/>
            <a:pathLst>
              <a:path w="330200" h="457200">
                <a:moveTo>
                  <a:pt x="50800" y="0"/>
                </a:moveTo>
                <a:lnTo>
                  <a:pt x="279400" y="0"/>
                </a:lnTo>
                <a:arcTo wR="50800" hR="50800" stAng="16200000" swAng="5400000"/>
                <a:lnTo>
                  <a:pt x="330200" y="457200"/>
                </a:lnTo>
                <a:lnTo>
                  <a:pt x="0" y="457200"/>
                </a:lnTo>
                <a:lnTo>
                  <a:pt x="0" y="50800"/>
                </a:lnTo>
                <a:arcTo wR="50800" hR="50800" stAng="10800000" swAng="5400000"/>
                <a:close/>
              </a:path>
            </a:pathLst>
          </a:custGeom>
          <a:solidFill xmlns:a="http://schemas.openxmlformats.org/drawingml/2006/main">
            <a:srgbClr val="6B55A3"/>
          </a:solidFill>
        </p:spPr>
      </p:sp>
      <p:sp>
        <p:nvSpPr>
          <p:cNvPr id="12" name="Text 10">
            <a:extLst xmlns:a="http://schemas.openxmlformats.org/drawingml/2006/main">
              <a:ext uri="{FF2B5EF4-FFF2-40B4-BE49-F238E27FC236}">
                <a16:creationId xmlns:a16="http://schemas.microsoft.com/office/drawing/2014/main" id="{827BB89C-2D91-40EC-8DBC-09BD89C13672}"/>
              </a:ext>
            </a:extLst>
          </p:cNvPr>
          <p:cNvSpPr>
            <a:spLocks xmlns:a="http://schemas.openxmlformats.org/drawingml/2006/main" noGrp="1"/>
          </p:cNvSpPr>
          <p:nvPr/>
        </p:nvSpPr>
        <p:spPr>
          <a:xfrm xmlns:a="http://schemas.openxmlformats.org/drawingml/2006/main">
            <a:off x="994827" y="5628680"/>
            <a:ext cx="5719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Jue 24</a:t>
            </a:r>
            <a:endParaRPr sz="1200"/>
          </a:p>
        </p:txBody>
      </p:sp>
      <p:sp>
        <p:nvSpPr>
          <p:cNvPr id="13" name="Text 11">
            <a:extLst xmlns:a="http://schemas.openxmlformats.org/drawingml/2006/main">
              <a:ext uri="{FF2B5EF4-FFF2-40B4-BE49-F238E27FC236}">
                <a16:creationId xmlns:a16="http://schemas.microsoft.com/office/drawing/2014/main" id="{13D553AF-1FAE-4D99-890D-B4E0F0C5EAA7}"/>
              </a:ext>
            </a:extLst>
          </p:cNvPr>
          <p:cNvSpPr>
            <a:spLocks xmlns:a="http://schemas.openxmlformats.org/drawingml/2006/main" noGrp="1"/>
          </p:cNvSpPr>
          <p:nvPr/>
        </p:nvSpPr>
        <p:spPr>
          <a:xfrm xmlns:a="http://schemas.openxmlformats.org/drawingml/2006/main">
            <a:off x="1960463" y="4704159"/>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76</a:t>
            </a:r>
            <a:endParaRPr sz="1200"/>
          </a:p>
        </p:txBody>
      </p:sp>
      <p:sp>
        <p:nvSpPr>
          <p:cNvPr id="14" name="Shape 12">
            <a:extLst xmlns:a="http://schemas.openxmlformats.org/drawingml/2006/main">
              <a:ext uri="{FF2B5EF4-FFF2-40B4-BE49-F238E27FC236}">
                <a16:creationId xmlns:a16="http://schemas.microsoft.com/office/drawing/2014/main" id="{260F031D-DE6C-4413-9CFE-EE437E543875}"/>
              </a:ext>
            </a:extLst>
          </p:cNvPr>
          <p:cNvSpPr>
            <a:spLocks xmlns:a="http://schemas.openxmlformats.org/drawingml/2006/main" noGrp="1"/>
          </p:cNvSpPr>
          <p:nvPr/>
        </p:nvSpPr>
        <p:spPr>
          <a:xfrm xmlns:a="http://schemas.openxmlformats.org/drawingml/2006/main">
            <a:off x="1912243" y="4955580"/>
            <a:ext cx="330200" cy="622300"/>
          </a:xfrm>
          <a:custGeom xmlns:a="http://schemas.openxmlformats.org/drawingml/2006/main">
            <a:rect l="l" t="t" r="r" b="b"/>
            <a:pathLst>
              <a:path w="330200" h="622300">
                <a:moveTo>
                  <a:pt x="50800" y="0"/>
                </a:moveTo>
                <a:lnTo>
                  <a:pt x="279400" y="0"/>
                </a:lnTo>
                <a:arcTo wR="50800" hR="50800" stAng="16200000" swAng="5400000"/>
                <a:lnTo>
                  <a:pt x="330200" y="622300"/>
                </a:lnTo>
                <a:lnTo>
                  <a:pt x="0" y="622300"/>
                </a:lnTo>
                <a:lnTo>
                  <a:pt x="0" y="50800"/>
                </a:lnTo>
                <a:arcTo wR="50800" hR="50800" stAng="10800000" swAng="5400000"/>
                <a:close/>
              </a:path>
            </a:pathLst>
          </a:custGeom>
          <a:solidFill xmlns:a="http://schemas.openxmlformats.org/drawingml/2006/main">
            <a:srgbClr val="0B5638"/>
          </a:solidFill>
        </p:spPr>
      </p:sp>
      <p:sp>
        <p:nvSpPr>
          <p:cNvPr id="15" name="Text 13">
            <a:extLst xmlns:a="http://schemas.openxmlformats.org/drawingml/2006/main">
              <a:ext uri="{FF2B5EF4-FFF2-40B4-BE49-F238E27FC236}">
                <a16:creationId xmlns:a16="http://schemas.microsoft.com/office/drawing/2014/main" id="{A144C252-0C2E-4E24-8833-D98C6D3AADB2}"/>
              </a:ext>
            </a:extLst>
          </p:cNvPr>
          <p:cNvSpPr>
            <a:spLocks xmlns:a="http://schemas.openxmlformats.org/drawingml/2006/main" noGrp="1"/>
          </p:cNvSpPr>
          <p:nvPr/>
        </p:nvSpPr>
        <p:spPr>
          <a:xfrm xmlns:a="http://schemas.openxmlformats.org/drawingml/2006/main">
            <a:off x="2293689" y="3865959"/>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178</a:t>
            </a:r>
            <a:endParaRPr sz="1200"/>
          </a:p>
        </p:txBody>
      </p:sp>
      <p:sp>
        <p:nvSpPr>
          <p:cNvPr id="16" name="Shape 14">
            <a:extLst xmlns:a="http://schemas.openxmlformats.org/drawingml/2006/main">
              <a:ext uri="{FF2B5EF4-FFF2-40B4-BE49-F238E27FC236}">
                <a16:creationId xmlns:a16="http://schemas.microsoft.com/office/drawing/2014/main" id="{6D0E76CE-62F8-4330-95CA-FF9883813846}"/>
              </a:ext>
            </a:extLst>
          </p:cNvPr>
          <p:cNvSpPr>
            <a:spLocks xmlns:a="http://schemas.openxmlformats.org/drawingml/2006/main" noGrp="1"/>
          </p:cNvSpPr>
          <p:nvPr/>
        </p:nvSpPr>
        <p:spPr>
          <a:xfrm xmlns:a="http://schemas.openxmlformats.org/drawingml/2006/main">
            <a:off x="2293243" y="4117380"/>
            <a:ext cx="330200" cy="1460500"/>
          </a:xfrm>
          <a:custGeom xmlns:a="http://schemas.openxmlformats.org/drawingml/2006/main">
            <a:rect l="l" t="t" r="r" b="b"/>
            <a:pathLst>
              <a:path w="330200" h="1460500">
                <a:moveTo>
                  <a:pt x="50800" y="0"/>
                </a:moveTo>
                <a:lnTo>
                  <a:pt x="279400" y="0"/>
                </a:lnTo>
                <a:arcTo wR="50800" hR="50800" stAng="16200000" swAng="5400000"/>
                <a:lnTo>
                  <a:pt x="330200" y="1460500"/>
                </a:lnTo>
                <a:lnTo>
                  <a:pt x="0" y="1460500"/>
                </a:lnTo>
                <a:lnTo>
                  <a:pt x="0" y="50800"/>
                </a:lnTo>
                <a:arcTo wR="50800" hR="50800" stAng="10800000" swAng="5400000"/>
                <a:close/>
              </a:path>
            </a:pathLst>
          </a:custGeom>
          <a:solidFill xmlns:a="http://schemas.openxmlformats.org/drawingml/2006/main">
            <a:srgbClr val="6B55A3"/>
          </a:solidFill>
        </p:spPr>
      </p:sp>
      <p:sp>
        <p:nvSpPr>
          <p:cNvPr id="17" name="Text 15">
            <a:extLst xmlns:a="http://schemas.openxmlformats.org/drawingml/2006/main">
              <a:ext uri="{FF2B5EF4-FFF2-40B4-BE49-F238E27FC236}">
                <a16:creationId xmlns:a16="http://schemas.microsoft.com/office/drawing/2014/main" id="{1CF07EEB-5F94-43BD-BB50-B5D80370FD80}"/>
              </a:ext>
            </a:extLst>
          </p:cNvPr>
          <p:cNvSpPr>
            <a:spLocks xmlns:a="http://schemas.openxmlformats.org/drawingml/2006/main" noGrp="1"/>
          </p:cNvSpPr>
          <p:nvPr/>
        </p:nvSpPr>
        <p:spPr>
          <a:xfrm xmlns:a="http://schemas.openxmlformats.org/drawingml/2006/main">
            <a:off x="2001976" y="5628680"/>
            <a:ext cx="5317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Vie 25</a:t>
            </a:r>
            <a:endParaRPr sz="1200"/>
          </a:p>
        </p:txBody>
      </p:sp>
      <p:sp>
        <p:nvSpPr>
          <p:cNvPr id="18" name="Text 16">
            <a:extLst xmlns:a="http://schemas.openxmlformats.org/drawingml/2006/main">
              <a:ext uri="{FF2B5EF4-FFF2-40B4-BE49-F238E27FC236}">
                <a16:creationId xmlns:a16="http://schemas.microsoft.com/office/drawing/2014/main" id="{C2ACBC1F-1825-4D80-94D9-9EA6A2510B53}"/>
              </a:ext>
            </a:extLst>
          </p:cNvPr>
          <p:cNvSpPr>
            <a:spLocks xmlns:a="http://schemas.openxmlformats.org/drawingml/2006/main" noGrp="1"/>
          </p:cNvSpPr>
          <p:nvPr/>
        </p:nvSpPr>
        <p:spPr>
          <a:xfrm xmlns:a="http://schemas.openxmlformats.org/drawingml/2006/main">
            <a:off x="2947392" y="4704159"/>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76</a:t>
            </a:r>
            <a:endParaRPr sz="1200"/>
          </a:p>
        </p:txBody>
      </p:sp>
      <p:sp>
        <p:nvSpPr>
          <p:cNvPr id="19" name="Shape 17">
            <a:extLst xmlns:a="http://schemas.openxmlformats.org/drawingml/2006/main">
              <a:ext uri="{FF2B5EF4-FFF2-40B4-BE49-F238E27FC236}">
                <a16:creationId xmlns:a16="http://schemas.microsoft.com/office/drawing/2014/main" id="{325D7DAB-2F14-4746-903C-A983A190897B}"/>
              </a:ext>
            </a:extLst>
          </p:cNvPr>
          <p:cNvSpPr>
            <a:spLocks xmlns:a="http://schemas.openxmlformats.org/drawingml/2006/main" noGrp="1"/>
          </p:cNvSpPr>
          <p:nvPr/>
        </p:nvSpPr>
        <p:spPr>
          <a:xfrm xmlns:a="http://schemas.openxmlformats.org/drawingml/2006/main">
            <a:off x="2899172" y="4955580"/>
            <a:ext cx="330200" cy="622300"/>
          </a:xfrm>
          <a:custGeom xmlns:a="http://schemas.openxmlformats.org/drawingml/2006/main">
            <a:rect l="l" t="t" r="r" b="b"/>
            <a:pathLst>
              <a:path w="330200" h="622300">
                <a:moveTo>
                  <a:pt x="50800" y="0"/>
                </a:moveTo>
                <a:lnTo>
                  <a:pt x="279400" y="0"/>
                </a:lnTo>
                <a:arcTo wR="50800" hR="50800" stAng="16200000" swAng="5400000"/>
                <a:lnTo>
                  <a:pt x="330200" y="622300"/>
                </a:lnTo>
                <a:lnTo>
                  <a:pt x="0" y="622300"/>
                </a:lnTo>
                <a:lnTo>
                  <a:pt x="0" y="50800"/>
                </a:lnTo>
                <a:arcTo wR="50800" hR="50800" stAng="10800000" swAng="5400000"/>
                <a:close/>
              </a:path>
            </a:pathLst>
          </a:custGeom>
          <a:solidFill xmlns:a="http://schemas.openxmlformats.org/drawingml/2006/main">
            <a:srgbClr val="0B5638"/>
          </a:solidFill>
        </p:spPr>
      </p:sp>
      <p:sp>
        <p:nvSpPr>
          <p:cNvPr id="20" name="Text 18">
            <a:extLst xmlns:a="http://schemas.openxmlformats.org/drawingml/2006/main">
              <a:ext uri="{FF2B5EF4-FFF2-40B4-BE49-F238E27FC236}">
                <a16:creationId xmlns:a16="http://schemas.microsoft.com/office/drawing/2014/main" id="{4C3481D8-C836-4417-A442-486136D41402}"/>
              </a:ext>
            </a:extLst>
          </p:cNvPr>
          <p:cNvSpPr>
            <a:spLocks xmlns:a="http://schemas.openxmlformats.org/drawingml/2006/main" noGrp="1"/>
          </p:cNvSpPr>
          <p:nvPr/>
        </p:nvSpPr>
        <p:spPr>
          <a:xfrm xmlns:a="http://schemas.openxmlformats.org/drawingml/2006/main">
            <a:off x="3280618" y="4469209"/>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105</a:t>
            </a:r>
            <a:endParaRPr sz="1200"/>
          </a:p>
        </p:txBody>
      </p:sp>
      <p:sp>
        <p:nvSpPr>
          <p:cNvPr id="21" name="Shape 19">
            <a:extLst xmlns:a="http://schemas.openxmlformats.org/drawingml/2006/main">
              <a:ext uri="{FF2B5EF4-FFF2-40B4-BE49-F238E27FC236}">
                <a16:creationId xmlns:a16="http://schemas.microsoft.com/office/drawing/2014/main" id="{BE8ECEE5-6FB1-426D-B011-105A589A066C}"/>
              </a:ext>
            </a:extLst>
          </p:cNvPr>
          <p:cNvSpPr>
            <a:spLocks xmlns:a="http://schemas.openxmlformats.org/drawingml/2006/main" noGrp="1"/>
          </p:cNvSpPr>
          <p:nvPr/>
        </p:nvSpPr>
        <p:spPr>
          <a:xfrm xmlns:a="http://schemas.openxmlformats.org/drawingml/2006/main">
            <a:off x="3280172" y="4720630"/>
            <a:ext cx="330200" cy="857250"/>
          </a:xfrm>
          <a:custGeom xmlns:a="http://schemas.openxmlformats.org/drawingml/2006/main">
            <a:rect l="l" t="t" r="r" b="b"/>
            <a:pathLst>
              <a:path w="330200" h="857250">
                <a:moveTo>
                  <a:pt x="50800" y="0"/>
                </a:moveTo>
                <a:lnTo>
                  <a:pt x="279400" y="0"/>
                </a:lnTo>
                <a:arcTo wR="50800" hR="50800" stAng="16200000" swAng="5400000"/>
                <a:lnTo>
                  <a:pt x="330200" y="857250"/>
                </a:lnTo>
                <a:lnTo>
                  <a:pt x="0" y="857250"/>
                </a:lnTo>
                <a:lnTo>
                  <a:pt x="0" y="50800"/>
                </a:lnTo>
                <a:arcTo wR="50800" hR="50800" stAng="10800000" swAng="5400000"/>
                <a:close/>
              </a:path>
            </a:pathLst>
          </a:custGeom>
          <a:solidFill xmlns:a="http://schemas.openxmlformats.org/drawingml/2006/main">
            <a:srgbClr val="6B55A3"/>
          </a:solidFill>
        </p:spPr>
      </p:sp>
      <p:sp>
        <p:nvSpPr>
          <p:cNvPr id="22" name="Text 20">
            <a:extLst xmlns:a="http://schemas.openxmlformats.org/drawingml/2006/main">
              <a:ext uri="{FF2B5EF4-FFF2-40B4-BE49-F238E27FC236}">
                <a16:creationId xmlns:a16="http://schemas.microsoft.com/office/drawing/2014/main" id="{E9DE2C0C-2CFC-466E-AB84-F79FF62B4F61}"/>
              </a:ext>
            </a:extLst>
          </p:cNvPr>
          <p:cNvSpPr>
            <a:spLocks xmlns:a="http://schemas.openxmlformats.org/drawingml/2006/main" noGrp="1"/>
          </p:cNvSpPr>
          <p:nvPr/>
        </p:nvSpPr>
        <p:spPr>
          <a:xfrm xmlns:a="http://schemas.openxmlformats.org/drawingml/2006/main">
            <a:off x="2961630" y="5628680"/>
            <a:ext cx="58638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Sáb 26</a:t>
            </a:r>
            <a:endParaRPr sz="1200"/>
          </a:p>
        </p:txBody>
      </p:sp>
      <p:sp>
        <p:nvSpPr>
          <p:cNvPr id="23" name="Text 21">
            <a:extLst xmlns:a="http://schemas.openxmlformats.org/drawingml/2006/main">
              <a:ext uri="{FF2B5EF4-FFF2-40B4-BE49-F238E27FC236}">
                <a16:creationId xmlns:a16="http://schemas.microsoft.com/office/drawing/2014/main" id="{2005BD70-796D-4B0E-B191-F56E370A5762}"/>
              </a:ext>
            </a:extLst>
          </p:cNvPr>
          <p:cNvSpPr>
            <a:spLocks xmlns:a="http://schemas.openxmlformats.org/drawingml/2006/main" noGrp="1"/>
          </p:cNvSpPr>
          <p:nvPr/>
        </p:nvSpPr>
        <p:spPr>
          <a:xfrm xmlns:a="http://schemas.openxmlformats.org/drawingml/2006/main">
            <a:off x="3886646" y="4310459"/>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124</a:t>
            </a:r>
            <a:endParaRPr sz="1200"/>
          </a:p>
        </p:txBody>
      </p:sp>
      <p:sp>
        <p:nvSpPr>
          <p:cNvPr id="24" name="Shape 22">
            <a:extLst xmlns:a="http://schemas.openxmlformats.org/drawingml/2006/main">
              <a:ext uri="{FF2B5EF4-FFF2-40B4-BE49-F238E27FC236}">
                <a16:creationId xmlns:a16="http://schemas.microsoft.com/office/drawing/2014/main" id="{0268B852-DA82-4389-8E83-B6BAD3AA54BE}"/>
              </a:ext>
            </a:extLst>
          </p:cNvPr>
          <p:cNvSpPr>
            <a:spLocks xmlns:a="http://schemas.openxmlformats.org/drawingml/2006/main" noGrp="1"/>
          </p:cNvSpPr>
          <p:nvPr/>
        </p:nvSpPr>
        <p:spPr>
          <a:xfrm xmlns:a="http://schemas.openxmlformats.org/drawingml/2006/main">
            <a:off x="3886200" y="4561880"/>
            <a:ext cx="330200" cy="1016000"/>
          </a:xfrm>
          <a:custGeom xmlns:a="http://schemas.openxmlformats.org/drawingml/2006/main">
            <a:rect l="l" t="t" r="r" b="b"/>
            <a:pathLst>
              <a:path w="330200" h="1016000">
                <a:moveTo>
                  <a:pt x="50800" y="0"/>
                </a:moveTo>
                <a:lnTo>
                  <a:pt x="279400" y="0"/>
                </a:lnTo>
                <a:arcTo wR="50800" hR="50800" stAng="16200000" swAng="5400000"/>
                <a:lnTo>
                  <a:pt x="330200" y="1016000"/>
                </a:lnTo>
                <a:lnTo>
                  <a:pt x="0" y="1016000"/>
                </a:lnTo>
                <a:lnTo>
                  <a:pt x="0" y="50800"/>
                </a:lnTo>
                <a:arcTo wR="50800" hR="50800" stAng="10800000" swAng="5400000"/>
                <a:close/>
              </a:path>
            </a:pathLst>
          </a:custGeom>
          <a:solidFill xmlns:a="http://schemas.openxmlformats.org/drawingml/2006/main">
            <a:srgbClr val="0B5638"/>
          </a:solidFill>
        </p:spPr>
      </p:sp>
      <p:sp>
        <p:nvSpPr>
          <p:cNvPr id="25" name="Text 23">
            <a:extLst xmlns:a="http://schemas.openxmlformats.org/drawingml/2006/main">
              <a:ext uri="{FF2B5EF4-FFF2-40B4-BE49-F238E27FC236}">
                <a16:creationId xmlns:a16="http://schemas.microsoft.com/office/drawing/2014/main" id="{6E49D224-1A19-4615-8F2B-2C176C7ABB69}"/>
              </a:ext>
            </a:extLst>
          </p:cNvPr>
          <p:cNvSpPr>
            <a:spLocks xmlns:a="http://schemas.openxmlformats.org/drawingml/2006/main" noGrp="1"/>
          </p:cNvSpPr>
          <p:nvPr/>
        </p:nvSpPr>
        <p:spPr>
          <a:xfrm xmlns:a="http://schemas.openxmlformats.org/drawingml/2006/main">
            <a:off x="4267646" y="4418409"/>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111</a:t>
            </a:r>
            <a:endParaRPr sz="1200"/>
          </a:p>
        </p:txBody>
      </p:sp>
      <p:sp>
        <p:nvSpPr>
          <p:cNvPr id="26" name="Shape 24">
            <a:extLst xmlns:a="http://schemas.openxmlformats.org/drawingml/2006/main">
              <a:ext uri="{FF2B5EF4-FFF2-40B4-BE49-F238E27FC236}">
                <a16:creationId xmlns:a16="http://schemas.microsoft.com/office/drawing/2014/main" id="{B6C9B680-E0AD-4358-8378-8017D2D12572}"/>
              </a:ext>
            </a:extLst>
          </p:cNvPr>
          <p:cNvSpPr>
            <a:spLocks xmlns:a="http://schemas.openxmlformats.org/drawingml/2006/main" noGrp="1"/>
          </p:cNvSpPr>
          <p:nvPr/>
        </p:nvSpPr>
        <p:spPr>
          <a:xfrm xmlns:a="http://schemas.openxmlformats.org/drawingml/2006/main">
            <a:off x="4267200" y="4669830"/>
            <a:ext cx="330200" cy="908050"/>
          </a:xfrm>
          <a:custGeom xmlns:a="http://schemas.openxmlformats.org/drawingml/2006/main">
            <a:rect l="l" t="t" r="r" b="b"/>
            <a:pathLst>
              <a:path w="330200" h="908050">
                <a:moveTo>
                  <a:pt x="50800" y="0"/>
                </a:moveTo>
                <a:lnTo>
                  <a:pt x="279400" y="0"/>
                </a:lnTo>
                <a:arcTo wR="50800" hR="50800" stAng="16200000" swAng="5400000"/>
                <a:lnTo>
                  <a:pt x="330200" y="908050"/>
                </a:lnTo>
                <a:lnTo>
                  <a:pt x="0" y="908050"/>
                </a:lnTo>
                <a:lnTo>
                  <a:pt x="0" y="50800"/>
                </a:lnTo>
                <a:arcTo wR="50800" hR="50800" stAng="10800000" swAng="5400000"/>
                <a:close/>
              </a:path>
            </a:pathLst>
          </a:custGeom>
          <a:solidFill xmlns:a="http://schemas.openxmlformats.org/drawingml/2006/main">
            <a:srgbClr val="6B55A3"/>
          </a:solidFill>
        </p:spPr>
      </p:sp>
      <p:sp>
        <p:nvSpPr>
          <p:cNvPr id="27" name="Text 25">
            <a:extLst xmlns:a="http://schemas.openxmlformats.org/drawingml/2006/main">
              <a:ext uri="{FF2B5EF4-FFF2-40B4-BE49-F238E27FC236}">
                <a16:creationId xmlns:a16="http://schemas.microsoft.com/office/drawing/2014/main" id="{75BEB9AF-FDB2-4596-A470-36658A795D4D}"/>
              </a:ext>
            </a:extLst>
          </p:cNvPr>
          <p:cNvSpPr>
            <a:spLocks xmlns:a="http://schemas.openxmlformats.org/drawingml/2006/main" noGrp="1"/>
          </p:cNvSpPr>
          <p:nvPr/>
        </p:nvSpPr>
        <p:spPr>
          <a:xfrm xmlns:a="http://schemas.openxmlformats.org/drawingml/2006/main">
            <a:off x="3914745" y="5628680"/>
            <a:ext cx="6540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Dom 27</a:t>
            </a:r>
            <a:endParaRPr sz="1200"/>
          </a:p>
        </p:txBody>
      </p:sp>
      <p:sp>
        <p:nvSpPr>
          <p:cNvPr id="28" name="Text 26">
            <a:extLst xmlns:a="http://schemas.openxmlformats.org/drawingml/2006/main">
              <a:ext uri="{FF2B5EF4-FFF2-40B4-BE49-F238E27FC236}">
                <a16:creationId xmlns:a16="http://schemas.microsoft.com/office/drawing/2014/main" id="{DE6FA876-73A2-482F-8693-CB3CD379E6F1}"/>
              </a:ext>
            </a:extLst>
          </p:cNvPr>
          <p:cNvSpPr>
            <a:spLocks xmlns:a="http://schemas.openxmlformats.org/drawingml/2006/main" noGrp="1"/>
          </p:cNvSpPr>
          <p:nvPr/>
        </p:nvSpPr>
        <p:spPr>
          <a:xfrm xmlns:a="http://schemas.openxmlformats.org/drawingml/2006/main">
            <a:off x="4921349" y="4761309"/>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69</a:t>
            </a:r>
            <a:endParaRPr sz="1200"/>
          </a:p>
        </p:txBody>
      </p:sp>
      <p:sp>
        <p:nvSpPr>
          <p:cNvPr id="29" name="Shape 27">
            <a:extLst xmlns:a="http://schemas.openxmlformats.org/drawingml/2006/main">
              <a:ext uri="{FF2B5EF4-FFF2-40B4-BE49-F238E27FC236}">
                <a16:creationId xmlns:a16="http://schemas.microsoft.com/office/drawing/2014/main" id="{4668ED0C-0EC8-4E13-BEDA-34C95D75732A}"/>
              </a:ext>
            </a:extLst>
          </p:cNvPr>
          <p:cNvSpPr>
            <a:spLocks xmlns:a="http://schemas.openxmlformats.org/drawingml/2006/main" noGrp="1"/>
          </p:cNvSpPr>
          <p:nvPr/>
        </p:nvSpPr>
        <p:spPr>
          <a:xfrm xmlns:a="http://schemas.openxmlformats.org/drawingml/2006/main">
            <a:off x="4873129" y="5012730"/>
            <a:ext cx="330200" cy="565150"/>
          </a:xfrm>
          <a:custGeom xmlns:a="http://schemas.openxmlformats.org/drawingml/2006/main">
            <a:rect l="l" t="t" r="r" b="b"/>
            <a:pathLst>
              <a:path w="330200" h="565150">
                <a:moveTo>
                  <a:pt x="50800" y="0"/>
                </a:moveTo>
                <a:lnTo>
                  <a:pt x="279400" y="0"/>
                </a:lnTo>
                <a:arcTo wR="50800" hR="50800" stAng="16200000" swAng="5400000"/>
                <a:lnTo>
                  <a:pt x="330200" y="565150"/>
                </a:lnTo>
                <a:lnTo>
                  <a:pt x="0" y="565150"/>
                </a:lnTo>
                <a:lnTo>
                  <a:pt x="0" y="50800"/>
                </a:lnTo>
                <a:arcTo wR="50800" hR="50800" stAng="10800000" swAng="5400000"/>
                <a:close/>
              </a:path>
            </a:pathLst>
          </a:custGeom>
          <a:solidFill xmlns:a="http://schemas.openxmlformats.org/drawingml/2006/main">
            <a:srgbClr val="0B5638"/>
          </a:solidFill>
        </p:spPr>
      </p:sp>
      <p:sp>
        <p:nvSpPr>
          <p:cNvPr id="30" name="Text 28">
            <a:extLst xmlns:a="http://schemas.openxmlformats.org/drawingml/2006/main">
              <a:ext uri="{FF2B5EF4-FFF2-40B4-BE49-F238E27FC236}">
                <a16:creationId xmlns:a16="http://schemas.microsoft.com/office/drawing/2014/main" id="{F6114DD8-1200-426A-81D5-4DD5A2257AFC}"/>
              </a:ext>
            </a:extLst>
          </p:cNvPr>
          <p:cNvSpPr>
            <a:spLocks xmlns:a="http://schemas.openxmlformats.org/drawingml/2006/main" noGrp="1"/>
          </p:cNvSpPr>
          <p:nvPr/>
        </p:nvSpPr>
        <p:spPr>
          <a:xfrm xmlns:a="http://schemas.openxmlformats.org/drawingml/2006/main">
            <a:off x="5254575" y="3294459"/>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248</a:t>
            </a:r>
            <a:endParaRPr sz="1200"/>
          </a:p>
        </p:txBody>
      </p:sp>
      <p:sp>
        <p:nvSpPr>
          <p:cNvPr id="31" name="Shape 29">
            <a:extLst xmlns:a="http://schemas.openxmlformats.org/drawingml/2006/main">
              <a:ext uri="{FF2B5EF4-FFF2-40B4-BE49-F238E27FC236}">
                <a16:creationId xmlns:a16="http://schemas.microsoft.com/office/drawing/2014/main" id="{AAB3715D-FA04-4845-9BD1-799E1D2769AE}"/>
              </a:ext>
            </a:extLst>
          </p:cNvPr>
          <p:cNvSpPr>
            <a:spLocks xmlns:a="http://schemas.openxmlformats.org/drawingml/2006/main" noGrp="1"/>
          </p:cNvSpPr>
          <p:nvPr/>
        </p:nvSpPr>
        <p:spPr>
          <a:xfrm xmlns:a="http://schemas.openxmlformats.org/drawingml/2006/main">
            <a:off x="5254129" y="3545880"/>
            <a:ext cx="330200" cy="2032000"/>
          </a:xfrm>
          <a:custGeom xmlns:a="http://schemas.openxmlformats.org/drawingml/2006/main">
            <a:rect l="l" t="t" r="r" b="b"/>
            <a:pathLst>
              <a:path w="330200" h="2032000">
                <a:moveTo>
                  <a:pt x="50800" y="0"/>
                </a:moveTo>
                <a:lnTo>
                  <a:pt x="279400" y="0"/>
                </a:lnTo>
                <a:arcTo wR="50800" hR="50800" stAng="16200000" swAng="5400000"/>
                <a:lnTo>
                  <a:pt x="330200" y="2032000"/>
                </a:lnTo>
                <a:lnTo>
                  <a:pt x="0" y="2032000"/>
                </a:lnTo>
                <a:lnTo>
                  <a:pt x="0" y="50800"/>
                </a:lnTo>
                <a:arcTo wR="50800" hR="50800" stAng="10800000" swAng="5400000"/>
                <a:close/>
              </a:path>
            </a:pathLst>
          </a:custGeom>
          <a:solidFill xmlns:a="http://schemas.openxmlformats.org/drawingml/2006/main">
            <a:srgbClr val="6B55A3"/>
          </a:solidFill>
        </p:spPr>
      </p:sp>
      <p:sp>
        <p:nvSpPr>
          <p:cNvPr id="32" name="Text 30">
            <a:extLst xmlns:a="http://schemas.openxmlformats.org/drawingml/2006/main">
              <a:ext uri="{FF2B5EF4-FFF2-40B4-BE49-F238E27FC236}">
                <a16:creationId xmlns:a16="http://schemas.microsoft.com/office/drawing/2014/main" id="{77B5F20A-955A-4D3A-A157-15E1F43BC203}"/>
              </a:ext>
            </a:extLst>
          </p:cNvPr>
          <p:cNvSpPr>
            <a:spLocks xmlns:a="http://schemas.openxmlformats.org/drawingml/2006/main" noGrp="1"/>
          </p:cNvSpPr>
          <p:nvPr/>
        </p:nvSpPr>
        <p:spPr>
          <a:xfrm xmlns:a="http://schemas.openxmlformats.org/drawingml/2006/main">
            <a:off x="4942850" y="5628680"/>
            <a:ext cx="571857"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Lun 28</a:t>
            </a:r>
            <a:endParaRPr sz="1200"/>
          </a:p>
        </p:txBody>
      </p:sp>
      <p:sp>
        <p:nvSpPr>
          <p:cNvPr id="33" name="Text 31">
            <a:extLst xmlns:a="http://schemas.openxmlformats.org/drawingml/2006/main">
              <a:ext uri="{FF2B5EF4-FFF2-40B4-BE49-F238E27FC236}">
                <a16:creationId xmlns:a16="http://schemas.microsoft.com/office/drawing/2014/main" id="{FA8EB6AB-56C8-4980-911B-3239A5A75EDB}"/>
              </a:ext>
            </a:extLst>
          </p:cNvPr>
          <p:cNvSpPr>
            <a:spLocks xmlns:a="http://schemas.openxmlformats.org/drawingml/2006/main" noGrp="1"/>
          </p:cNvSpPr>
          <p:nvPr/>
        </p:nvSpPr>
        <p:spPr>
          <a:xfrm xmlns:a="http://schemas.openxmlformats.org/drawingml/2006/main">
            <a:off x="5908377" y="4647009"/>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83</a:t>
            </a:r>
            <a:endParaRPr sz="1200"/>
          </a:p>
        </p:txBody>
      </p:sp>
      <p:sp>
        <p:nvSpPr>
          <p:cNvPr id="34" name="Shape 32">
            <a:extLst xmlns:a="http://schemas.openxmlformats.org/drawingml/2006/main">
              <a:ext uri="{FF2B5EF4-FFF2-40B4-BE49-F238E27FC236}">
                <a16:creationId xmlns:a16="http://schemas.microsoft.com/office/drawing/2014/main" id="{775EB00B-5937-43CD-9849-73E9DC770900}"/>
              </a:ext>
            </a:extLst>
          </p:cNvPr>
          <p:cNvSpPr>
            <a:spLocks xmlns:a="http://schemas.openxmlformats.org/drawingml/2006/main" noGrp="1"/>
          </p:cNvSpPr>
          <p:nvPr/>
        </p:nvSpPr>
        <p:spPr>
          <a:xfrm xmlns:a="http://schemas.openxmlformats.org/drawingml/2006/main">
            <a:off x="5860157" y="4898430"/>
            <a:ext cx="330200" cy="679450"/>
          </a:xfrm>
          <a:custGeom xmlns:a="http://schemas.openxmlformats.org/drawingml/2006/main">
            <a:rect l="l" t="t" r="r" b="b"/>
            <a:pathLst>
              <a:path w="330200" h="679450">
                <a:moveTo>
                  <a:pt x="50800" y="0"/>
                </a:moveTo>
                <a:lnTo>
                  <a:pt x="279400" y="0"/>
                </a:lnTo>
                <a:arcTo wR="50800" hR="50800" stAng="16200000" swAng="5400000"/>
                <a:lnTo>
                  <a:pt x="330200" y="679450"/>
                </a:lnTo>
                <a:lnTo>
                  <a:pt x="0" y="679450"/>
                </a:lnTo>
                <a:lnTo>
                  <a:pt x="0" y="50800"/>
                </a:lnTo>
                <a:arcTo wR="50800" hR="50800" stAng="10800000" swAng="5400000"/>
                <a:close/>
              </a:path>
            </a:pathLst>
          </a:custGeom>
          <a:solidFill xmlns:a="http://schemas.openxmlformats.org/drawingml/2006/main">
            <a:srgbClr val="0B5638"/>
          </a:solidFill>
        </p:spPr>
      </p:sp>
      <p:sp>
        <p:nvSpPr>
          <p:cNvPr id="35" name="Text 33">
            <a:extLst xmlns:a="http://schemas.openxmlformats.org/drawingml/2006/main">
              <a:ext uri="{FF2B5EF4-FFF2-40B4-BE49-F238E27FC236}">
                <a16:creationId xmlns:a16="http://schemas.microsoft.com/office/drawing/2014/main" id="{ED99F4F0-6691-4478-8750-7DCD62878880}"/>
              </a:ext>
            </a:extLst>
          </p:cNvPr>
          <p:cNvSpPr>
            <a:spLocks xmlns:a="http://schemas.openxmlformats.org/drawingml/2006/main" noGrp="1"/>
          </p:cNvSpPr>
          <p:nvPr/>
        </p:nvSpPr>
        <p:spPr>
          <a:xfrm xmlns:a="http://schemas.openxmlformats.org/drawingml/2006/main">
            <a:off x="6289377" y="4570809"/>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92</a:t>
            </a:r>
            <a:endParaRPr sz="1200"/>
          </a:p>
        </p:txBody>
      </p:sp>
      <p:sp>
        <p:nvSpPr>
          <p:cNvPr id="36" name="Shape 34">
            <a:extLst xmlns:a="http://schemas.openxmlformats.org/drawingml/2006/main">
              <a:ext uri="{FF2B5EF4-FFF2-40B4-BE49-F238E27FC236}">
                <a16:creationId xmlns:a16="http://schemas.microsoft.com/office/drawing/2014/main" id="{41FF3C2C-EDDD-4FDC-814D-3E3A8FCB301E}"/>
              </a:ext>
            </a:extLst>
          </p:cNvPr>
          <p:cNvSpPr>
            <a:spLocks xmlns:a="http://schemas.openxmlformats.org/drawingml/2006/main" noGrp="1"/>
          </p:cNvSpPr>
          <p:nvPr/>
        </p:nvSpPr>
        <p:spPr>
          <a:xfrm xmlns:a="http://schemas.openxmlformats.org/drawingml/2006/main">
            <a:off x="6241157" y="4822230"/>
            <a:ext cx="330200" cy="755650"/>
          </a:xfrm>
          <a:custGeom xmlns:a="http://schemas.openxmlformats.org/drawingml/2006/main">
            <a:rect l="l" t="t" r="r" b="b"/>
            <a:pathLst>
              <a:path w="330200" h="755650">
                <a:moveTo>
                  <a:pt x="50800" y="0"/>
                </a:moveTo>
                <a:lnTo>
                  <a:pt x="279400" y="0"/>
                </a:lnTo>
                <a:arcTo wR="50800" hR="50800" stAng="16200000" swAng="5400000"/>
                <a:lnTo>
                  <a:pt x="330200" y="755650"/>
                </a:lnTo>
                <a:lnTo>
                  <a:pt x="0" y="755650"/>
                </a:lnTo>
                <a:lnTo>
                  <a:pt x="0" y="50800"/>
                </a:lnTo>
                <a:arcTo wR="50800" hR="50800" stAng="10800000" swAng="5400000"/>
                <a:close/>
              </a:path>
            </a:pathLst>
          </a:custGeom>
          <a:solidFill xmlns:a="http://schemas.openxmlformats.org/drawingml/2006/main">
            <a:srgbClr val="6B55A3"/>
          </a:solidFill>
        </p:spPr>
      </p:sp>
      <p:sp>
        <p:nvSpPr>
          <p:cNvPr id="37" name="Text 35">
            <a:extLst xmlns:a="http://schemas.openxmlformats.org/drawingml/2006/main">
              <a:ext uri="{FF2B5EF4-FFF2-40B4-BE49-F238E27FC236}">
                <a16:creationId xmlns:a16="http://schemas.microsoft.com/office/drawing/2014/main" id="{C63B52DF-9318-40DE-B942-68183DA2C185}"/>
              </a:ext>
            </a:extLst>
          </p:cNvPr>
          <p:cNvSpPr>
            <a:spLocks xmlns:a="http://schemas.openxmlformats.org/drawingml/2006/main" noGrp="1"/>
          </p:cNvSpPr>
          <p:nvPr/>
        </p:nvSpPr>
        <p:spPr>
          <a:xfrm xmlns:a="http://schemas.openxmlformats.org/drawingml/2006/main">
            <a:off x="5922635" y="5628680"/>
            <a:ext cx="58614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Mar 29</a:t>
            </a:r>
            <a:endParaRPr sz="1200"/>
          </a:p>
        </p:txBody>
      </p:sp>
      <p:sp>
        <p:nvSpPr>
          <p:cNvPr id="38" name="Text 36">
            <a:extLst xmlns:a="http://schemas.openxmlformats.org/drawingml/2006/main">
              <a:ext uri="{FF2B5EF4-FFF2-40B4-BE49-F238E27FC236}">
                <a16:creationId xmlns:a16="http://schemas.microsoft.com/office/drawing/2014/main" id="{220B9B23-E7C4-4983-8508-1A2D8476659E}"/>
              </a:ext>
            </a:extLst>
          </p:cNvPr>
          <p:cNvSpPr>
            <a:spLocks xmlns:a="http://schemas.openxmlformats.org/drawingml/2006/main" noGrp="1"/>
          </p:cNvSpPr>
          <p:nvPr/>
        </p:nvSpPr>
        <p:spPr>
          <a:xfrm xmlns:a="http://schemas.openxmlformats.org/drawingml/2006/main">
            <a:off x="6895306" y="4564459"/>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93</a:t>
            </a:r>
            <a:endParaRPr sz="1200"/>
          </a:p>
        </p:txBody>
      </p:sp>
      <p:sp>
        <p:nvSpPr>
          <p:cNvPr id="39" name="Shape 37">
            <a:extLst xmlns:a="http://schemas.openxmlformats.org/drawingml/2006/main">
              <a:ext uri="{FF2B5EF4-FFF2-40B4-BE49-F238E27FC236}">
                <a16:creationId xmlns:a16="http://schemas.microsoft.com/office/drawing/2014/main" id="{5F194086-07F9-4875-98B0-56CA84E8BC2B}"/>
              </a:ext>
            </a:extLst>
          </p:cNvPr>
          <p:cNvSpPr>
            <a:spLocks xmlns:a="http://schemas.openxmlformats.org/drawingml/2006/main" noGrp="1"/>
          </p:cNvSpPr>
          <p:nvPr/>
        </p:nvSpPr>
        <p:spPr>
          <a:xfrm xmlns:a="http://schemas.openxmlformats.org/drawingml/2006/main">
            <a:off x="6847086" y="4815880"/>
            <a:ext cx="330200" cy="762000"/>
          </a:xfrm>
          <a:custGeom xmlns:a="http://schemas.openxmlformats.org/drawingml/2006/main">
            <a:rect l="l" t="t" r="r" b="b"/>
            <a:pathLst>
              <a:path w="330200" h="762000">
                <a:moveTo>
                  <a:pt x="50800" y="0"/>
                </a:moveTo>
                <a:lnTo>
                  <a:pt x="279400" y="0"/>
                </a:lnTo>
                <a:arcTo wR="50800" hR="50800" stAng="16200000" swAng="5400000"/>
                <a:lnTo>
                  <a:pt x="330200" y="762000"/>
                </a:lnTo>
                <a:lnTo>
                  <a:pt x="0" y="762000"/>
                </a:lnTo>
                <a:lnTo>
                  <a:pt x="0" y="50800"/>
                </a:lnTo>
                <a:arcTo wR="50800" hR="50800" stAng="10800000" swAng="5400000"/>
                <a:close/>
              </a:path>
            </a:pathLst>
          </a:custGeom>
          <a:solidFill xmlns:a="http://schemas.openxmlformats.org/drawingml/2006/main">
            <a:srgbClr val="0B5638"/>
          </a:solidFill>
        </p:spPr>
      </p:sp>
      <p:sp>
        <p:nvSpPr>
          <p:cNvPr id="40" name="Text 38">
            <a:extLst xmlns:a="http://schemas.openxmlformats.org/drawingml/2006/main">
              <a:ext uri="{FF2B5EF4-FFF2-40B4-BE49-F238E27FC236}">
                <a16:creationId xmlns:a16="http://schemas.microsoft.com/office/drawing/2014/main" id="{7DCA61E7-1D16-474A-B794-248E8ACFA8CA}"/>
              </a:ext>
            </a:extLst>
          </p:cNvPr>
          <p:cNvSpPr>
            <a:spLocks xmlns:a="http://schemas.openxmlformats.org/drawingml/2006/main" noGrp="1"/>
          </p:cNvSpPr>
          <p:nvPr/>
        </p:nvSpPr>
        <p:spPr>
          <a:xfrm xmlns:a="http://schemas.openxmlformats.org/drawingml/2006/main">
            <a:off x="7228532" y="3580209"/>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213</a:t>
            </a:r>
            <a:endParaRPr sz="1200"/>
          </a:p>
        </p:txBody>
      </p:sp>
      <p:sp>
        <p:nvSpPr>
          <p:cNvPr id="41" name="Shape 39">
            <a:extLst xmlns:a="http://schemas.openxmlformats.org/drawingml/2006/main">
              <a:ext uri="{FF2B5EF4-FFF2-40B4-BE49-F238E27FC236}">
                <a16:creationId xmlns:a16="http://schemas.microsoft.com/office/drawing/2014/main" id="{6B77A96C-77C5-4529-A817-60891D0CB93E}"/>
              </a:ext>
            </a:extLst>
          </p:cNvPr>
          <p:cNvSpPr>
            <a:spLocks xmlns:a="http://schemas.openxmlformats.org/drawingml/2006/main" noGrp="1"/>
          </p:cNvSpPr>
          <p:nvPr/>
        </p:nvSpPr>
        <p:spPr>
          <a:xfrm xmlns:a="http://schemas.openxmlformats.org/drawingml/2006/main">
            <a:off x="7228086" y="3831630"/>
            <a:ext cx="330200" cy="1746250"/>
          </a:xfrm>
          <a:custGeom xmlns:a="http://schemas.openxmlformats.org/drawingml/2006/main">
            <a:rect l="l" t="t" r="r" b="b"/>
            <a:pathLst>
              <a:path w="330200" h="1746250">
                <a:moveTo>
                  <a:pt x="50800" y="0"/>
                </a:moveTo>
                <a:lnTo>
                  <a:pt x="279400" y="0"/>
                </a:lnTo>
                <a:arcTo wR="50800" hR="50800" stAng="16200000" swAng="5400000"/>
                <a:lnTo>
                  <a:pt x="330200" y="1746250"/>
                </a:lnTo>
                <a:lnTo>
                  <a:pt x="0" y="1746250"/>
                </a:lnTo>
                <a:lnTo>
                  <a:pt x="0" y="50800"/>
                </a:lnTo>
                <a:arcTo wR="50800" hR="50800" stAng="10800000" swAng="5400000"/>
                <a:close/>
              </a:path>
            </a:pathLst>
          </a:custGeom>
          <a:solidFill xmlns:a="http://schemas.openxmlformats.org/drawingml/2006/main">
            <a:srgbClr val="6B55A3"/>
          </a:solidFill>
        </p:spPr>
      </p:sp>
      <p:sp>
        <p:nvSpPr>
          <p:cNvPr id="42" name="Text 40">
            <a:extLst xmlns:a="http://schemas.openxmlformats.org/drawingml/2006/main">
              <a:ext uri="{FF2B5EF4-FFF2-40B4-BE49-F238E27FC236}">
                <a16:creationId xmlns:a16="http://schemas.microsoft.com/office/drawing/2014/main" id="{3D121E7A-B80B-4197-8EF7-90F3B05453A4}"/>
              </a:ext>
            </a:extLst>
          </p:cNvPr>
          <p:cNvSpPr>
            <a:spLocks xmlns:a="http://schemas.openxmlformats.org/drawingml/2006/main" noGrp="1"/>
          </p:cNvSpPr>
          <p:nvPr/>
        </p:nvSpPr>
        <p:spPr>
          <a:xfrm xmlns:a="http://schemas.openxmlformats.org/drawingml/2006/main">
            <a:off x="6920498" y="5628680"/>
            <a:ext cx="56447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Mié 30</a:t>
            </a:r>
            <a:endParaRPr sz="1200"/>
          </a:p>
        </p:txBody>
      </p:sp>
      <p:sp>
        <p:nvSpPr>
          <p:cNvPr id="43" name="Text 41">
            <a:extLst xmlns:a="http://schemas.openxmlformats.org/drawingml/2006/main">
              <a:ext uri="{FF2B5EF4-FFF2-40B4-BE49-F238E27FC236}">
                <a16:creationId xmlns:a16="http://schemas.microsoft.com/office/drawing/2014/main" id="{06A6BD50-2996-47AF-80C3-818E457EA462}"/>
              </a:ext>
            </a:extLst>
          </p:cNvPr>
          <p:cNvSpPr>
            <a:spLocks xmlns:a="http://schemas.openxmlformats.org/drawingml/2006/main" noGrp="1"/>
          </p:cNvSpPr>
          <p:nvPr/>
        </p:nvSpPr>
        <p:spPr>
          <a:xfrm xmlns:a="http://schemas.openxmlformats.org/drawingml/2006/main">
            <a:off x="8077200" y="2250281"/>
            <a:ext cx="3401060" cy="5588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a:solidFill>
                  <a:srgbClr val="4A5D52"/>
                </a:solidFill>
                <a:latin typeface="IBM Plex Sans"/>
                <a:ea typeface="IBM Plex Sans"/>
                <a:cs typeface="IBM Plex Sans"/>
              </a:rPr>
              <a:t>Ricardone se movió entre </a:t>
            </a:r>
            <a:r>
              <a:rPr sz="1500" b="1">
                <a:solidFill>
                  <a:srgbClr val="4A5D52"/>
                </a:solidFill>
                <a:latin typeface="IBM Plex Sans"/>
                <a:ea typeface="IBM Plex Sans"/>
                <a:cs typeface="IBM Plex Sans"/>
              </a:rPr>
              <a:t>69 y 124 min</a:t>
            </a:r>
            <a:r>
              <a:rPr sz="1500">
                <a:solidFill>
                  <a:srgbClr val="4A5D52"/>
                </a:solidFill>
                <a:latin typeface="IBM Plex Sans"/>
                <a:ea typeface="IBM Plex Sans"/>
                <a:cs typeface="IBM Plex Sans"/>
              </a:rPr>
              <a:t>; San Lorenzo, entre </a:t>
            </a:r>
            <a:r>
              <a:rPr sz="1500" b="1">
                <a:solidFill>
                  <a:srgbClr val="4A5D52"/>
                </a:solidFill>
                <a:latin typeface="IBM Plex Sans"/>
                <a:ea typeface="IBM Plex Sans"/>
                <a:cs typeface="IBM Plex Sans"/>
              </a:rPr>
              <a:t>56 y 248 min</a:t>
            </a:r>
            <a:r>
              <a:rPr sz="1500">
                <a:solidFill>
                  <a:srgbClr val="4A5D52"/>
                </a:solidFill>
                <a:latin typeface="IBM Plex Sans"/>
                <a:ea typeface="IBM Plex Sans"/>
                <a:cs typeface="IBM Plex Sans"/>
              </a:rPr>
              <a:t>.</a:t>
            </a:r>
            <a:endParaRPr sz="1500"/>
          </a:p>
        </p:txBody>
      </p:sp>
      <p:sp>
        <p:nvSpPr>
          <p:cNvPr id="44" name="Text 42">
            <a:extLst xmlns:a="http://schemas.openxmlformats.org/drawingml/2006/main">
              <a:ext uri="{FF2B5EF4-FFF2-40B4-BE49-F238E27FC236}">
                <a16:creationId xmlns:a16="http://schemas.microsoft.com/office/drawing/2014/main" id="{73DFA902-F1AF-418B-A58E-B65026442D2C}"/>
              </a:ext>
            </a:extLst>
          </p:cNvPr>
          <p:cNvSpPr>
            <a:spLocks xmlns:a="http://schemas.openxmlformats.org/drawingml/2006/main" noGrp="1"/>
          </p:cNvSpPr>
          <p:nvPr/>
        </p:nvSpPr>
        <p:spPr>
          <a:xfrm xmlns:a="http://schemas.openxmlformats.org/drawingml/2006/main">
            <a:off x="8077200" y="2961481"/>
            <a:ext cx="3401060" cy="825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a:solidFill>
                  <a:srgbClr val="4A5D52"/>
                </a:solidFill>
                <a:latin typeface="IBM Plex Sans"/>
                <a:ea typeface="IBM Plex Sans"/>
                <a:cs typeface="IBM Plex Sans"/>
              </a:rPr>
              <a:t>El lunes 28 San Lorenzo llegó a 248 min, con la PV2 fuera de servicio; el jueves 24 había sido de 56.</a:t>
            </a:r>
            <a:endParaRPr sz="1500"/>
          </a:p>
        </p:txBody>
      </p:sp>
      <p:sp>
        <p:nvSpPr>
          <p:cNvPr id="45" name="Text 43">
            <a:extLst xmlns:a="http://schemas.openxmlformats.org/drawingml/2006/main">
              <a:ext uri="{FF2B5EF4-FFF2-40B4-BE49-F238E27FC236}">
                <a16:creationId xmlns:a16="http://schemas.microsoft.com/office/drawing/2014/main" id="{CD6D09BE-D504-4005-909A-97016538809F}"/>
              </a:ext>
            </a:extLst>
          </p:cNvPr>
          <p:cNvSpPr>
            <a:spLocks xmlns:a="http://schemas.openxmlformats.org/drawingml/2006/main" noGrp="1"/>
          </p:cNvSpPr>
          <p:nvPr/>
        </p:nvSpPr>
        <p:spPr>
          <a:xfrm xmlns:a="http://schemas.openxmlformats.org/drawingml/2006/main">
            <a:off x="8077200" y="3939381"/>
            <a:ext cx="3401060" cy="5588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a:solidFill>
                  <a:srgbClr val="4A5D52"/>
                </a:solidFill>
                <a:latin typeface="IBM Plex Sans"/>
                <a:ea typeface="IBM Plex Sans"/>
                <a:cs typeface="IBM Plex Sans"/>
              </a:rPr>
              <a:t>Ricardone fue la planta pareja: su pico fue el domingo (124 min).</a:t>
            </a:r>
            <a:endParaRPr sz="1500"/>
          </a:p>
        </p:txBody>
      </p:sp>
      <p:sp>
        <p:nvSpPr>
          <p:cNvPr id="46" name="Shape 44">
            <a:extLst xmlns:a="http://schemas.openxmlformats.org/drawingml/2006/main">
              <a:ext uri="{FF2B5EF4-FFF2-40B4-BE49-F238E27FC236}">
                <a16:creationId xmlns:a16="http://schemas.microsoft.com/office/drawing/2014/main" id="{9F3E7D1D-DCD0-406D-A703-9BEE0717C518}"/>
              </a:ext>
            </a:extLst>
          </p:cNvPr>
          <p:cNvSpPr>
            <a:spLocks xmlns:a="http://schemas.openxmlformats.org/drawingml/2006/main" noGrp="1"/>
          </p:cNvSpPr>
          <p:nvPr/>
        </p:nvSpPr>
        <p:spPr>
          <a:xfrm xmlns:a="http://schemas.openxmlformats.org/drawingml/2006/main">
            <a:off x="8096250" y="4650581"/>
            <a:ext cx="0" cy="54848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47" name="Text 45">
            <a:extLst xmlns:a="http://schemas.openxmlformats.org/drawingml/2006/main">
              <a:ext uri="{FF2B5EF4-FFF2-40B4-BE49-F238E27FC236}">
                <a16:creationId xmlns:a16="http://schemas.microsoft.com/office/drawing/2014/main" id="{065B7220-A58F-4CF7-9D94-F4CB87AC1E00}"/>
              </a:ext>
            </a:extLst>
          </p:cNvPr>
          <p:cNvSpPr>
            <a:spLocks xmlns:a="http://schemas.openxmlformats.org/drawingml/2006/main" noGrp="1"/>
          </p:cNvSpPr>
          <p:nvPr/>
        </p:nvSpPr>
        <p:spPr>
          <a:xfrm xmlns:a="http://schemas.openxmlformats.org/drawingml/2006/main">
            <a:off x="8242300" y="4675981"/>
            <a:ext cx="3231007" cy="5230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0B5638"/>
                </a:solidFill>
                <a:latin typeface="IBM Plex Sans"/>
                <a:ea typeface="IBM Plex Sans"/>
                <a:cs typeface="IBM Plex Sans"/>
              </a:rPr>
              <a:t>Dentro de la semana, la variación se jugó otra vez en San Lorenzo.</a:t>
            </a:r>
            <a:endParaRPr sz="1400"/>
          </a:p>
        </p:txBody>
      </p:sp>
      <p:pic>
        <p:nvPicPr>
          <p:cNvPr id="98" name="Image 0"/>
          <p:cNvPicPr>
            <a:picLocks xmlns:a="http://schemas.openxmlformats.org/drawingml/2006/main" noChangeAspect="1"/>
          </p:cNvPicPr>
          <p:nvPr/>
        </p:nvPicPr>
        <p:blipFill>
          <a:blip xmlns:r="http://schemas.openxmlformats.org/officeDocument/2006/relationships" xmlns:a="http://schemas.openxmlformats.org/drawingml/2006/main" r:embed="R8bdc78deb1af480b"/>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49" name="Text 46">
            <a:extLst xmlns:a="http://schemas.openxmlformats.org/drawingml/2006/main">
              <a:ext uri="{FF2B5EF4-FFF2-40B4-BE49-F238E27FC236}">
                <a16:creationId xmlns:a16="http://schemas.microsoft.com/office/drawing/2014/main" id="{FCD0D154-D5F3-4F44-A2F3-707751670F5C}"/>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9</a:t>
            </a:r>
            <a:endParaRPr sz="1200"/>
          </a:p>
        </p:txBody>
      </p:sp>
      <p:pic>
        <p:nvPicPr>
          <p:cNvPr id="100" name="Image 1"/>
          <p:cNvPicPr>
            <a:picLocks xmlns:a="http://schemas.openxmlformats.org/drawingml/2006/main" noChangeAspect="1"/>
          </p:cNvPicPr>
          <p:nvPr/>
        </p:nvPicPr>
        <p:blipFill>
          <a:blip xmlns:r="http://schemas.openxmlformats.org/officeDocument/2006/relationships" xmlns:a="http://schemas.openxmlformats.org/drawingml/2006/main" r:embed="R36d5134eec9d4ce2"/>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359548757"/>
      </p:ext>
    </p:extLst>
  </p:cSld>
</p:sld>
</file>

<file path=ppt/slides/slide10.xml><?xml version="1.0" encoding="utf-8"?>
<p:sld xmlns:p="http://schemas.openxmlformats.org/presentationml/2006/main">
  <p:cSld>
    <p:bg>
      <p:bgPr>
        <a:solidFill xmlns:a="http://schemas.openxmlformats.org/drawingml/2006/main">
          <a:srgbClr val="EAF2E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AA47F73-6D3C-49A2-B71F-1FE4F316C36A}"/>
              </a:ext>
            </a:extLst>
          </p:cNvPr>
          <p:cNvSpPr>
            <a:spLocks xmlns:a="http://schemas.openxmlformats.org/drawingml/2006/main" noGrp="1"/>
          </p:cNvSpPr>
          <p:nvPr/>
        </p:nvSpPr>
        <p:spPr>
          <a:xfrm xmlns:a="http://schemas.openxmlformats.org/drawingml/2006/main">
            <a:off x="812800" y="711200"/>
            <a:ext cx="1041400" cy="289520"/>
          </a:xfrm>
          <a:custGeom xmlns:a="http://schemas.openxmlformats.org/drawingml/2006/main">
            <a:rect l="l" t="t" r="r" b="b"/>
            <a:pathLst>
              <a:path w="1041400" h="289520">
                <a:moveTo>
                  <a:pt x="144760" y="0"/>
                </a:moveTo>
                <a:lnTo>
                  <a:pt x="896640" y="0"/>
                </a:lnTo>
                <a:arcTo wR="144760" hR="144760" stAng="16200000" swAng="5400000"/>
                <a:lnTo>
                  <a:pt x="1041400"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0B563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SOJA · R7</a:t>
            </a:r>
            <a:endParaRPr sz="1200"/>
          </a:p>
        </p:txBody>
      </p:sp>
      <p:sp>
        <p:nvSpPr>
          <p:cNvPr id="3" name="Text 1">
            <a:extLst xmlns:a="http://schemas.openxmlformats.org/drawingml/2006/main">
              <a:ext uri="{FF2B5EF4-FFF2-40B4-BE49-F238E27FC236}">
                <a16:creationId xmlns:a16="http://schemas.microsoft.com/office/drawing/2014/main" id="{0C0AE4C4-C456-4E38-B232-1FB15E60D49D}"/>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El ingreso entre cuartos sigue parejo</a:t>
            </a:r>
            <a:endParaRPr sz="3200"/>
          </a:p>
        </p:txBody>
      </p:sp>
      <p:sp>
        <p:nvSpPr>
          <p:cNvPr id="4" name="Text 2">
            <a:extLst xmlns:a="http://schemas.openxmlformats.org/drawingml/2006/main">
              <a:ext uri="{FF2B5EF4-FFF2-40B4-BE49-F238E27FC236}">
                <a16:creationId xmlns:a16="http://schemas.microsoft.com/office/drawing/2014/main" id="{78961CB7-1700-4A74-8068-CF3AA85AA8A4}"/>
              </a:ext>
            </a:extLst>
          </p:cNvPr>
          <p:cNvSpPr>
            <a:spLocks xmlns:a="http://schemas.openxmlformats.org/drawingml/2006/main" noGrp="1"/>
          </p:cNvSpPr>
          <p:nvPr/>
        </p:nvSpPr>
        <p:spPr>
          <a:xfrm xmlns:a="http://schemas.openxmlformats.org/drawingml/2006/main">
            <a:off x="1106130" y="3244949"/>
            <a:ext cx="356711"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109</a:t>
            </a:r>
            <a:endParaRPr sz="1300"/>
          </a:p>
        </p:txBody>
      </p:sp>
      <p:sp>
        <p:nvSpPr>
          <p:cNvPr id="5" name="Shape 3">
            <a:extLst xmlns:a="http://schemas.openxmlformats.org/drawingml/2006/main">
              <a:ext uri="{FF2B5EF4-FFF2-40B4-BE49-F238E27FC236}">
                <a16:creationId xmlns:a16="http://schemas.microsoft.com/office/drawing/2014/main" id="{A53AFA77-60A3-4896-A075-26F6E21CC205}"/>
              </a:ext>
            </a:extLst>
          </p:cNvPr>
          <p:cNvSpPr>
            <a:spLocks xmlns:a="http://schemas.openxmlformats.org/drawingml/2006/main" noGrp="1"/>
          </p:cNvSpPr>
          <p:nvPr/>
        </p:nvSpPr>
        <p:spPr>
          <a:xfrm xmlns:a="http://schemas.openxmlformats.org/drawingml/2006/main">
            <a:off x="979686" y="3526830"/>
            <a:ext cx="609600" cy="450850"/>
          </a:xfrm>
          <a:custGeom xmlns:a="http://schemas.openxmlformats.org/drawingml/2006/main">
            <a:rect l="l" t="t" r="r" b="b"/>
            <a:pathLst>
              <a:path w="609600" h="450850">
                <a:moveTo>
                  <a:pt x="0" y="50800"/>
                </a:moveTo>
                <a:arcTo wR="50800" hR="50800" stAng="10800000" swAng="5400000"/>
                <a:lnTo>
                  <a:pt x="558800" y="0"/>
                </a:lnTo>
                <a:arcTo wR="50800" hR="50800" stAng="16200000" swAng="5400000"/>
                <a:lnTo>
                  <a:pt x="609600" y="450850"/>
                </a:lnTo>
                <a:lnTo>
                  <a:pt x="0" y="450850"/>
                </a:lnTo>
                <a:close/>
              </a:path>
            </a:pathLst>
          </a:custGeom>
          <a:solidFill xmlns:a="http://schemas.openxmlformats.org/drawingml/2006/main">
            <a:srgbClr val="0B5638"/>
          </a:solidFill>
        </p:spPr>
      </p:sp>
      <p:sp>
        <p:nvSpPr>
          <p:cNvPr id="6" name="Shape 4">
            <a:extLst xmlns:a="http://schemas.openxmlformats.org/drawingml/2006/main">
              <a:ext uri="{FF2B5EF4-FFF2-40B4-BE49-F238E27FC236}">
                <a16:creationId xmlns:a16="http://schemas.microsoft.com/office/drawing/2014/main" id="{E7646BA1-8D56-4725-8622-515C6DF6B179}"/>
              </a:ext>
            </a:extLst>
          </p:cNvPr>
          <p:cNvSpPr>
            <a:spLocks xmlns:a="http://schemas.openxmlformats.org/drawingml/2006/main" noGrp="1"/>
          </p:cNvSpPr>
          <p:nvPr/>
        </p:nvSpPr>
        <p:spPr>
          <a:xfrm xmlns:a="http://schemas.openxmlformats.org/drawingml/2006/main">
            <a:off x="979686" y="3977680"/>
            <a:ext cx="609600" cy="508000"/>
          </a:xfrm>
          <a:prstGeom xmlns:a="http://schemas.openxmlformats.org/drawingml/2006/main" prst="rect">
            <a:avLst/>
          </a:prstGeom>
          <a:solidFill xmlns:a="http://schemas.openxmlformats.org/drawingml/2006/main">
            <a:srgbClr val="7B1E3A"/>
          </a:solidFill>
        </p:spPr>
      </p:sp>
      <p:sp>
        <p:nvSpPr>
          <p:cNvPr id="7" name="Shape 5">
            <a:extLst xmlns:a="http://schemas.openxmlformats.org/drawingml/2006/main">
              <a:ext uri="{FF2B5EF4-FFF2-40B4-BE49-F238E27FC236}">
                <a16:creationId xmlns:a16="http://schemas.microsoft.com/office/drawing/2014/main" id="{589E3B88-4988-4747-BE5F-17BA0340A6B0}"/>
              </a:ext>
            </a:extLst>
          </p:cNvPr>
          <p:cNvSpPr>
            <a:spLocks xmlns:a="http://schemas.openxmlformats.org/drawingml/2006/main" noGrp="1"/>
          </p:cNvSpPr>
          <p:nvPr/>
        </p:nvSpPr>
        <p:spPr>
          <a:xfrm xmlns:a="http://schemas.openxmlformats.org/drawingml/2006/main">
            <a:off x="979686" y="4485680"/>
            <a:ext cx="609600" cy="393700"/>
          </a:xfrm>
          <a:prstGeom xmlns:a="http://schemas.openxmlformats.org/drawingml/2006/main" prst="rect">
            <a:avLst/>
          </a:prstGeom>
          <a:solidFill xmlns:a="http://schemas.openxmlformats.org/drawingml/2006/main">
            <a:srgbClr val="C9651A"/>
          </a:solidFill>
        </p:spPr>
      </p:sp>
      <p:sp>
        <p:nvSpPr>
          <p:cNvPr id="8" name="Shape 6">
            <a:extLst xmlns:a="http://schemas.openxmlformats.org/drawingml/2006/main">
              <a:ext uri="{FF2B5EF4-FFF2-40B4-BE49-F238E27FC236}">
                <a16:creationId xmlns:a16="http://schemas.microsoft.com/office/drawing/2014/main" id="{D86B5D13-F528-453E-A7D1-DD695FC3A5A7}"/>
              </a:ext>
            </a:extLst>
          </p:cNvPr>
          <p:cNvSpPr>
            <a:spLocks xmlns:a="http://schemas.openxmlformats.org/drawingml/2006/main" noGrp="1"/>
          </p:cNvSpPr>
          <p:nvPr/>
        </p:nvSpPr>
        <p:spPr>
          <a:xfrm xmlns:a="http://schemas.openxmlformats.org/drawingml/2006/main">
            <a:off x="979686" y="4879380"/>
            <a:ext cx="609600" cy="698500"/>
          </a:xfrm>
          <a:prstGeom xmlns:a="http://schemas.openxmlformats.org/drawingml/2006/main" prst="rect">
            <a:avLst/>
          </a:prstGeom>
          <a:solidFill xmlns:a="http://schemas.openxmlformats.org/drawingml/2006/main">
            <a:srgbClr val="C8372D"/>
          </a:solidFill>
        </p:spPr>
      </p:sp>
      <p:sp>
        <p:nvSpPr>
          <p:cNvPr id="9" name="Text 7">
            <a:extLst xmlns:a="http://schemas.openxmlformats.org/drawingml/2006/main">
              <a:ext uri="{FF2B5EF4-FFF2-40B4-BE49-F238E27FC236}">
                <a16:creationId xmlns:a16="http://schemas.microsoft.com/office/drawing/2014/main" id="{6103E6AF-6151-4004-8F10-14170750C96A}"/>
              </a:ext>
            </a:extLst>
          </p:cNvPr>
          <p:cNvSpPr>
            <a:spLocks xmlns:a="http://schemas.openxmlformats.org/drawingml/2006/main" noGrp="1"/>
          </p:cNvSpPr>
          <p:nvPr/>
        </p:nvSpPr>
        <p:spPr>
          <a:xfrm xmlns:a="http://schemas.openxmlformats.org/drawingml/2006/main">
            <a:off x="998498" y="5628680"/>
            <a:ext cx="5719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Jue 24</a:t>
            </a:r>
            <a:endParaRPr sz="1200"/>
          </a:p>
        </p:txBody>
      </p:sp>
      <p:sp>
        <p:nvSpPr>
          <p:cNvPr id="10" name="Text 8">
            <a:extLst xmlns:a="http://schemas.openxmlformats.org/drawingml/2006/main">
              <a:ext uri="{FF2B5EF4-FFF2-40B4-BE49-F238E27FC236}">
                <a16:creationId xmlns:a16="http://schemas.microsoft.com/office/drawing/2014/main" id="{75311481-A6B1-492D-896F-0C84D0C9A02B}"/>
              </a:ext>
            </a:extLst>
          </p:cNvPr>
          <p:cNvSpPr>
            <a:spLocks xmlns:a="http://schemas.openxmlformats.org/drawingml/2006/main" noGrp="1"/>
          </p:cNvSpPr>
          <p:nvPr/>
        </p:nvSpPr>
        <p:spPr>
          <a:xfrm xmlns:a="http://schemas.openxmlformats.org/drawingml/2006/main">
            <a:off x="2100302" y="2832199"/>
            <a:ext cx="356711"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131</a:t>
            </a:r>
            <a:endParaRPr sz="1300"/>
          </a:p>
        </p:txBody>
      </p:sp>
      <p:sp>
        <p:nvSpPr>
          <p:cNvPr id="11" name="Shape 9">
            <a:extLst xmlns:a="http://schemas.openxmlformats.org/drawingml/2006/main">
              <a:ext uri="{FF2B5EF4-FFF2-40B4-BE49-F238E27FC236}">
                <a16:creationId xmlns:a16="http://schemas.microsoft.com/office/drawing/2014/main" id="{CEEB10BF-054A-4009-84A0-8ACE82A1C3E3}"/>
              </a:ext>
            </a:extLst>
          </p:cNvPr>
          <p:cNvSpPr>
            <a:spLocks xmlns:a="http://schemas.openxmlformats.org/drawingml/2006/main" noGrp="1"/>
          </p:cNvSpPr>
          <p:nvPr/>
        </p:nvSpPr>
        <p:spPr>
          <a:xfrm xmlns:a="http://schemas.openxmlformats.org/drawingml/2006/main">
            <a:off x="1973858" y="3114080"/>
            <a:ext cx="609600" cy="450850"/>
          </a:xfrm>
          <a:custGeom xmlns:a="http://schemas.openxmlformats.org/drawingml/2006/main">
            <a:rect l="l" t="t" r="r" b="b"/>
            <a:pathLst>
              <a:path w="609600" h="450850">
                <a:moveTo>
                  <a:pt x="0" y="50800"/>
                </a:moveTo>
                <a:arcTo wR="50800" hR="50800" stAng="10800000" swAng="5400000"/>
                <a:lnTo>
                  <a:pt x="558800" y="0"/>
                </a:lnTo>
                <a:arcTo wR="50800" hR="50800" stAng="16200000" swAng="5400000"/>
                <a:lnTo>
                  <a:pt x="609600" y="450850"/>
                </a:lnTo>
                <a:lnTo>
                  <a:pt x="0" y="450850"/>
                </a:lnTo>
                <a:close/>
              </a:path>
            </a:pathLst>
          </a:custGeom>
          <a:solidFill xmlns:a="http://schemas.openxmlformats.org/drawingml/2006/main">
            <a:srgbClr val="0B5638"/>
          </a:solidFill>
        </p:spPr>
      </p:sp>
      <p:sp>
        <p:nvSpPr>
          <p:cNvPr id="12" name="Shape 10">
            <a:extLst xmlns:a="http://schemas.openxmlformats.org/drawingml/2006/main">
              <a:ext uri="{FF2B5EF4-FFF2-40B4-BE49-F238E27FC236}">
                <a16:creationId xmlns:a16="http://schemas.microsoft.com/office/drawing/2014/main" id="{E7E6CF44-6878-4644-8E8C-095DC8FCFBEC}"/>
              </a:ext>
            </a:extLst>
          </p:cNvPr>
          <p:cNvSpPr>
            <a:spLocks xmlns:a="http://schemas.openxmlformats.org/drawingml/2006/main" noGrp="1"/>
          </p:cNvSpPr>
          <p:nvPr/>
        </p:nvSpPr>
        <p:spPr>
          <a:xfrm xmlns:a="http://schemas.openxmlformats.org/drawingml/2006/main">
            <a:off x="1973858" y="3564930"/>
            <a:ext cx="609600" cy="527050"/>
          </a:xfrm>
          <a:prstGeom xmlns:a="http://schemas.openxmlformats.org/drawingml/2006/main" prst="rect">
            <a:avLst/>
          </a:prstGeom>
          <a:solidFill xmlns:a="http://schemas.openxmlformats.org/drawingml/2006/main">
            <a:srgbClr val="7B1E3A"/>
          </a:solidFill>
        </p:spPr>
      </p:sp>
      <p:sp>
        <p:nvSpPr>
          <p:cNvPr id="13" name="Shape 11">
            <a:extLst xmlns:a="http://schemas.openxmlformats.org/drawingml/2006/main">
              <a:ext uri="{FF2B5EF4-FFF2-40B4-BE49-F238E27FC236}">
                <a16:creationId xmlns:a16="http://schemas.microsoft.com/office/drawing/2014/main" id="{B3158855-2738-456B-BDA5-C3B70C343DB9}"/>
              </a:ext>
            </a:extLst>
          </p:cNvPr>
          <p:cNvSpPr>
            <a:spLocks xmlns:a="http://schemas.openxmlformats.org/drawingml/2006/main" noGrp="1"/>
          </p:cNvSpPr>
          <p:nvPr/>
        </p:nvSpPr>
        <p:spPr>
          <a:xfrm xmlns:a="http://schemas.openxmlformats.org/drawingml/2006/main">
            <a:off x="1973858" y="4091980"/>
            <a:ext cx="609600" cy="584200"/>
          </a:xfrm>
          <a:prstGeom xmlns:a="http://schemas.openxmlformats.org/drawingml/2006/main" prst="rect">
            <a:avLst/>
          </a:prstGeom>
          <a:solidFill xmlns:a="http://schemas.openxmlformats.org/drawingml/2006/main">
            <a:srgbClr val="C9651A"/>
          </a:solidFill>
        </p:spPr>
      </p:sp>
      <p:sp>
        <p:nvSpPr>
          <p:cNvPr id="14" name="Shape 12">
            <a:extLst xmlns:a="http://schemas.openxmlformats.org/drawingml/2006/main">
              <a:ext uri="{FF2B5EF4-FFF2-40B4-BE49-F238E27FC236}">
                <a16:creationId xmlns:a16="http://schemas.microsoft.com/office/drawing/2014/main" id="{CFD01A1C-D161-4534-9E91-8D2D8E33B00B}"/>
              </a:ext>
            </a:extLst>
          </p:cNvPr>
          <p:cNvSpPr>
            <a:spLocks xmlns:a="http://schemas.openxmlformats.org/drawingml/2006/main" noGrp="1"/>
          </p:cNvSpPr>
          <p:nvPr/>
        </p:nvSpPr>
        <p:spPr>
          <a:xfrm xmlns:a="http://schemas.openxmlformats.org/drawingml/2006/main">
            <a:off x="1973858" y="4676180"/>
            <a:ext cx="609600" cy="901700"/>
          </a:xfrm>
          <a:prstGeom xmlns:a="http://schemas.openxmlformats.org/drawingml/2006/main" prst="rect">
            <a:avLst/>
          </a:prstGeom>
          <a:solidFill xmlns:a="http://schemas.openxmlformats.org/drawingml/2006/main">
            <a:srgbClr val="C8372D"/>
          </a:solidFill>
        </p:spPr>
      </p:sp>
      <p:sp>
        <p:nvSpPr>
          <p:cNvPr id="15" name="Text 13">
            <a:extLst xmlns:a="http://schemas.openxmlformats.org/drawingml/2006/main">
              <a:ext uri="{FF2B5EF4-FFF2-40B4-BE49-F238E27FC236}">
                <a16:creationId xmlns:a16="http://schemas.microsoft.com/office/drawing/2014/main" id="{54E21F13-4D4A-4510-90B1-EEA9E80757A6}"/>
              </a:ext>
            </a:extLst>
          </p:cNvPr>
          <p:cNvSpPr>
            <a:spLocks xmlns:a="http://schemas.openxmlformats.org/drawingml/2006/main" noGrp="1"/>
          </p:cNvSpPr>
          <p:nvPr/>
        </p:nvSpPr>
        <p:spPr>
          <a:xfrm xmlns:a="http://schemas.openxmlformats.org/drawingml/2006/main">
            <a:off x="2012791" y="5628680"/>
            <a:ext cx="5317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Vie 25</a:t>
            </a:r>
            <a:endParaRPr sz="1200"/>
          </a:p>
        </p:txBody>
      </p:sp>
      <p:sp>
        <p:nvSpPr>
          <p:cNvPr id="16" name="Text 14">
            <a:extLst xmlns:a="http://schemas.openxmlformats.org/drawingml/2006/main">
              <a:ext uri="{FF2B5EF4-FFF2-40B4-BE49-F238E27FC236}">
                <a16:creationId xmlns:a16="http://schemas.microsoft.com/office/drawing/2014/main" id="{8AB246BD-1E1A-4677-A94E-48CD59EB4FBB}"/>
              </a:ext>
            </a:extLst>
          </p:cNvPr>
          <p:cNvSpPr>
            <a:spLocks xmlns:a="http://schemas.openxmlformats.org/drawingml/2006/main" noGrp="1"/>
          </p:cNvSpPr>
          <p:nvPr/>
        </p:nvSpPr>
        <p:spPr>
          <a:xfrm xmlns:a="http://schemas.openxmlformats.org/drawingml/2006/main">
            <a:off x="3148409" y="3568799"/>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92</a:t>
            </a:r>
            <a:endParaRPr sz="1300"/>
          </a:p>
        </p:txBody>
      </p:sp>
      <p:sp>
        <p:nvSpPr>
          <p:cNvPr id="17" name="Shape 15">
            <a:extLst xmlns:a="http://schemas.openxmlformats.org/drawingml/2006/main">
              <a:ext uri="{FF2B5EF4-FFF2-40B4-BE49-F238E27FC236}">
                <a16:creationId xmlns:a16="http://schemas.microsoft.com/office/drawing/2014/main" id="{578CEED7-E42F-4875-B62C-03D171C65A2D}"/>
              </a:ext>
            </a:extLst>
          </p:cNvPr>
          <p:cNvSpPr>
            <a:spLocks xmlns:a="http://schemas.openxmlformats.org/drawingml/2006/main" noGrp="1"/>
          </p:cNvSpPr>
          <p:nvPr/>
        </p:nvSpPr>
        <p:spPr>
          <a:xfrm xmlns:a="http://schemas.openxmlformats.org/drawingml/2006/main">
            <a:off x="2968129" y="3850680"/>
            <a:ext cx="609600" cy="171450"/>
          </a:xfrm>
          <a:custGeom xmlns:a="http://schemas.openxmlformats.org/drawingml/2006/main">
            <a:rect l="l" t="t" r="r" b="b"/>
            <a:pathLst>
              <a:path w="609600" h="171450">
                <a:moveTo>
                  <a:pt x="0" y="50800"/>
                </a:moveTo>
                <a:arcTo wR="50800" hR="50800" stAng="10800000" swAng="5400000"/>
                <a:lnTo>
                  <a:pt x="558800" y="0"/>
                </a:lnTo>
                <a:arcTo wR="50800" hR="50800" stAng="16200000" swAng="5400000"/>
                <a:lnTo>
                  <a:pt x="609600" y="171450"/>
                </a:lnTo>
                <a:lnTo>
                  <a:pt x="0" y="171450"/>
                </a:lnTo>
                <a:close/>
              </a:path>
            </a:pathLst>
          </a:custGeom>
          <a:solidFill xmlns:a="http://schemas.openxmlformats.org/drawingml/2006/main">
            <a:srgbClr val="0B5638"/>
          </a:solidFill>
        </p:spPr>
      </p:sp>
      <p:sp>
        <p:nvSpPr>
          <p:cNvPr id="18" name="Shape 16">
            <a:extLst xmlns:a="http://schemas.openxmlformats.org/drawingml/2006/main">
              <a:ext uri="{FF2B5EF4-FFF2-40B4-BE49-F238E27FC236}">
                <a16:creationId xmlns:a16="http://schemas.microsoft.com/office/drawing/2014/main" id="{D0371E23-3677-4B58-BEA2-F86D4E907C1B}"/>
              </a:ext>
            </a:extLst>
          </p:cNvPr>
          <p:cNvSpPr>
            <a:spLocks xmlns:a="http://schemas.openxmlformats.org/drawingml/2006/main" noGrp="1"/>
          </p:cNvSpPr>
          <p:nvPr/>
        </p:nvSpPr>
        <p:spPr>
          <a:xfrm xmlns:a="http://schemas.openxmlformats.org/drawingml/2006/main">
            <a:off x="2968129" y="4022130"/>
            <a:ext cx="609600" cy="317500"/>
          </a:xfrm>
          <a:prstGeom xmlns:a="http://schemas.openxmlformats.org/drawingml/2006/main" prst="rect">
            <a:avLst/>
          </a:prstGeom>
          <a:solidFill xmlns:a="http://schemas.openxmlformats.org/drawingml/2006/main">
            <a:srgbClr val="7B1E3A"/>
          </a:solidFill>
        </p:spPr>
      </p:sp>
      <p:sp>
        <p:nvSpPr>
          <p:cNvPr id="19" name="Shape 17">
            <a:extLst xmlns:a="http://schemas.openxmlformats.org/drawingml/2006/main">
              <a:ext uri="{FF2B5EF4-FFF2-40B4-BE49-F238E27FC236}">
                <a16:creationId xmlns:a16="http://schemas.microsoft.com/office/drawing/2014/main" id="{D7F3A7D5-1681-4C7B-945B-5171C88540C8}"/>
              </a:ext>
            </a:extLst>
          </p:cNvPr>
          <p:cNvSpPr>
            <a:spLocks xmlns:a="http://schemas.openxmlformats.org/drawingml/2006/main" noGrp="1"/>
          </p:cNvSpPr>
          <p:nvPr/>
        </p:nvSpPr>
        <p:spPr>
          <a:xfrm xmlns:a="http://schemas.openxmlformats.org/drawingml/2006/main">
            <a:off x="2968129" y="4339630"/>
            <a:ext cx="609600" cy="412750"/>
          </a:xfrm>
          <a:prstGeom xmlns:a="http://schemas.openxmlformats.org/drawingml/2006/main" prst="rect">
            <a:avLst/>
          </a:prstGeom>
          <a:solidFill xmlns:a="http://schemas.openxmlformats.org/drawingml/2006/main">
            <a:srgbClr val="C9651A"/>
          </a:solidFill>
        </p:spPr>
      </p:sp>
      <p:sp>
        <p:nvSpPr>
          <p:cNvPr id="20" name="Shape 18">
            <a:extLst xmlns:a="http://schemas.openxmlformats.org/drawingml/2006/main">
              <a:ext uri="{FF2B5EF4-FFF2-40B4-BE49-F238E27FC236}">
                <a16:creationId xmlns:a16="http://schemas.microsoft.com/office/drawing/2014/main" id="{01A4E86F-C6FE-4F13-BFD2-4FA9F6D34C9B}"/>
              </a:ext>
            </a:extLst>
          </p:cNvPr>
          <p:cNvSpPr>
            <a:spLocks xmlns:a="http://schemas.openxmlformats.org/drawingml/2006/main" noGrp="1"/>
          </p:cNvSpPr>
          <p:nvPr/>
        </p:nvSpPr>
        <p:spPr>
          <a:xfrm xmlns:a="http://schemas.openxmlformats.org/drawingml/2006/main">
            <a:off x="2968129" y="4752380"/>
            <a:ext cx="609600" cy="825500"/>
          </a:xfrm>
          <a:prstGeom xmlns:a="http://schemas.openxmlformats.org/drawingml/2006/main" prst="rect">
            <a:avLst/>
          </a:prstGeom>
          <a:solidFill xmlns:a="http://schemas.openxmlformats.org/drawingml/2006/main">
            <a:srgbClr val="C8372D"/>
          </a:solidFill>
        </p:spPr>
      </p:sp>
      <p:sp>
        <p:nvSpPr>
          <p:cNvPr id="21" name="Text 19">
            <a:extLst xmlns:a="http://schemas.openxmlformats.org/drawingml/2006/main">
              <a:ext uri="{FF2B5EF4-FFF2-40B4-BE49-F238E27FC236}">
                <a16:creationId xmlns:a16="http://schemas.microsoft.com/office/drawing/2014/main" id="{472BF08C-4E54-41A0-9098-5192D5666AA9}"/>
              </a:ext>
            </a:extLst>
          </p:cNvPr>
          <p:cNvSpPr>
            <a:spLocks xmlns:a="http://schemas.openxmlformats.org/drawingml/2006/main" noGrp="1"/>
          </p:cNvSpPr>
          <p:nvPr/>
        </p:nvSpPr>
        <p:spPr>
          <a:xfrm xmlns:a="http://schemas.openxmlformats.org/drawingml/2006/main">
            <a:off x="2979688" y="5628680"/>
            <a:ext cx="58638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Sáb 26</a:t>
            </a:r>
            <a:endParaRPr sz="1200"/>
          </a:p>
        </p:txBody>
      </p:sp>
      <p:sp>
        <p:nvSpPr>
          <p:cNvPr id="22" name="Text 20">
            <a:extLst xmlns:a="http://schemas.openxmlformats.org/drawingml/2006/main">
              <a:ext uri="{FF2B5EF4-FFF2-40B4-BE49-F238E27FC236}">
                <a16:creationId xmlns:a16="http://schemas.microsoft.com/office/drawing/2014/main" id="{CDCB4D62-C40F-4D91-9A0E-9266CFCF5A2C}"/>
              </a:ext>
            </a:extLst>
          </p:cNvPr>
          <p:cNvSpPr>
            <a:spLocks xmlns:a="http://schemas.openxmlformats.org/drawingml/2006/main" noGrp="1"/>
          </p:cNvSpPr>
          <p:nvPr/>
        </p:nvSpPr>
        <p:spPr>
          <a:xfrm xmlns:a="http://schemas.openxmlformats.org/drawingml/2006/main">
            <a:off x="4088745" y="3283049"/>
            <a:ext cx="356711"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107</a:t>
            </a:r>
            <a:endParaRPr sz="1300"/>
          </a:p>
        </p:txBody>
      </p:sp>
      <p:sp>
        <p:nvSpPr>
          <p:cNvPr id="23" name="Shape 21">
            <a:extLst xmlns:a="http://schemas.openxmlformats.org/drawingml/2006/main">
              <a:ext uri="{FF2B5EF4-FFF2-40B4-BE49-F238E27FC236}">
                <a16:creationId xmlns:a16="http://schemas.microsoft.com/office/drawing/2014/main" id="{357B1E29-2CC8-424B-A26B-0B8A4DE1D3EA}"/>
              </a:ext>
            </a:extLst>
          </p:cNvPr>
          <p:cNvSpPr>
            <a:spLocks xmlns:a="http://schemas.openxmlformats.org/drawingml/2006/main" noGrp="1"/>
          </p:cNvSpPr>
          <p:nvPr/>
        </p:nvSpPr>
        <p:spPr>
          <a:xfrm xmlns:a="http://schemas.openxmlformats.org/drawingml/2006/main">
            <a:off x="3962301" y="3564930"/>
            <a:ext cx="609600" cy="546100"/>
          </a:xfrm>
          <a:custGeom xmlns:a="http://schemas.openxmlformats.org/drawingml/2006/main">
            <a:rect l="l" t="t" r="r" b="b"/>
            <a:pathLst>
              <a:path w="609600" h="546100">
                <a:moveTo>
                  <a:pt x="0" y="50800"/>
                </a:moveTo>
                <a:arcTo wR="50800" hR="50800" stAng="10800000" swAng="5400000"/>
                <a:lnTo>
                  <a:pt x="558800" y="0"/>
                </a:lnTo>
                <a:arcTo wR="50800" hR="50800" stAng="16200000" swAng="5400000"/>
                <a:lnTo>
                  <a:pt x="609600" y="546100"/>
                </a:lnTo>
                <a:lnTo>
                  <a:pt x="0" y="546100"/>
                </a:lnTo>
                <a:close/>
              </a:path>
            </a:pathLst>
          </a:custGeom>
          <a:solidFill xmlns:a="http://schemas.openxmlformats.org/drawingml/2006/main">
            <a:srgbClr val="0B5638"/>
          </a:solidFill>
        </p:spPr>
      </p:sp>
      <p:sp>
        <p:nvSpPr>
          <p:cNvPr id="24" name="Shape 22">
            <a:extLst xmlns:a="http://schemas.openxmlformats.org/drawingml/2006/main">
              <a:ext uri="{FF2B5EF4-FFF2-40B4-BE49-F238E27FC236}">
                <a16:creationId xmlns:a16="http://schemas.microsoft.com/office/drawing/2014/main" id="{8F568A49-DAC6-4948-986A-70AD542447CA}"/>
              </a:ext>
            </a:extLst>
          </p:cNvPr>
          <p:cNvSpPr>
            <a:spLocks xmlns:a="http://schemas.openxmlformats.org/drawingml/2006/main" noGrp="1"/>
          </p:cNvSpPr>
          <p:nvPr/>
        </p:nvSpPr>
        <p:spPr>
          <a:xfrm xmlns:a="http://schemas.openxmlformats.org/drawingml/2006/main">
            <a:off x="3962301" y="4111030"/>
            <a:ext cx="609600" cy="508000"/>
          </a:xfrm>
          <a:prstGeom xmlns:a="http://schemas.openxmlformats.org/drawingml/2006/main" prst="rect">
            <a:avLst/>
          </a:prstGeom>
          <a:solidFill xmlns:a="http://schemas.openxmlformats.org/drawingml/2006/main">
            <a:srgbClr val="7B1E3A"/>
          </a:solidFill>
        </p:spPr>
      </p:sp>
      <p:sp>
        <p:nvSpPr>
          <p:cNvPr id="25" name="Shape 23">
            <a:extLst xmlns:a="http://schemas.openxmlformats.org/drawingml/2006/main">
              <a:ext uri="{FF2B5EF4-FFF2-40B4-BE49-F238E27FC236}">
                <a16:creationId xmlns:a16="http://schemas.microsoft.com/office/drawing/2014/main" id="{27A5A667-F742-4EF9-B289-7C5E1EC67295}"/>
              </a:ext>
            </a:extLst>
          </p:cNvPr>
          <p:cNvSpPr>
            <a:spLocks xmlns:a="http://schemas.openxmlformats.org/drawingml/2006/main" noGrp="1"/>
          </p:cNvSpPr>
          <p:nvPr/>
        </p:nvSpPr>
        <p:spPr>
          <a:xfrm xmlns:a="http://schemas.openxmlformats.org/drawingml/2006/main">
            <a:off x="3962301" y="4619030"/>
            <a:ext cx="609600" cy="95250"/>
          </a:xfrm>
          <a:prstGeom xmlns:a="http://schemas.openxmlformats.org/drawingml/2006/main" prst="rect">
            <a:avLst/>
          </a:prstGeom>
          <a:solidFill xmlns:a="http://schemas.openxmlformats.org/drawingml/2006/main">
            <a:srgbClr val="C9651A"/>
          </a:solidFill>
        </p:spPr>
      </p:sp>
      <p:sp>
        <p:nvSpPr>
          <p:cNvPr id="26" name="Shape 24">
            <a:extLst xmlns:a="http://schemas.openxmlformats.org/drawingml/2006/main">
              <a:ext uri="{FF2B5EF4-FFF2-40B4-BE49-F238E27FC236}">
                <a16:creationId xmlns:a16="http://schemas.microsoft.com/office/drawing/2014/main" id="{F2BFC4EE-8B7B-4FCB-8F31-C653BF10E913}"/>
              </a:ext>
            </a:extLst>
          </p:cNvPr>
          <p:cNvSpPr>
            <a:spLocks xmlns:a="http://schemas.openxmlformats.org/drawingml/2006/main" noGrp="1"/>
          </p:cNvSpPr>
          <p:nvPr/>
        </p:nvSpPr>
        <p:spPr>
          <a:xfrm xmlns:a="http://schemas.openxmlformats.org/drawingml/2006/main">
            <a:off x="3962301" y="4714280"/>
            <a:ext cx="609600" cy="863600"/>
          </a:xfrm>
          <a:prstGeom xmlns:a="http://schemas.openxmlformats.org/drawingml/2006/main" prst="rect">
            <a:avLst/>
          </a:prstGeom>
          <a:solidFill xmlns:a="http://schemas.openxmlformats.org/drawingml/2006/main">
            <a:srgbClr val="C8372D"/>
          </a:solidFill>
        </p:spPr>
      </p:sp>
      <p:sp>
        <p:nvSpPr>
          <p:cNvPr id="27" name="Text 25">
            <a:extLst xmlns:a="http://schemas.openxmlformats.org/drawingml/2006/main">
              <a:ext uri="{FF2B5EF4-FFF2-40B4-BE49-F238E27FC236}">
                <a16:creationId xmlns:a16="http://schemas.microsoft.com/office/drawing/2014/main" id="{2AB8B12A-EF5C-4CA6-A98C-C71180C7E02B}"/>
              </a:ext>
            </a:extLst>
          </p:cNvPr>
          <p:cNvSpPr>
            <a:spLocks xmlns:a="http://schemas.openxmlformats.org/drawingml/2006/main" noGrp="1"/>
          </p:cNvSpPr>
          <p:nvPr/>
        </p:nvSpPr>
        <p:spPr>
          <a:xfrm xmlns:a="http://schemas.openxmlformats.org/drawingml/2006/main">
            <a:off x="3940145" y="5628680"/>
            <a:ext cx="6540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Dom 27</a:t>
            </a:r>
            <a:endParaRPr sz="1200"/>
          </a:p>
        </p:txBody>
      </p:sp>
      <p:sp>
        <p:nvSpPr>
          <p:cNvPr id="28" name="Text 26">
            <a:extLst xmlns:a="http://schemas.openxmlformats.org/drawingml/2006/main">
              <a:ext uri="{FF2B5EF4-FFF2-40B4-BE49-F238E27FC236}">
                <a16:creationId xmlns:a16="http://schemas.microsoft.com/office/drawing/2014/main" id="{8D7C3081-819B-49CB-8812-2C0763B119E7}"/>
              </a:ext>
            </a:extLst>
          </p:cNvPr>
          <p:cNvSpPr>
            <a:spLocks xmlns:a="http://schemas.openxmlformats.org/drawingml/2006/main" noGrp="1"/>
          </p:cNvSpPr>
          <p:nvPr/>
        </p:nvSpPr>
        <p:spPr>
          <a:xfrm xmlns:a="http://schemas.openxmlformats.org/drawingml/2006/main">
            <a:off x="5083016" y="2755999"/>
            <a:ext cx="356711"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135</a:t>
            </a:r>
            <a:endParaRPr sz="1300"/>
          </a:p>
        </p:txBody>
      </p:sp>
      <p:sp>
        <p:nvSpPr>
          <p:cNvPr id="29" name="Shape 27">
            <a:extLst xmlns:a="http://schemas.openxmlformats.org/drawingml/2006/main">
              <a:ext uri="{FF2B5EF4-FFF2-40B4-BE49-F238E27FC236}">
                <a16:creationId xmlns:a16="http://schemas.microsoft.com/office/drawing/2014/main" id="{FBB3794B-4F11-4C83-94A5-819C0141CF80}"/>
              </a:ext>
            </a:extLst>
          </p:cNvPr>
          <p:cNvSpPr>
            <a:spLocks xmlns:a="http://schemas.openxmlformats.org/drawingml/2006/main" noGrp="1"/>
          </p:cNvSpPr>
          <p:nvPr/>
        </p:nvSpPr>
        <p:spPr>
          <a:xfrm xmlns:a="http://schemas.openxmlformats.org/drawingml/2006/main">
            <a:off x="4956572" y="3037880"/>
            <a:ext cx="609600" cy="622300"/>
          </a:xfrm>
          <a:custGeom xmlns:a="http://schemas.openxmlformats.org/drawingml/2006/main">
            <a:rect l="l" t="t" r="r" b="b"/>
            <a:pathLst>
              <a:path w="609600" h="622300">
                <a:moveTo>
                  <a:pt x="0" y="50800"/>
                </a:moveTo>
                <a:arcTo wR="50800" hR="50800" stAng="10800000" swAng="5400000"/>
                <a:lnTo>
                  <a:pt x="558800" y="0"/>
                </a:lnTo>
                <a:arcTo wR="50800" hR="50800" stAng="16200000" swAng="5400000"/>
                <a:lnTo>
                  <a:pt x="609600" y="622300"/>
                </a:lnTo>
                <a:lnTo>
                  <a:pt x="0" y="622300"/>
                </a:lnTo>
                <a:close/>
              </a:path>
            </a:pathLst>
          </a:custGeom>
          <a:solidFill xmlns:a="http://schemas.openxmlformats.org/drawingml/2006/main">
            <a:srgbClr val="0B5638"/>
          </a:solidFill>
        </p:spPr>
      </p:sp>
      <p:sp>
        <p:nvSpPr>
          <p:cNvPr id="30" name="Shape 28">
            <a:extLst xmlns:a="http://schemas.openxmlformats.org/drawingml/2006/main">
              <a:ext uri="{FF2B5EF4-FFF2-40B4-BE49-F238E27FC236}">
                <a16:creationId xmlns:a16="http://schemas.microsoft.com/office/drawing/2014/main" id="{77ADAD42-0C0F-4097-8670-6A20735A7D22}"/>
              </a:ext>
            </a:extLst>
          </p:cNvPr>
          <p:cNvSpPr>
            <a:spLocks xmlns:a="http://schemas.openxmlformats.org/drawingml/2006/main" noGrp="1"/>
          </p:cNvSpPr>
          <p:nvPr/>
        </p:nvSpPr>
        <p:spPr>
          <a:xfrm xmlns:a="http://schemas.openxmlformats.org/drawingml/2006/main">
            <a:off x="4956572" y="3660180"/>
            <a:ext cx="609600" cy="603250"/>
          </a:xfrm>
          <a:prstGeom xmlns:a="http://schemas.openxmlformats.org/drawingml/2006/main" prst="rect">
            <a:avLst/>
          </a:prstGeom>
          <a:solidFill xmlns:a="http://schemas.openxmlformats.org/drawingml/2006/main">
            <a:srgbClr val="7B1E3A"/>
          </a:solidFill>
        </p:spPr>
      </p:sp>
      <p:sp>
        <p:nvSpPr>
          <p:cNvPr id="31" name="Shape 29">
            <a:extLst xmlns:a="http://schemas.openxmlformats.org/drawingml/2006/main">
              <a:ext uri="{FF2B5EF4-FFF2-40B4-BE49-F238E27FC236}">
                <a16:creationId xmlns:a16="http://schemas.microsoft.com/office/drawing/2014/main" id="{41B5B904-FAB1-45E0-AF86-D8AB7FFFDFC8}"/>
              </a:ext>
            </a:extLst>
          </p:cNvPr>
          <p:cNvSpPr>
            <a:spLocks xmlns:a="http://schemas.openxmlformats.org/drawingml/2006/main" noGrp="1"/>
          </p:cNvSpPr>
          <p:nvPr/>
        </p:nvSpPr>
        <p:spPr>
          <a:xfrm xmlns:a="http://schemas.openxmlformats.org/drawingml/2006/main">
            <a:off x="4956572" y="4263430"/>
            <a:ext cx="609600" cy="825500"/>
          </a:xfrm>
          <a:prstGeom xmlns:a="http://schemas.openxmlformats.org/drawingml/2006/main" prst="rect">
            <a:avLst/>
          </a:prstGeom>
          <a:solidFill xmlns:a="http://schemas.openxmlformats.org/drawingml/2006/main">
            <a:srgbClr val="C9651A"/>
          </a:solidFill>
        </p:spPr>
      </p:sp>
      <p:sp>
        <p:nvSpPr>
          <p:cNvPr id="32" name="Shape 30">
            <a:extLst xmlns:a="http://schemas.openxmlformats.org/drawingml/2006/main">
              <a:ext uri="{FF2B5EF4-FFF2-40B4-BE49-F238E27FC236}">
                <a16:creationId xmlns:a16="http://schemas.microsoft.com/office/drawing/2014/main" id="{074F8948-9BC0-4FE8-8DB5-81D609BE075B}"/>
              </a:ext>
            </a:extLst>
          </p:cNvPr>
          <p:cNvSpPr>
            <a:spLocks xmlns:a="http://schemas.openxmlformats.org/drawingml/2006/main" noGrp="1"/>
          </p:cNvSpPr>
          <p:nvPr/>
        </p:nvSpPr>
        <p:spPr>
          <a:xfrm xmlns:a="http://schemas.openxmlformats.org/drawingml/2006/main">
            <a:off x="4956572" y="5088930"/>
            <a:ext cx="609600" cy="488950"/>
          </a:xfrm>
          <a:prstGeom xmlns:a="http://schemas.openxmlformats.org/drawingml/2006/main" prst="rect">
            <a:avLst/>
          </a:prstGeom>
          <a:solidFill xmlns:a="http://schemas.openxmlformats.org/drawingml/2006/main">
            <a:srgbClr val="C8372D"/>
          </a:solidFill>
        </p:spPr>
      </p:sp>
      <p:sp>
        <p:nvSpPr>
          <p:cNvPr id="33" name="Text 31">
            <a:extLst xmlns:a="http://schemas.openxmlformats.org/drawingml/2006/main">
              <a:ext uri="{FF2B5EF4-FFF2-40B4-BE49-F238E27FC236}">
                <a16:creationId xmlns:a16="http://schemas.microsoft.com/office/drawing/2014/main" id="{AF6D1456-26CB-434E-AE43-95CB2E985BAA}"/>
              </a:ext>
            </a:extLst>
          </p:cNvPr>
          <p:cNvSpPr>
            <a:spLocks xmlns:a="http://schemas.openxmlformats.org/drawingml/2006/main" noGrp="1"/>
          </p:cNvSpPr>
          <p:nvPr/>
        </p:nvSpPr>
        <p:spPr>
          <a:xfrm xmlns:a="http://schemas.openxmlformats.org/drawingml/2006/main">
            <a:off x="4975394" y="5628680"/>
            <a:ext cx="571857"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Lun 28</a:t>
            </a:r>
            <a:endParaRPr sz="1200"/>
          </a:p>
        </p:txBody>
      </p:sp>
      <p:sp>
        <p:nvSpPr>
          <p:cNvPr id="34" name="Text 32">
            <a:extLst xmlns:a="http://schemas.openxmlformats.org/drawingml/2006/main">
              <a:ext uri="{FF2B5EF4-FFF2-40B4-BE49-F238E27FC236}">
                <a16:creationId xmlns:a16="http://schemas.microsoft.com/office/drawing/2014/main" id="{EB6236D7-EFA2-4B86-8D44-A7455CF6E46D}"/>
              </a:ext>
            </a:extLst>
          </p:cNvPr>
          <p:cNvSpPr>
            <a:spLocks xmlns:a="http://schemas.openxmlformats.org/drawingml/2006/main" noGrp="1"/>
          </p:cNvSpPr>
          <p:nvPr/>
        </p:nvSpPr>
        <p:spPr>
          <a:xfrm xmlns:a="http://schemas.openxmlformats.org/drawingml/2006/main">
            <a:off x="6131123" y="3486249"/>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96</a:t>
            </a:r>
            <a:endParaRPr sz="1300"/>
          </a:p>
        </p:txBody>
      </p:sp>
      <p:sp>
        <p:nvSpPr>
          <p:cNvPr id="35" name="Shape 33">
            <a:extLst xmlns:a="http://schemas.openxmlformats.org/drawingml/2006/main">
              <a:ext uri="{FF2B5EF4-FFF2-40B4-BE49-F238E27FC236}">
                <a16:creationId xmlns:a16="http://schemas.microsoft.com/office/drawing/2014/main" id="{A4F55FD6-414F-4F15-A0C7-2C3344CAD299}"/>
              </a:ext>
            </a:extLst>
          </p:cNvPr>
          <p:cNvSpPr>
            <a:spLocks xmlns:a="http://schemas.openxmlformats.org/drawingml/2006/main" noGrp="1"/>
          </p:cNvSpPr>
          <p:nvPr/>
        </p:nvSpPr>
        <p:spPr>
          <a:xfrm xmlns:a="http://schemas.openxmlformats.org/drawingml/2006/main">
            <a:off x="5950744" y="3768130"/>
            <a:ext cx="609600" cy="755650"/>
          </a:xfrm>
          <a:custGeom xmlns:a="http://schemas.openxmlformats.org/drawingml/2006/main">
            <a:rect l="l" t="t" r="r" b="b"/>
            <a:pathLst>
              <a:path w="609600" h="755650">
                <a:moveTo>
                  <a:pt x="0" y="50800"/>
                </a:moveTo>
                <a:arcTo wR="50800" hR="50800" stAng="10800000" swAng="5400000"/>
                <a:lnTo>
                  <a:pt x="558800" y="0"/>
                </a:lnTo>
                <a:arcTo wR="50800" hR="50800" stAng="16200000" swAng="5400000"/>
                <a:lnTo>
                  <a:pt x="609600" y="755650"/>
                </a:lnTo>
                <a:lnTo>
                  <a:pt x="0" y="755650"/>
                </a:lnTo>
                <a:close/>
              </a:path>
            </a:pathLst>
          </a:custGeom>
          <a:solidFill xmlns:a="http://schemas.openxmlformats.org/drawingml/2006/main">
            <a:srgbClr val="0B5638"/>
          </a:solidFill>
        </p:spPr>
      </p:sp>
      <p:sp>
        <p:nvSpPr>
          <p:cNvPr id="36" name="Shape 34">
            <a:extLst xmlns:a="http://schemas.openxmlformats.org/drawingml/2006/main">
              <a:ext uri="{FF2B5EF4-FFF2-40B4-BE49-F238E27FC236}">
                <a16:creationId xmlns:a16="http://schemas.microsoft.com/office/drawing/2014/main" id="{382F3629-36A1-4763-AC6A-AD7BEDB93546}"/>
              </a:ext>
            </a:extLst>
          </p:cNvPr>
          <p:cNvSpPr>
            <a:spLocks xmlns:a="http://schemas.openxmlformats.org/drawingml/2006/main" noGrp="1"/>
          </p:cNvSpPr>
          <p:nvPr/>
        </p:nvSpPr>
        <p:spPr>
          <a:xfrm xmlns:a="http://schemas.openxmlformats.org/drawingml/2006/main">
            <a:off x="5950744" y="4523780"/>
            <a:ext cx="609600" cy="431800"/>
          </a:xfrm>
          <a:prstGeom xmlns:a="http://schemas.openxmlformats.org/drawingml/2006/main" prst="rect">
            <a:avLst/>
          </a:prstGeom>
          <a:solidFill xmlns:a="http://schemas.openxmlformats.org/drawingml/2006/main">
            <a:srgbClr val="7B1E3A"/>
          </a:solidFill>
        </p:spPr>
      </p:sp>
      <p:sp>
        <p:nvSpPr>
          <p:cNvPr id="37" name="Shape 35">
            <a:extLst xmlns:a="http://schemas.openxmlformats.org/drawingml/2006/main">
              <a:ext uri="{FF2B5EF4-FFF2-40B4-BE49-F238E27FC236}">
                <a16:creationId xmlns:a16="http://schemas.microsoft.com/office/drawing/2014/main" id="{4842720C-4280-4E7B-A356-4EF4DE6D24DB}"/>
              </a:ext>
            </a:extLst>
          </p:cNvPr>
          <p:cNvSpPr>
            <a:spLocks xmlns:a="http://schemas.openxmlformats.org/drawingml/2006/main" noGrp="1"/>
          </p:cNvSpPr>
          <p:nvPr/>
        </p:nvSpPr>
        <p:spPr>
          <a:xfrm xmlns:a="http://schemas.openxmlformats.org/drawingml/2006/main">
            <a:off x="5950744" y="4955580"/>
            <a:ext cx="609600" cy="209550"/>
          </a:xfrm>
          <a:prstGeom xmlns:a="http://schemas.openxmlformats.org/drawingml/2006/main" prst="rect">
            <a:avLst/>
          </a:prstGeom>
          <a:solidFill xmlns:a="http://schemas.openxmlformats.org/drawingml/2006/main">
            <a:srgbClr val="C9651A"/>
          </a:solidFill>
        </p:spPr>
      </p:sp>
      <p:sp>
        <p:nvSpPr>
          <p:cNvPr id="38" name="Shape 36">
            <a:extLst xmlns:a="http://schemas.openxmlformats.org/drawingml/2006/main">
              <a:ext uri="{FF2B5EF4-FFF2-40B4-BE49-F238E27FC236}">
                <a16:creationId xmlns:a16="http://schemas.microsoft.com/office/drawing/2014/main" id="{D271FFDF-BCD1-4BD0-9340-6ABC8AE9B4F1}"/>
              </a:ext>
            </a:extLst>
          </p:cNvPr>
          <p:cNvSpPr>
            <a:spLocks xmlns:a="http://schemas.openxmlformats.org/drawingml/2006/main" noGrp="1"/>
          </p:cNvSpPr>
          <p:nvPr/>
        </p:nvSpPr>
        <p:spPr>
          <a:xfrm xmlns:a="http://schemas.openxmlformats.org/drawingml/2006/main">
            <a:off x="5950744" y="5165130"/>
            <a:ext cx="609600" cy="412750"/>
          </a:xfrm>
          <a:prstGeom xmlns:a="http://schemas.openxmlformats.org/drawingml/2006/main" prst="rect">
            <a:avLst/>
          </a:prstGeom>
          <a:solidFill xmlns:a="http://schemas.openxmlformats.org/drawingml/2006/main">
            <a:srgbClr val="C8372D"/>
          </a:solidFill>
        </p:spPr>
      </p:sp>
      <p:sp>
        <p:nvSpPr>
          <p:cNvPr id="39" name="Text 37">
            <a:extLst xmlns:a="http://schemas.openxmlformats.org/drawingml/2006/main">
              <a:ext uri="{FF2B5EF4-FFF2-40B4-BE49-F238E27FC236}">
                <a16:creationId xmlns:a16="http://schemas.microsoft.com/office/drawing/2014/main" id="{5E0A8A0F-9DE0-4BB5-AB39-39A798B7FA77}"/>
              </a:ext>
            </a:extLst>
          </p:cNvPr>
          <p:cNvSpPr>
            <a:spLocks xmlns:a="http://schemas.openxmlformats.org/drawingml/2006/main" noGrp="1"/>
          </p:cNvSpPr>
          <p:nvPr/>
        </p:nvSpPr>
        <p:spPr>
          <a:xfrm xmlns:a="http://schemas.openxmlformats.org/drawingml/2006/main">
            <a:off x="5962521" y="5628680"/>
            <a:ext cx="58614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Mar 29</a:t>
            </a:r>
            <a:endParaRPr sz="1200"/>
          </a:p>
        </p:txBody>
      </p:sp>
      <p:sp>
        <p:nvSpPr>
          <p:cNvPr id="40" name="Text 38">
            <a:extLst xmlns:a="http://schemas.openxmlformats.org/drawingml/2006/main">
              <a:ext uri="{FF2B5EF4-FFF2-40B4-BE49-F238E27FC236}">
                <a16:creationId xmlns:a16="http://schemas.microsoft.com/office/drawing/2014/main" id="{E4212256-8FFC-4B12-B944-23999BA67910}"/>
              </a:ext>
            </a:extLst>
          </p:cNvPr>
          <p:cNvSpPr>
            <a:spLocks xmlns:a="http://schemas.openxmlformats.org/drawingml/2006/main" noGrp="1"/>
          </p:cNvSpPr>
          <p:nvPr/>
        </p:nvSpPr>
        <p:spPr>
          <a:xfrm xmlns:a="http://schemas.openxmlformats.org/drawingml/2006/main">
            <a:off x="7071459" y="3416399"/>
            <a:ext cx="356711"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100</a:t>
            </a:r>
            <a:endParaRPr sz="1300"/>
          </a:p>
        </p:txBody>
      </p:sp>
      <p:sp>
        <p:nvSpPr>
          <p:cNvPr id="41" name="Shape 39">
            <a:extLst xmlns:a="http://schemas.openxmlformats.org/drawingml/2006/main">
              <a:ext uri="{FF2B5EF4-FFF2-40B4-BE49-F238E27FC236}">
                <a16:creationId xmlns:a16="http://schemas.microsoft.com/office/drawing/2014/main" id="{ECCB722C-BE36-42AB-9344-18967E5DEEEF}"/>
              </a:ext>
            </a:extLst>
          </p:cNvPr>
          <p:cNvSpPr>
            <a:spLocks xmlns:a="http://schemas.openxmlformats.org/drawingml/2006/main" noGrp="1"/>
          </p:cNvSpPr>
          <p:nvPr/>
        </p:nvSpPr>
        <p:spPr>
          <a:xfrm xmlns:a="http://schemas.openxmlformats.org/drawingml/2006/main">
            <a:off x="6945015" y="3698280"/>
            <a:ext cx="609600" cy="317500"/>
          </a:xfrm>
          <a:custGeom xmlns:a="http://schemas.openxmlformats.org/drawingml/2006/main">
            <a:rect l="l" t="t" r="r" b="b"/>
            <a:pathLst>
              <a:path w="609600" h="317500">
                <a:moveTo>
                  <a:pt x="0" y="50800"/>
                </a:moveTo>
                <a:arcTo wR="50800" hR="50800" stAng="10800000" swAng="5400000"/>
                <a:lnTo>
                  <a:pt x="558800" y="0"/>
                </a:lnTo>
                <a:arcTo wR="50800" hR="50800" stAng="16200000" swAng="5400000"/>
                <a:lnTo>
                  <a:pt x="609600" y="317500"/>
                </a:lnTo>
                <a:lnTo>
                  <a:pt x="0" y="317500"/>
                </a:lnTo>
                <a:close/>
              </a:path>
            </a:pathLst>
          </a:custGeom>
          <a:solidFill xmlns:a="http://schemas.openxmlformats.org/drawingml/2006/main">
            <a:srgbClr val="0B5638"/>
          </a:solidFill>
        </p:spPr>
      </p:sp>
      <p:sp>
        <p:nvSpPr>
          <p:cNvPr id="42" name="Shape 40">
            <a:extLst xmlns:a="http://schemas.openxmlformats.org/drawingml/2006/main">
              <a:ext uri="{FF2B5EF4-FFF2-40B4-BE49-F238E27FC236}">
                <a16:creationId xmlns:a16="http://schemas.microsoft.com/office/drawing/2014/main" id="{B39F8F1F-7755-4726-A60E-49DFABF01D76}"/>
              </a:ext>
            </a:extLst>
          </p:cNvPr>
          <p:cNvSpPr>
            <a:spLocks xmlns:a="http://schemas.openxmlformats.org/drawingml/2006/main" noGrp="1"/>
          </p:cNvSpPr>
          <p:nvPr/>
        </p:nvSpPr>
        <p:spPr>
          <a:xfrm xmlns:a="http://schemas.openxmlformats.org/drawingml/2006/main">
            <a:off x="6945015" y="4015780"/>
            <a:ext cx="609600" cy="488950"/>
          </a:xfrm>
          <a:prstGeom xmlns:a="http://schemas.openxmlformats.org/drawingml/2006/main" prst="rect">
            <a:avLst/>
          </a:prstGeom>
          <a:solidFill xmlns:a="http://schemas.openxmlformats.org/drawingml/2006/main">
            <a:srgbClr val="7B1E3A"/>
          </a:solidFill>
        </p:spPr>
      </p:sp>
      <p:sp>
        <p:nvSpPr>
          <p:cNvPr id="43" name="Shape 41">
            <a:extLst xmlns:a="http://schemas.openxmlformats.org/drawingml/2006/main">
              <a:ext uri="{FF2B5EF4-FFF2-40B4-BE49-F238E27FC236}">
                <a16:creationId xmlns:a16="http://schemas.microsoft.com/office/drawing/2014/main" id="{F5576A1A-F9D3-4101-89A7-068C2DD65AD8}"/>
              </a:ext>
            </a:extLst>
          </p:cNvPr>
          <p:cNvSpPr>
            <a:spLocks xmlns:a="http://schemas.openxmlformats.org/drawingml/2006/main" noGrp="1"/>
          </p:cNvSpPr>
          <p:nvPr/>
        </p:nvSpPr>
        <p:spPr>
          <a:xfrm xmlns:a="http://schemas.openxmlformats.org/drawingml/2006/main">
            <a:off x="6945015" y="4504730"/>
            <a:ext cx="609600" cy="393700"/>
          </a:xfrm>
          <a:prstGeom xmlns:a="http://schemas.openxmlformats.org/drawingml/2006/main" prst="rect">
            <a:avLst/>
          </a:prstGeom>
          <a:solidFill xmlns:a="http://schemas.openxmlformats.org/drawingml/2006/main">
            <a:srgbClr val="C9651A"/>
          </a:solidFill>
        </p:spPr>
      </p:sp>
      <p:sp>
        <p:nvSpPr>
          <p:cNvPr id="44" name="Shape 42">
            <a:extLst xmlns:a="http://schemas.openxmlformats.org/drawingml/2006/main">
              <a:ext uri="{FF2B5EF4-FFF2-40B4-BE49-F238E27FC236}">
                <a16:creationId xmlns:a16="http://schemas.microsoft.com/office/drawing/2014/main" id="{81A4D12B-77AE-4CE6-B54B-612ED768DE79}"/>
              </a:ext>
            </a:extLst>
          </p:cNvPr>
          <p:cNvSpPr>
            <a:spLocks xmlns:a="http://schemas.openxmlformats.org/drawingml/2006/main" noGrp="1"/>
          </p:cNvSpPr>
          <p:nvPr/>
        </p:nvSpPr>
        <p:spPr>
          <a:xfrm xmlns:a="http://schemas.openxmlformats.org/drawingml/2006/main">
            <a:off x="6945015" y="4898430"/>
            <a:ext cx="609600" cy="679450"/>
          </a:xfrm>
          <a:prstGeom xmlns:a="http://schemas.openxmlformats.org/drawingml/2006/main" prst="rect">
            <a:avLst/>
          </a:prstGeom>
          <a:solidFill xmlns:a="http://schemas.openxmlformats.org/drawingml/2006/main">
            <a:srgbClr val="C8372D"/>
          </a:solidFill>
        </p:spPr>
      </p:sp>
      <p:sp>
        <p:nvSpPr>
          <p:cNvPr id="45" name="Text 43">
            <a:extLst xmlns:a="http://schemas.openxmlformats.org/drawingml/2006/main">
              <a:ext uri="{FF2B5EF4-FFF2-40B4-BE49-F238E27FC236}">
                <a16:creationId xmlns:a16="http://schemas.microsoft.com/office/drawing/2014/main" id="{3416E758-7B94-4D1F-803F-1129809D5C7E}"/>
              </a:ext>
            </a:extLst>
          </p:cNvPr>
          <p:cNvSpPr>
            <a:spLocks xmlns:a="http://schemas.openxmlformats.org/drawingml/2006/main" noGrp="1"/>
          </p:cNvSpPr>
          <p:nvPr/>
        </p:nvSpPr>
        <p:spPr>
          <a:xfrm xmlns:a="http://schemas.openxmlformats.org/drawingml/2006/main">
            <a:off x="6967627" y="5628680"/>
            <a:ext cx="56447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Mié 30</a:t>
            </a:r>
            <a:endParaRPr sz="1200"/>
          </a:p>
        </p:txBody>
      </p:sp>
      <p:sp>
        <p:nvSpPr>
          <p:cNvPr id="46" name="Shape 44">
            <a:extLst xmlns:a="http://schemas.openxmlformats.org/drawingml/2006/main">
              <a:ext uri="{FF2B5EF4-FFF2-40B4-BE49-F238E27FC236}">
                <a16:creationId xmlns:a16="http://schemas.microsoft.com/office/drawing/2014/main" id="{E4E8F843-7BA9-491F-9BE6-4D0CEAC5CBD4}"/>
              </a:ext>
            </a:extLst>
          </p:cNvPr>
          <p:cNvSpPr>
            <a:spLocks xmlns:a="http://schemas.openxmlformats.org/drawingml/2006/main" noGrp="1"/>
          </p:cNvSpPr>
          <p:nvPr/>
        </p:nvSpPr>
        <p:spPr>
          <a:xfrm xmlns:a="http://schemas.openxmlformats.org/drawingml/2006/main">
            <a:off x="8080375" y="1806476"/>
            <a:ext cx="3295650" cy="565150"/>
          </a:xfrm>
          <a:prstGeom xmlns:a="http://schemas.openxmlformats.org/drawingml/2006/main" prst="roundRect">
            <a:avLst>
              <a:gd name="adj" fmla="val 12921"/>
            </a:avLst>
          </a:prstGeom>
          <a:solidFill xmlns:a="http://schemas.openxmlformats.org/drawingml/2006/main">
            <a:srgbClr val="FCFDFB"/>
          </a:solidFill>
          <a:ln xmlns:a="http://schemas.openxmlformats.org/drawingml/2006/main" w="6350">
            <a:solidFill>
              <a:srgbClr val="D3E2D7"/>
            </a:solidFill>
            <a:prstDash val="solid"/>
          </a:ln>
        </p:spPr>
      </p:sp>
      <p:sp>
        <p:nvSpPr>
          <p:cNvPr id="47" name="Text 45">
            <a:extLst xmlns:a="http://schemas.openxmlformats.org/drawingml/2006/main">
              <a:ext uri="{FF2B5EF4-FFF2-40B4-BE49-F238E27FC236}">
                <a16:creationId xmlns:a16="http://schemas.microsoft.com/office/drawing/2014/main" id="{A3B942BF-B33D-4308-8F05-D6FB5DCE5C2F}"/>
              </a:ext>
            </a:extLst>
          </p:cNvPr>
          <p:cNvSpPr>
            <a:spLocks xmlns:a="http://schemas.openxmlformats.org/drawingml/2006/main" noGrp="1"/>
          </p:cNvSpPr>
          <p:nvPr/>
        </p:nvSpPr>
        <p:spPr>
          <a:xfrm xmlns:a="http://schemas.openxmlformats.org/drawingml/2006/main">
            <a:off x="8235950" y="1964630"/>
            <a:ext cx="1447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Q1 · 22–04 h</a:t>
            </a:r>
            <a:endParaRPr sz="1400"/>
          </a:p>
        </p:txBody>
      </p:sp>
      <p:sp>
        <p:nvSpPr>
          <p:cNvPr id="48" name="Text 46">
            <a:extLst xmlns:a="http://schemas.openxmlformats.org/drawingml/2006/main">
              <a:ext uri="{FF2B5EF4-FFF2-40B4-BE49-F238E27FC236}">
                <a16:creationId xmlns:a16="http://schemas.microsoft.com/office/drawing/2014/main" id="{F28A6D8F-FB11-4F79-A71B-3263EEBE96BC}"/>
              </a:ext>
            </a:extLst>
          </p:cNvPr>
          <p:cNvSpPr>
            <a:spLocks xmlns:a="http://schemas.openxmlformats.org/drawingml/2006/main" noGrp="1"/>
          </p:cNvSpPr>
          <p:nvPr/>
        </p:nvSpPr>
        <p:spPr>
          <a:xfrm xmlns:a="http://schemas.openxmlformats.org/drawingml/2006/main">
            <a:off x="9734550" y="1911251"/>
            <a:ext cx="710208"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800"/>
              </a:lnSpc>
              <a:buNone/>
            </a:pPr>
            <a:r>
              <a:rPr sz="2000" b="1">
                <a:solidFill>
                  <a:srgbClr val="C8372D"/>
                </a:solidFill>
                <a:latin typeface="IBM Plex Sans"/>
                <a:ea typeface="IBM Plex Sans"/>
                <a:cs typeface="IBM Plex Sans"/>
              </a:rPr>
              <a:t>34 %</a:t>
            </a:r>
            <a:endParaRPr sz="2000"/>
          </a:p>
        </p:txBody>
      </p:sp>
      <p:sp>
        <p:nvSpPr>
          <p:cNvPr id="49" name="Text 47">
            <a:extLst xmlns:a="http://schemas.openxmlformats.org/drawingml/2006/main">
              <a:ext uri="{FF2B5EF4-FFF2-40B4-BE49-F238E27FC236}">
                <a16:creationId xmlns:a16="http://schemas.microsoft.com/office/drawing/2014/main" id="{59F799C9-74F3-423E-8CF1-54F5D0323A5B}"/>
              </a:ext>
            </a:extLst>
          </p:cNvPr>
          <p:cNvSpPr>
            <a:spLocks xmlns:a="http://schemas.openxmlformats.org/drawingml/2006/main" noGrp="1"/>
          </p:cNvSpPr>
          <p:nvPr/>
        </p:nvSpPr>
        <p:spPr>
          <a:xfrm xmlns:a="http://schemas.openxmlformats.org/drawingml/2006/main">
            <a:off x="10444758" y="1982391"/>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259</a:t>
            </a:r>
            <a:endParaRPr sz="1200"/>
          </a:p>
        </p:txBody>
      </p:sp>
      <p:sp>
        <p:nvSpPr>
          <p:cNvPr id="50" name="Shape 48">
            <a:extLst xmlns:a="http://schemas.openxmlformats.org/drawingml/2006/main">
              <a:ext uri="{FF2B5EF4-FFF2-40B4-BE49-F238E27FC236}">
                <a16:creationId xmlns:a16="http://schemas.microsoft.com/office/drawing/2014/main" id="{83F4DCC7-B7E7-41B8-8C0F-C5D10A6C6B49}"/>
              </a:ext>
            </a:extLst>
          </p:cNvPr>
          <p:cNvSpPr>
            <a:spLocks xmlns:a="http://schemas.openxmlformats.org/drawingml/2006/main" noGrp="1"/>
          </p:cNvSpPr>
          <p:nvPr/>
        </p:nvSpPr>
        <p:spPr>
          <a:xfrm xmlns:a="http://schemas.openxmlformats.org/drawingml/2006/main">
            <a:off x="8080375" y="2504976"/>
            <a:ext cx="3295650" cy="565150"/>
          </a:xfrm>
          <a:prstGeom xmlns:a="http://schemas.openxmlformats.org/drawingml/2006/main" prst="roundRect">
            <a:avLst>
              <a:gd name="adj" fmla="val 12921"/>
            </a:avLst>
          </a:prstGeom>
          <a:solidFill xmlns:a="http://schemas.openxmlformats.org/drawingml/2006/main">
            <a:srgbClr val="FCFDFB"/>
          </a:solidFill>
          <a:ln xmlns:a="http://schemas.openxmlformats.org/drawingml/2006/main" w="6350">
            <a:solidFill>
              <a:srgbClr val="D3E2D7"/>
            </a:solidFill>
            <a:prstDash val="solid"/>
          </a:ln>
        </p:spPr>
      </p:sp>
      <p:sp>
        <p:nvSpPr>
          <p:cNvPr id="51" name="Text 49">
            <a:extLst xmlns:a="http://schemas.openxmlformats.org/drawingml/2006/main">
              <a:ext uri="{FF2B5EF4-FFF2-40B4-BE49-F238E27FC236}">
                <a16:creationId xmlns:a16="http://schemas.microsoft.com/office/drawing/2014/main" id="{8B461769-FB2D-4749-B04D-FA35D0B7B315}"/>
              </a:ext>
            </a:extLst>
          </p:cNvPr>
          <p:cNvSpPr>
            <a:spLocks xmlns:a="http://schemas.openxmlformats.org/drawingml/2006/main" noGrp="1"/>
          </p:cNvSpPr>
          <p:nvPr/>
        </p:nvSpPr>
        <p:spPr>
          <a:xfrm xmlns:a="http://schemas.openxmlformats.org/drawingml/2006/main">
            <a:off x="8235950" y="2663130"/>
            <a:ext cx="1447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Q2 · 04–10 h</a:t>
            </a:r>
            <a:endParaRPr sz="1400"/>
          </a:p>
        </p:txBody>
      </p:sp>
      <p:sp>
        <p:nvSpPr>
          <p:cNvPr id="52" name="Text 50">
            <a:extLst xmlns:a="http://schemas.openxmlformats.org/drawingml/2006/main">
              <a:ext uri="{FF2B5EF4-FFF2-40B4-BE49-F238E27FC236}">
                <a16:creationId xmlns:a16="http://schemas.microsoft.com/office/drawing/2014/main" id="{1996867C-B3CC-47BE-B4D7-4F82B5904950}"/>
              </a:ext>
            </a:extLst>
          </p:cNvPr>
          <p:cNvSpPr>
            <a:spLocks xmlns:a="http://schemas.openxmlformats.org/drawingml/2006/main" noGrp="1"/>
          </p:cNvSpPr>
          <p:nvPr/>
        </p:nvSpPr>
        <p:spPr>
          <a:xfrm xmlns:a="http://schemas.openxmlformats.org/drawingml/2006/main">
            <a:off x="9734550" y="2609751"/>
            <a:ext cx="710208"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800"/>
              </a:lnSpc>
              <a:buNone/>
            </a:pPr>
            <a:r>
              <a:rPr sz="2000" b="1">
                <a:solidFill>
                  <a:srgbClr val="C9651A"/>
                </a:solidFill>
                <a:latin typeface="IBM Plex Sans"/>
                <a:ea typeface="IBM Plex Sans"/>
                <a:cs typeface="IBM Plex Sans"/>
              </a:rPr>
              <a:t>20 %</a:t>
            </a:r>
            <a:endParaRPr sz="2000"/>
          </a:p>
        </p:txBody>
      </p:sp>
      <p:sp>
        <p:nvSpPr>
          <p:cNvPr id="53" name="Text 51">
            <a:extLst xmlns:a="http://schemas.openxmlformats.org/drawingml/2006/main">
              <a:ext uri="{FF2B5EF4-FFF2-40B4-BE49-F238E27FC236}">
                <a16:creationId xmlns:a16="http://schemas.microsoft.com/office/drawing/2014/main" id="{63D7AF4D-A148-4F2C-B116-C81D590E4D7A}"/>
              </a:ext>
            </a:extLst>
          </p:cNvPr>
          <p:cNvSpPr>
            <a:spLocks xmlns:a="http://schemas.openxmlformats.org/drawingml/2006/main" noGrp="1"/>
          </p:cNvSpPr>
          <p:nvPr/>
        </p:nvSpPr>
        <p:spPr>
          <a:xfrm xmlns:a="http://schemas.openxmlformats.org/drawingml/2006/main">
            <a:off x="10444758" y="2680891"/>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155</a:t>
            </a:r>
            <a:endParaRPr sz="1200"/>
          </a:p>
        </p:txBody>
      </p:sp>
      <p:sp>
        <p:nvSpPr>
          <p:cNvPr id="54" name="Shape 52">
            <a:extLst xmlns:a="http://schemas.openxmlformats.org/drawingml/2006/main">
              <a:ext uri="{FF2B5EF4-FFF2-40B4-BE49-F238E27FC236}">
                <a16:creationId xmlns:a16="http://schemas.microsoft.com/office/drawing/2014/main" id="{B8A3A90A-1AD6-410F-9215-801FFDABA6AE}"/>
              </a:ext>
            </a:extLst>
          </p:cNvPr>
          <p:cNvSpPr>
            <a:spLocks xmlns:a="http://schemas.openxmlformats.org/drawingml/2006/main" noGrp="1"/>
          </p:cNvSpPr>
          <p:nvPr/>
        </p:nvSpPr>
        <p:spPr>
          <a:xfrm xmlns:a="http://schemas.openxmlformats.org/drawingml/2006/main">
            <a:off x="8080375" y="3203476"/>
            <a:ext cx="3295650" cy="565150"/>
          </a:xfrm>
          <a:prstGeom xmlns:a="http://schemas.openxmlformats.org/drawingml/2006/main" prst="roundRect">
            <a:avLst>
              <a:gd name="adj" fmla="val 12921"/>
            </a:avLst>
          </a:prstGeom>
          <a:solidFill xmlns:a="http://schemas.openxmlformats.org/drawingml/2006/main">
            <a:srgbClr val="FCFDFB"/>
          </a:solidFill>
          <a:ln xmlns:a="http://schemas.openxmlformats.org/drawingml/2006/main" w="6350">
            <a:solidFill>
              <a:srgbClr val="D3E2D7"/>
            </a:solidFill>
            <a:prstDash val="solid"/>
          </a:ln>
        </p:spPr>
      </p:sp>
      <p:sp>
        <p:nvSpPr>
          <p:cNvPr id="55" name="Text 53">
            <a:extLst xmlns:a="http://schemas.openxmlformats.org/drawingml/2006/main">
              <a:ext uri="{FF2B5EF4-FFF2-40B4-BE49-F238E27FC236}">
                <a16:creationId xmlns:a16="http://schemas.microsoft.com/office/drawing/2014/main" id="{882F69DA-C2B4-4723-B91F-926970305588}"/>
              </a:ext>
            </a:extLst>
          </p:cNvPr>
          <p:cNvSpPr>
            <a:spLocks xmlns:a="http://schemas.openxmlformats.org/drawingml/2006/main" noGrp="1"/>
          </p:cNvSpPr>
          <p:nvPr/>
        </p:nvSpPr>
        <p:spPr>
          <a:xfrm xmlns:a="http://schemas.openxmlformats.org/drawingml/2006/main">
            <a:off x="8235950" y="3361630"/>
            <a:ext cx="1447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Q3 · 10–16 h</a:t>
            </a:r>
            <a:endParaRPr sz="1400"/>
          </a:p>
        </p:txBody>
      </p:sp>
      <p:sp>
        <p:nvSpPr>
          <p:cNvPr id="56" name="Text 54">
            <a:extLst xmlns:a="http://schemas.openxmlformats.org/drawingml/2006/main">
              <a:ext uri="{FF2B5EF4-FFF2-40B4-BE49-F238E27FC236}">
                <a16:creationId xmlns:a16="http://schemas.microsoft.com/office/drawing/2014/main" id="{B024507D-B55B-4DC6-8F89-07F77FFB8582}"/>
              </a:ext>
            </a:extLst>
          </p:cNvPr>
          <p:cNvSpPr>
            <a:spLocks xmlns:a="http://schemas.openxmlformats.org/drawingml/2006/main" noGrp="1"/>
          </p:cNvSpPr>
          <p:nvPr/>
        </p:nvSpPr>
        <p:spPr>
          <a:xfrm xmlns:a="http://schemas.openxmlformats.org/drawingml/2006/main">
            <a:off x="9734550" y="3308251"/>
            <a:ext cx="710208"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800"/>
              </a:lnSpc>
              <a:buNone/>
            </a:pPr>
            <a:r>
              <a:rPr sz="2000" b="1">
                <a:solidFill>
                  <a:srgbClr val="7B1E3A"/>
                </a:solidFill>
                <a:latin typeface="IBM Plex Sans"/>
                <a:ea typeface="IBM Plex Sans"/>
                <a:cs typeface="IBM Plex Sans"/>
              </a:rPr>
              <a:t>23 %</a:t>
            </a:r>
            <a:endParaRPr sz="2000"/>
          </a:p>
        </p:txBody>
      </p:sp>
      <p:sp>
        <p:nvSpPr>
          <p:cNvPr id="57" name="Text 55">
            <a:extLst xmlns:a="http://schemas.openxmlformats.org/drawingml/2006/main">
              <a:ext uri="{FF2B5EF4-FFF2-40B4-BE49-F238E27FC236}">
                <a16:creationId xmlns:a16="http://schemas.microsoft.com/office/drawing/2014/main" id="{C23D5573-67E1-45D3-B3C1-1096BEF8775A}"/>
              </a:ext>
            </a:extLst>
          </p:cNvPr>
          <p:cNvSpPr>
            <a:spLocks xmlns:a="http://schemas.openxmlformats.org/drawingml/2006/main" noGrp="1"/>
          </p:cNvSpPr>
          <p:nvPr/>
        </p:nvSpPr>
        <p:spPr>
          <a:xfrm xmlns:a="http://schemas.openxmlformats.org/drawingml/2006/main">
            <a:off x="10444758" y="3379391"/>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180</a:t>
            </a:r>
            <a:endParaRPr sz="1200"/>
          </a:p>
        </p:txBody>
      </p:sp>
      <p:sp>
        <p:nvSpPr>
          <p:cNvPr id="58" name="Shape 56">
            <a:extLst xmlns:a="http://schemas.openxmlformats.org/drawingml/2006/main">
              <a:ext uri="{FF2B5EF4-FFF2-40B4-BE49-F238E27FC236}">
                <a16:creationId xmlns:a16="http://schemas.microsoft.com/office/drawing/2014/main" id="{F046E0FB-CE2F-441C-982A-6E41BDF3FADF}"/>
              </a:ext>
            </a:extLst>
          </p:cNvPr>
          <p:cNvSpPr>
            <a:spLocks xmlns:a="http://schemas.openxmlformats.org/drawingml/2006/main" noGrp="1"/>
          </p:cNvSpPr>
          <p:nvPr/>
        </p:nvSpPr>
        <p:spPr>
          <a:xfrm xmlns:a="http://schemas.openxmlformats.org/drawingml/2006/main">
            <a:off x="8080375" y="3901976"/>
            <a:ext cx="3295650" cy="565150"/>
          </a:xfrm>
          <a:prstGeom xmlns:a="http://schemas.openxmlformats.org/drawingml/2006/main" prst="roundRect">
            <a:avLst>
              <a:gd name="adj" fmla="val 12921"/>
            </a:avLst>
          </a:prstGeom>
          <a:solidFill xmlns:a="http://schemas.openxmlformats.org/drawingml/2006/main">
            <a:srgbClr val="FCFDFB"/>
          </a:solidFill>
          <a:ln xmlns:a="http://schemas.openxmlformats.org/drawingml/2006/main" w="6350">
            <a:solidFill>
              <a:srgbClr val="D3E2D7"/>
            </a:solidFill>
            <a:prstDash val="solid"/>
          </a:ln>
        </p:spPr>
      </p:sp>
      <p:sp>
        <p:nvSpPr>
          <p:cNvPr id="59" name="Text 57">
            <a:extLst xmlns:a="http://schemas.openxmlformats.org/drawingml/2006/main">
              <a:ext uri="{FF2B5EF4-FFF2-40B4-BE49-F238E27FC236}">
                <a16:creationId xmlns:a16="http://schemas.microsoft.com/office/drawing/2014/main" id="{85A01794-43AB-453A-8B91-68A31E3932F8}"/>
              </a:ext>
            </a:extLst>
          </p:cNvPr>
          <p:cNvSpPr>
            <a:spLocks xmlns:a="http://schemas.openxmlformats.org/drawingml/2006/main" noGrp="1"/>
          </p:cNvSpPr>
          <p:nvPr/>
        </p:nvSpPr>
        <p:spPr>
          <a:xfrm xmlns:a="http://schemas.openxmlformats.org/drawingml/2006/main">
            <a:off x="8235950" y="4060130"/>
            <a:ext cx="1447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Q4 · 16–22 h</a:t>
            </a:r>
            <a:endParaRPr sz="1400"/>
          </a:p>
        </p:txBody>
      </p:sp>
      <p:sp>
        <p:nvSpPr>
          <p:cNvPr id="60" name="Text 58">
            <a:extLst xmlns:a="http://schemas.openxmlformats.org/drawingml/2006/main">
              <a:ext uri="{FF2B5EF4-FFF2-40B4-BE49-F238E27FC236}">
                <a16:creationId xmlns:a16="http://schemas.microsoft.com/office/drawing/2014/main" id="{728036D0-5237-45AF-BD4F-8E6F490875F8}"/>
              </a:ext>
            </a:extLst>
          </p:cNvPr>
          <p:cNvSpPr>
            <a:spLocks xmlns:a="http://schemas.openxmlformats.org/drawingml/2006/main" noGrp="1"/>
          </p:cNvSpPr>
          <p:nvPr/>
        </p:nvSpPr>
        <p:spPr>
          <a:xfrm xmlns:a="http://schemas.openxmlformats.org/drawingml/2006/main">
            <a:off x="9734550" y="4006751"/>
            <a:ext cx="710208"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800"/>
              </a:lnSpc>
              <a:buNone/>
            </a:pPr>
            <a:r>
              <a:rPr sz="2000" b="1">
                <a:solidFill>
                  <a:srgbClr val="0B5638"/>
                </a:solidFill>
                <a:latin typeface="IBM Plex Sans"/>
                <a:ea typeface="IBM Plex Sans"/>
                <a:cs typeface="IBM Plex Sans"/>
              </a:rPr>
              <a:t>23 %</a:t>
            </a:r>
            <a:endParaRPr sz="2000"/>
          </a:p>
        </p:txBody>
      </p:sp>
      <p:sp>
        <p:nvSpPr>
          <p:cNvPr id="61" name="Text 59">
            <a:extLst xmlns:a="http://schemas.openxmlformats.org/drawingml/2006/main">
              <a:ext uri="{FF2B5EF4-FFF2-40B4-BE49-F238E27FC236}">
                <a16:creationId xmlns:a16="http://schemas.microsoft.com/office/drawing/2014/main" id="{25AA9CA1-9DC6-4D8D-B1D2-EE9C473553B7}"/>
              </a:ext>
            </a:extLst>
          </p:cNvPr>
          <p:cNvSpPr>
            <a:spLocks xmlns:a="http://schemas.openxmlformats.org/drawingml/2006/main" noGrp="1"/>
          </p:cNvSpPr>
          <p:nvPr/>
        </p:nvSpPr>
        <p:spPr>
          <a:xfrm xmlns:a="http://schemas.openxmlformats.org/drawingml/2006/main">
            <a:off x="10444758" y="4077891"/>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176</a:t>
            </a:r>
            <a:endParaRPr sz="1200"/>
          </a:p>
        </p:txBody>
      </p:sp>
      <p:sp>
        <p:nvSpPr>
          <p:cNvPr id="62" name="Shape 60">
            <a:extLst xmlns:a="http://schemas.openxmlformats.org/drawingml/2006/main">
              <a:ext uri="{FF2B5EF4-FFF2-40B4-BE49-F238E27FC236}">
                <a16:creationId xmlns:a16="http://schemas.microsoft.com/office/drawing/2014/main" id="{0BAE3717-A866-4C74-AA40-606192C52A5F}"/>
              </a:ext>
            </a:extLst>
          </p:cNvPr>
          <p:cNvSpPr>
            <a:spLocks xmlns:a="http://schemas.openxmlformats.org/drawingml/2006/main" noGrp="1"/>
          </p:cNvSpPr>
          <p:nvPr/>
        </p:nvSpPr>
        <p:spPr>
          <a:xfrm xmlns:a="http://schemas.openxmlformats.org/drawingml/2006/main">
            <a:off x="8096250" y="4597301"/>
            <a:ext cx="0" cy="975122"/>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63" name="Text 61">
            <a:extLst xmlns:a="http://schemas.openxmlformats.org/drawingml/2006/main">
              <a:ext uri="{FF2B5EF4-FFF2-40B4-BE49-F238E27FC236}">
                <a16:creationId xmlns:a16="http://schemas.microsoft.com/office/drawing/2014/main" id="{DF9DDAC0-A1ED-4F28-9E42-E25B68DF32B3}"/>
              </a:ext>
            </a:extLst>
          </p:cNvPr>
          <p:cNvSpPr>
            <a:spLocks xmlns:a="http://schemas.openxmlformats.org/drawingml/2006/main" noGrp="1"/>
          </p:cNvSpPr>
          <p:nvPr/>
        </p:nvSpPr>
        <p:spPr>
          <a:xfrm xmlns:a="http://schemas.openxmlformats.org/drawingml/2006/main">
            <a:off x="8242300" y="4622701"/>
            <a:ext cx="3231007" cy="949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La noche (Q1) sigue siendo el cuarto más cargado (34 %, la semana anterior 36 %); los otros tres quedaron entre 20 y 23 %.</a:t>
            </a:r>
            <a:endParaRPr sz="1300"/>
          </a:p>
        </p:txBody>
      </p:sp>
      <p:pic>
        <p:nvPicPr>
          <p:cNvPr id="130" name="Image 0"/>
          <p:cNvPicPr>
            <a:picLocks xmlns:a="http://schemas.openxmlformats.org/drawingml/2006/main" noChangeAspect="1"/>
          </p:cNvPicPr>
          <p:nvPr/>
        </p:nvPicPr>
        <p:blipFill>
          <a:blip xmlns:r="http://schemas.openxmlformats.org/officeDocument/2006/relationships" xmlns:a="http://schemas.openxmlformats.org/drawingml/2006/main" r:embed="Re1b25dbcf1bf468a"/>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65" name="Text 62">
            <a:extLst xmlns:a="http://schemas.openxmlformats.org/drawingml/2006/main">
              <a:ext uri="{FF2B5EF4-FFF2-40B4-BE49-F238E27FC236}">
                <a16:creationId xmlns:a16="http://schemas.microsoft.com/office/drawing/2014/main" id="{70A26CD0-97A4-4985-929B-A31899D834F0}"/>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10</a:t>
            </a:r>
            <a:endParaRPr sz="1200"/>
          </a:p>
        </p:txBody>
      </p:sp>
      <p:pic>
        <p:nvPicPr>
          <p:cNvPr id="132" name="Image 1"/>
          <p:cNvPicPr>
            <a:picLocks xmlns:a="http://schemas.openxmlformats.org/drawingml/2006/main" noChangeAspect="1"/>
          </p:cNvPicPr>
          <p:nvPr/>
        </p:nvPicPr>
        <p:blipFill>
          <a:blip xmlns:r="http://schemas.openxmlformats.org/officeDocument/2006/relationships" xmlns:a="http://schemas.openxmlformats.org/drawingml/2006/main" r:embed="R0e6d8e21977c4018"/>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448357563"/>
      </p:ext>
    </p:extLst>
  </p:cSld>
</p:sld>
</file>

<file path=ppt/slides/slide11.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91CCB8C-39F4-48E8-A7EC-7B18D6770E92}"/>
              </a:ext>
            </a:extLst>
          </p:cNvPr>
          <p:cNvSpPr>
            <a:spLocks xmlns:a="http://schemas.openxmlformats.org/drawingml/2006/main" noGrp="1"/>
          </p:cNvSpPr>
          <p:nvPr/>
        </p:nvSpPr>
        <p:spPr>
          <a:xfrm xmlns:a="http://schemas.openxmlformats.org/drawingml/2006/main">
            <a:off x="812800" y="711200"/>
            <a:ext cx="1041400" cy="289520"/>
          </a:xfrm>
          <a:custGeom xmlns:a="http://schemas.openxmlformats.org/drawingml/2006/main">
            <a:rect l="l" t="t" r="r" b="b"/>
            <a:pathLst>
              <a:path w="1041400" h="289520">
                <a:moveTo>
                  <a:pt x="144760" y="0"/>
                </a:moveTo>
                <a:lnTo>
                  <a:pt x="896640" y="0"/>
                </a:lnTo>
                <a:arcTo wR="144760" hR="144760" stAng="16200000" swAng="5400000"/>
                <a:lnTo>
                  <a:pt x="1041400"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0B563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SOJA · R7</a:t>
            </a:r>
            <a:endParaRPr sz="1200"/>
          </a:p>
        </p:txBody>
      </p:sp>
      <p:sp>
        <p:nvSpPr>
          <p:cNvPr id="3" name="Text 1">
            <a:extLst xmlns:a="http://schemas.openxmlformats.org/drawingml/2006/main">
              <a:ext uri="{FF2B5EF4-FFF2-40B4-BE49-F238E27FC236}">
                <a16:creationId xmlns:a16="http://schemas.microsoft.com/office/drawing/2014/main" id="{00DFC3A2-6F46-4D6D-9B10-8C9ABC719C39}"/>
              </a:ext>
            </a:extLst>
          </p:cNvPr>
          <p:cNvSpPr>
            <a:spLocks xmlns:a="http://schemas.openxmlformats.org/drawingml/2006/main" noGrp="1"/>
          </p:cNvSpPr>
          <p:nvPr>
            <p:ph type="title" idx="0"/>
          </p:nvPr>
        </p:nvSpPr>
        <p:spPr>
          <a:xfrm xmlns:a="http://schemas.openxmlformats.org/drawingml/2006/main">
            <a:off x="812800" y="1102320"/>
            <a:ext cx="10883392" cy="919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Dónde queda la semana: el tiempo más bajo desde junio</a:t>
            </a:r>
            <a:endParaRPr sz="3200"/>
          </a:p>
        </p:txBody>
      </p:sp>
      <p:sp>
        <p:nvSpPr>
          <p:cNvPr id="4" name="Shape 2">
            <a:extLst xmlns:a="http://schemas.openxmlformats.org/drawingml/2006/main">
              <a:ext uri="{FF2B5EF4-FFF2-40B4-BE49-F238E27FC236}">
                <a16:creationId xmlns:a16="http://schemas.microsoft.com/office/drawing/2014/main" id="{24CBAB3C-87FF-4BE0-8803-748E98877092}"/>
              </a:ext>
            </a:extLst>
          </p:cNvPr>
          <p:cNvSpPr>
            <a:spLocks xmlns:a="http://schemas.openxmlformats.org/drawingml/2006/main" noGrp="1"/>
          </p:cNvSpPr>
          <p:nvPr/>
        </p:nvSpPr>
        <p:spPr>
          <a:xfrm xmlns:a="http://schemas.openxmlformats.org/drawingml/2006/main">
            <a:off x="812800" y="2166441"/>
            <a:ext cx="177800" cy="177800"/>
          </a:xfrm>
          <a:prstGeom xmlns:a="http://schemas.openxmlformats.org/drawingml/2006/main" prst="roundRect">
            <a:avLst>
              <a:gd name="adj" fmla="val 21429"/>
            </a:avLst>
          </a:prstGeom>
          <a:solidFill xmlns:a="http://schemas.openxmlformats.org/drawingml/2006/main">
            <a:srgbClr val="0B5638"/>
          </a:solidFill>
        </p:spPr>
      </p:sp>
      <p:sp>
        <p:nvSpPr>
          <p:cNvPr id="5" name="Text 3">
            <a:extLst xmlns:a="http://schemas.openxmlformats.org/drawingml/2006/main">
              <a:ext uri="{FF2B5EF4-FFF2-40B4-BE49-F238E27FC236}">
                <a16:creationId xmlns:a16="http://schemas.microsoft.com/office/drawing/2014/main" id="{1031E74A-8216-43D4-9A9C-FFDB85BA1F85}"/>
              </a:ext>
            </a:extLst>
          </p:cNvPr>
          <p:cNvSpPr>
            <a:spLocks xmlns:a="http://schemas.openxmlformats.org/drawingml/2006/main" noGrp="1"/>
          </p:cNvSpPr>
          <p:nvPr/>
        </p:nvSpPr>
        <p:spPr>
          <a:xfrm xmlns:a="http://schemas.openxmlformats.org/drawingml/2006/main">
            <a:off x="1066800" y="2148681"/>
            <a:ext cx="3939221"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Tiempo puerta a puerta (min) · rótulo = fecha del comité</a:t>
            </a:r>
            <a:endParaRPr sz="1200"/>
          </a:p>
        </p:txBody>
      </p:sp>
      <p:sp>
        <p:nvSpPr>
          <p:cNvPr id="6" name="Shape 4">
            <a:extLst xmlns:a="http://schemas.openxmlformats.org/drawingml/2006/main">
              <a:ext uri="{FF2B5EF4-FFF2-40B4-BE49-F238E27FC236}">
                <a16:creationId xmlns:a16="http://schemas.microsoft.com/office/drawing/2014/main" id="{94D9EAB4-069B-491A-9533-A4E724011AE4}"/>
              </a:ext>
            </a:extLst>
          </p:cNvPr>
          <p:cNvSpPr>
            <a:spLocks xmlns:a="http://schemas.openxmlformats.org/drawingml/2006/main" noGrp="1"/>
          </p:cNvSpPr>
          <p:nvPr/>
        </p:nvSpPr>
        <p:spPr>
          <a:xfrm xmlns:a="http://schemas.openxmlformats.org/drawingml/2006/main">
            <a:off x="4967486" y="2166441"/>
            <a:ext cx="177800" cy="177800"/>
          </a:xfrm>
          <a:prstGeom xmlns:a="http://schemas.openxmlformats.org/drawingml/2006/main" prst="roundRect">
            <a:avLst>
              <a:gd name="adj" fmla="val 21429"/>
            </a:avLst>
          </a:prstGeom>
          <a:solidFill xmlns:a="http://schemas.openxmlformats.org/drawingml/2006/main">
            <a:srgbClr val="4A5D52"/>
          </a:solidFill>
        </p:spPr>
      </p:sp>
      <p:sp>
        <p:nvSpPr>
          <p:cNvPr id="7" name="Text 5">
            <a:extLst xmlns:a="http://schemas.openxmlformats.org/drawingml/2006/main">
              <a:ext uri="{FF2B5EF4-FFF2-40B4-BE49-F238E27FC236}">
                <a16:creationId xmlns:a16="http://schemas.microsoft.com/office/drawing/2014/main" id="{2F9F9C40-D7E1-4552-AA83-27FEE8F7F91C}"/>
              </a:ext>
            </a:extLst>
          </p:cNvPr>
          <p:cNvSpPr>
            <a:spLocks xmlns:a="http://schemas.openxmlformats.org/drawingml/2006/main" noGrp="1"/>
          </p:cNvSpPr>
          <p:nvPr/>
        </p:nvSpPr>
        <p:spPr>
          <a:xfrm xmlns:a="http://schemas.openxmlformats.org/drawingml/2006/main">
            <a:off x="5221486" y="2148681"/>
            <a:ext cx="1805689"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Promedio de la serie: 344</a:t>
            </a:r>
            <a:endParaRPr sz="1200"/>
          </a:p>
        </p:txBody>
      </p:sp>
      <p:pic>
        <p:nvPicPr>
          <p:cNvPr id="64" name="Image 0"/>
          <p:cNvPicPr>
            <a:picLocks xmlns:a="http://schemas.openxmlformats.org/drawingml/2006/main" noChangeAspect="1"/>
          </p:cNvPicPr>
          <p:nvPr/>
        </p:nvPicPr>
        <p:blipFill>
          <a:blip xmlns:r="http://schemas.openxmlformats.org/officeDocument/2006/relationships" xmlns:a="http://schemas.openxmlformats.org/drawingml/2006/main" r:embed="Rb61e7cfe32d34a2b"/>
          <a:srcRect xmlns:a="http://schemas.openxmlformats.org/drawingml/2006/main" l="0" t="-27" r="0" b="-27"/>
          <a:stretch xmlns:a="http://schemas.openxmlformats.org/drawingml/2006/main"/>
        </p:blipFill>
        <p:spPr>
          <a:xfrm xmlns:a="http://schemas.openxmlformats.org/drawingml/2006/main">
            <a:off x="939800" y="2286000"/>
            <a:ext cx="6604000" cy="2794000"/>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56FA3276-7638-4EE8-8D09-97306D5E9727}"/>
              </a:ext>
            </a:extLst>
          </p:cNvPr>
          <p:cNvSpPr>
            <a:spLocks xmlns:a="http://schemas.openxmlformats.org/drawingml/2006/main" noGrp="1"/>
          </p:cNvSpPr>
          <p:nvPr/>
        </p:nvSpPr>
        <p:spPr>
          <a:xfrm xmlns:a="http://schemas.openxmlformats.org/drawingml/2006/main">
            <a:off x="787400" y="35052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338</a:t>
            </a:r>
            <a:endParaRPr sz="1200"/>
          </a:p>
        </p:txBody>
      </p:sp>
      <p:sp>
        <p:nvSpPr>
          <p:cNvPr id="10" name="Text 7">
            <a:extLst xmlns:a="http://schemas.openxmlformats.org/drawingml/2006/main">
              <a:ext uri="{FF2B5EF4-FFF2-40B4-BE49-F238E27FC236}">
                <a16:creationId xmlns:a16="http://schemas.microsoft.com/office/drawing/2014/main" id="{6BDC3E2B-24B3-4ED2-BC74-EC5D935CDAE3}"/>
              </a:ext>
            </a:extLst>
          </p:cNvPr>
          <p:cNvSpPr>
            <a:spLocks xmlns:a="http://schemas.openxmlformats.org/drawingml/2006/main" noGrp="1"/>
          </p:cNvSpPr>
          <p:nvPr/>
        </p:nvSpPr>
        <p:spPr>
          <a:xfrm xmlns:a="http://schemas.openxmlformats.org/drawingml/2006/main">
            <a:off x="7874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17/6</a:t>
            </a:r>
            <a:endParaRPr sz="1200"/>
          </a:p>
        </p:txBody>
      </p:sp>
      <p:sp>
        <p:nvSpPr>
          <p:cNvPr id="11" name="Text 8">
            <a:extLst xmlns:a="http://schemas.openxmlformats.org/drawingml/2006/main">
              <a:ext uri="{FF2B5EF4-FFF2-40B4-BE49-F238E27FC236}">
                <a16:creationId xmlns:a16="http://schemas.microsoft.com/office/drawing/2014/main" id="{0A21539B-0493-4897-A1DC-0ABA31F1E252}"/>
              </a:ext>
            </a:extLst>
          </p:cNvPr>
          <p:cNvSpPr>
            <a:spLocks xmlns:a="http://schemas.openxmlformats.org/drawingml/2006/main" noGrp="1"/>
          </p:cNvSpPr>
          <p:nvPr/>
        </p:nvSpPr>
        <p:spPr>
          <a:xfrm xmlns:a="http://schemas.openxmlformats.org/drawingml/2006/main">
            <a:off x="1238250" y="37401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316</a:t>
            </a:r>
            <a:endParaRPr sz="1200"/>
          </a:p>
        </p:txBody>
      </p:sp>
      <p:sp>
        <p:nvSpPr>
          <p:cNvPr id="12" name="Text 9">
            <a:extLst xmlns:a="http://schemas.openxmlformats.org/drawingml/2006/main">
              <a:ext uri="{FF2B5EF4-FFF2-40B4-BE49-F238E27FC236}">
                <a16:creationId xmlns:a16="http://schemas.microsoft.com/office/drawing/2014/main" id="{105922B3-0288-4024-A954-2ED4CEDFC44C}"/>
              </a:ext>
            </a:extLst>
          </p:cNvPr>
          <p:cNvSpPr>
            <a:spLocks xmlns:a="http://schemas.openxmlformats.org/drawingml/2006/main" noGrp="1"/>
          </p:cNvSpPr>
          <p:nvPr/>
        </p:nvSpPr>
        <p:spPr>
          <a:xfrm xmlns:a="http://schemas.openxmlformats.org/drawingml/2006/main">
            <a:off x="12382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24/6</a:t>
            </a:r>
            <a:endParaRPr sz="1200"/>
          </a:p>
        </p:txBody>
      </p:sp>
      <p:sp>
        <p:nvSpPr>
          <p:cNvPr id="13" name="Text 10">
            <a:extLst xmlns:a="http://schemas.openxmlformats.org/drawingml/2006/main">
              <a:ext uri="{FF2B5EF4-FFF2-40B4-BE49-F238E27FC236}">
                <a16:creationId xmlns:a16="http://schemas.microsoft.com/office/drawing/2014/main" id="{5130DD72-F974-4A0F-A711-FAAF8DB19E7A}"/>
              </a:ext>
            </a:extLst>
          </p:cNvPr>
          <p:cNvSpPr>
            <a:spLocks xmlns:a="http://schemas.openxmlformats.org/drawingml/2006/main" noGrp="1"/>
          </p:cNvSpPr>
          <p:nvPr/>
        </p:nvSpPr>
        <p:spPr>
          <a:xfrm xmlns:a="http://schemas.openxmlformats.org/drawingml/2006/main">
            <a:off x="1695450" y="30289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383</a:t>
            </a:r>
            <a:endParaRPr sz="1200"/>
          </a:p>
        </p:txBody>
      </p:sp>
      <p:sp>
        <p:nvSpPr>
          <p:cNvPr id="14" name="Text 11">
            <a:extLst xmlns:a="http://schemas.openxmlformats.org/drawingml/2006/main">
              <a:ext uri="{FF2B5EF4-FFF2-40B4-BE49-F238E27FC236}">
                <a16:creationId xmlns:a16="http://schemas.microsoft.com/office/drawing/2014/main" id="{0F718341-491E-4A7D-B664-D2D234D43EDF}"/>
              </a:ext>
            </a:extLst>
          </p:cNvPr>
          <p:cNvSpPr>
            <a:spLocks xmlns:a="http://schemas.openxmlformats.org/drawingml/2006/main" noGrp="1"/>
          </p:cNvSpPr>
          <p:nvPr/>
        </p:nvSpPr>
        <p:spPr>
          <a:xfrm xmlns:a="http://schemas.openxmlformats.org/drawingml/2006/main">
            <a:off x="16954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8/7</a:t>
            </a:r>
            <a:endParaRPr sz="1200"/>
          </a:p>
        </p:txBody>
      </p:sp>
      <p:sp>
        <p:nvSpPr>
          <p:cNvPr id="15" name="Text 12">
            <a:extLst xmlns:a="http://schemas.openxmlformats.org/drawingml/2006/main">
              <a:ext uri="{FF2B5EF4-FFF2-40B4-BE49-F238E27FC236}">
                <a16:creationId xmlns:a16="http://schemas.microsoft.com/office/drawing/2014/main" id="{1FC40145-9F7E-4123-87BF-A50E901AF83E}"/>
              </a:ext>
            </a:extLst>
          </p:cNvPr>
          <p:cNvSpPr>
            <a:spLocks xmlns:a="http://schemas.openxmlformats.org/drawingml/2006/main" noGrp="1"/>
          </p:cNvSpPr>
          <p:nvPr/>
        </p:nvSpPr>
        <p:spPr>
          <a:xfrm xmlns:a="http://schemas.openxmlformats.org/drawingml/2006/main">
            <a:off x="2146300" y="38671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304</a:t>
            </a:r>
            <a:endParaRPr sz="1200"/>
          </a:p>
        </p:txBody>
      </p:sp>
      <p:sp>
        <p:nvSpPr>
          <p:cNvPr id="16" name="Text 13">
            <a:extLst xmlns:a="http://schemas.openxmlformats.org/drawingml/2006/main">
              <a:ext uri="{FF2B5EF4-FFF2-40B4-BE49-F238E27FC236}">
                <a16:creationId xmlns:a16="http://schemas.microsoft.com/office/drawing/2014/main" id="{1B18FDD2-A5FC-448A-AD31-62206B2AF44B}"/>
              </a:ext>
            </a:extLst>
          </p:cNvPr>
          <p:cNvSpPr>
            <a:spLocks xmlns:a="http://schemas.openxmlformats.org/drawingml/2006/main" noGrp="1"/>
          </p:cNvSpPr>
          <p:nvPr/>
        </p:nvSpPr>
        <p:spPr>
          <a:xfrm xmlns:a="http://schemas.openxmlformats.org/drawingml/2006/main">
            <a:off x="21463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15/7</a:t>
            </a:r>
            <a:endParaRPr sz="1200"/>
          </a:p>
        </p:txBody>
      </p:sp>
      <p:sp>
        <p:nvSpPr>
          <p:cNvPr id="17" name="Text 14">
            <a:extLst xmlns:a="http://schemas.openxmlformats.org/drawingml/2006/main">
              <a:ext uri="{FF2B5EF4-FFF2-40B4-BE49-F238E27FC236}">
                <a16:creationId xmlns:a16="http://schemas.microsoft.com/office/drawing/2014/main" id="{0F2A996C-DE65-4E9F-A6B4-C893E12D2C00}"/>
              </a:ext>
            </a:extLst>
          </p:cNvPr>
          <p:cNvSpPr>
            <a:spLocks xmlns:a="http://schemas.openxmlformats.org/drawingml/2006/main" noGrp="1"/>
          </p:cNvSpPr>
          <p:nvPr/>
        </p:nvSpPr>
        <p:spPr>
          <a:xfrm xmlns:a="http://schemas.openxmlformats.org/drawingml/2006/main">
            <a:off x="2603500" y="23749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445</a:t>
            </a:r>
            <a:endParaRPr sz="1200"/>
          </a:p>
        </p:txBody>
      </p:sp>
      <p:sp>
        <p:nvSpPr>
          <p:cNvPr id="18" name="Text 15">
            <a:extLst xmlns:a="http://schemas.openxmlformats.org/drawingml/2006/main">
              <a:ext uri="{FF2B5EF4-FFF2-40B4-BE49-F238E27FC236}">
                <a16:creationId xmlns:a16="http://schemas.microsoft.com/office/drawing/2014/main" id="{DC8623CC-F589-4DF6-BB81-45F339EBFCB4}"/>
              </a:ext>
            </a:extLst>
          </p:cNvPr>
          <p:cNvSpPr>
            <a:spLocks xmlns:a="http://schemas.openxmlformats.org/drawingml/2006/main" noGrp="1"/>
          </p:cNvSpPr>
          <p:nvPr/>
        </p:nvSpPr>
        <p:spPr>
          <a:xfrm xmlns:a="http://schemas.openxmlformats.org/drawingml/2006/main">
            <a:off x="26035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24/7</a:t>
            </a:r>
            <a:endParaRPr sz="1200"/>
          </a:p>
        </p:txBody>
      </p:sp>
      <p:sp>
        <p:nvSpPr>
          <p:cNvPr id="19" name="Text 16">
            <a:extLst xmlns:a="http://schemas.openxmlformats.org/drawingml/2006/main">
              <a:ext uri="{FF2B5EF4-FFF2-40B4-BE49-F238E27FC236}">
                <a16:creationId xmlns:a16="http://schemas.microsoft.com/office/drawing/2014/main" id="{B7889276-3330-438D-B05E-CE9C99C468C6}"/>
              </a:ext>
            </a:extLst>
          </p:cNvPr>
          <p:cNvSpPr>
            <a:spLocks xmlns:a="http://schemas.openxmlformats.org/drawingml/2006/main" noGrp="1"/>
          </p:cNvSpPr>
          <p:nvPr/>
        </p:nvSpPr>
        <p:spPr>
          <a:xfrm xmlns:a="http://schemas.openxmlformats.org/drawingml/2006/main">
            <a:off x="3054350" y="29654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389</a:t>
            </a:r>
            <a:endParaRPr sz="1200"/>
          </a:p>
        </p:txBody>
      </p:sp>
      <p:sp>
        <p:nvSpPr>
          <p:cNvPr id="20" name="Text 17">
            <a:extLst xmlns:a="http://schemas.openxmlformats.org/drawingml/2006/main">
              <a:ext uri="{FF2B5EF4-FFF2-40B4-BE49-F238E27FC236}">
                <a16:creationId xmlns:a16="http://schemas.microsoft.com/office/drawing/2014/main" id="{FF7A6E3C-74E0-4D9C-A187-970C0C57A694}"/>
              </a:ext>
            </a:extLst>
          </p:cNvPr>
          <p:cNvSpPr>
            <a:spLocks xmlns:a="http://schemas.openxmlformats.org/drawingml/2006/main" noGrp="1"/>
          </p:cNvSpPr>
          <p:nvPr/>
        </p:nvSpPr>
        <p:spPr>
          <a:xfrm xmlns:a="http://schemas.openxmlformats.org/drawingml/2006/main">
            <a:off x="30543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30/7</a:t>
            </a:r>
            <a:endParaRPr sz="1200"/>
          </a:p>
        </p:txBody>
      </p:sp>
      <p:sp>
        <p:nvSpPr>
          <p:cNvPr id="21" name="Text 18">
            <a:extLst xmlns:a="http://schemas.openxmlformats.org/drawingml/2006/main">
              <a:ext uri="{FF2B5EF4-FFF2-40B4-BE49-F238E27FC236}">
                <a16:creationId xmlns:a16="http://schemas.microsoft.com/office/drawing/2014/main" id="{A77A820E-8475-430A-80A5-E5EAEADDA448}"/>
              </a:ext>
            </a:extLst>
          </p:cNvPr>
          <p:cNvSpPr>
            <a:spLocks xmlns:a="http://schemas.openxmlformats.org/drawingml/2006/main" noGrp="1"/>
          </p:cNvSpPr>
          <p:nvPr/>
        </p:nvSpPr>
        <p:spPr>
          <a:xfrm xmlns:a="http://schemas.openxmlformats.org/drawingml/2006/main">
            <a:off x="3511550" y="26289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421</a:t>
            </a:r>
            <a:endParaRPr sz="1200"/>
          </a:p>
        </p:txBody>
      </p:sp>
      <p:sp>
        <p:nvSpPr>
          <p:cNvPr id="22" name="Text 19">
            <a:extLst xmlns:a="http://schemas.openxmlformats.org/drawingml/2006/main">
              <a:ext uri="{FF2B5EF4-FFF2-40B4-BE49-F238E27FC236}">
                <a16:creationId xmlns:a16="http://schemas.microsoft.com/office/drawing/2014/main" id="{B2DD432F-31D3-41BD-8E18-9D05524F3F97}"/>
              </a:ext>
            </a:extLst>
          </p:cNvPr>
          <p:cNvSpPr>
            <a:spLocks xmlns:a="http://schemas.openxmlformats.org/drawingml/2006/main" noGrp="1"/>
          </p:cNvSpPr>
          <p:nvPr/>
        </p:nvSpPr>
        <p:spPr>
          <a:xfrm xmlns:a="http://schemas.openxmlformats.org/drawingml/2006/main">
            <a:off x="35115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7/8</a:t>
            </a:r>
            <a:endParaRPr sz="1200"/>
          </a:p>
        </p:txBody>
      </p:sp>
      <p:sp>
        <p:nvSpPr>
          <p:cNvPr id="23" name="Text 20">
            <a:extLst xmlns:a="http://schemas.openxmlformats.org/drawingml/2006/main">
              <a:ext uri="{FF2B5EF4-FFF2-40B4-BE49-F238E27FC236}">
                <a16:creationId xmlns:a16="http://schemas.microsoft.com/office/drawing/2014/main" id="{6C466926-73C2-480D-A79B-27A8F09837B9}"/>
              </a:ext>
            </a:extLst>
          </p:cNvPr>
          <p:cNvSpPr>
            <a:spLocks xmlns:a="http://schemas.openxmlformats.org/drawingml/2006/main" noGrp="1"/>
          </p:cNvSpPr>
          <p:nvPr/>
        </p:nvSpPr>
        <p:spPr>
          <a:xfrm xmlns:a="http://schemas.openxmlformats.org/drawingml/2006/main">
            <a:off x="3962400" y="34226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346</a:t>
            </a:r>
            <a:endParaRPr sz="1200"/>
          </a:p>
        </p:txBody>
      </p:sp>
      <p:sp>
        <p:nvSpPr>
          <p:cNvPr id="24" name="Text 21">
            <a:extLst xmlns:a="http://schemas.openxmlformats.org/drawingml/2006/main">
              <a:ext uri="{FF2B5EF4-FFF2-40B4-BE49-F238E27FC236}">
                <a16:creationId xmlns:a16="http://schemas.microsoft.com/office/drawing/2014/main" id="{DC13A247-1278-4AB8-9318-C8BB6279F29F}"/>
              </a:ext>
            </a:extLst>
          </p:cNvPr>
          <p:cNvSpPr>
            <a:spLocks xmlns:a="http://schemas.openxmlformats.org/drawingml/2006/main" noGrp="1"/>
          </p:cNvSpPr>
          <p:nvPr/>
        </p:nvSpPr>
        <p:spPr>
          <a:xfrm xmlns:a="http://schemas.openxmlformats.org/drawingml/2006/main">
            <a:off x="39624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13/8</a:t>
            </a:r>
            <a:endParaRPr sz="1200"/>
          </a:p>
        </p:txBody>
      </p:sp>
      <p:sp>
        <p:nvSpPr>
          <p:cNvPr id="25" name="Text 22">
            <a:extLst xmlns:a="http://schemas.openxmlformats.org/drawingml/2006/main">
              <a:ext uri="{FF2B5EF4-FFF2-40B4-BE49-F238E27FC236}">
                <a16:creationId xmlns:a16="http://schemas.microsoft.com/office/drawing/2014/main" id="{64610D20-7643-4D40-AC29-C21E0B960C4A}"/>
              </a:ext>
            </a:extLst>
          </p:cNvPr>
          <p:cNvSpPr>
            <a:spLocks xmlns:a="http://schemas.openxmlformats.org/drawingml/2006/main" noGrp="1"/>
          </p:cNvSpPr>
          <p:nvPr/>
        </p:nvSpPr>
        <p:spPr>
          <a:xfrm xmlns:a="http://schemas.openxmlformats.org/drawingml/2006/main">
            <a:off x="4413250" y="31877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368</a:t>
            </a:r>
            <a:endParaRPr sz="1200"/>
          </a:p>
        </p:txBody>
      </p:sp>
      <p:sp>
        <p:nvSpPr>
          <p:cNvPr id="26" name="Text 23">
            <a:extLst xmlns:a="http://schemas.openxmlformats.org/drawingml/2006/main">
              <a:ext uri="{FF2B5EF4-FFF2-40B4-BE49-F238E27FC236}">
                <a16:creationId xmlns:a16="http://schemas.microsoft.com/office/drawing/2014/main" id="{2B8726C9-2C55-450E-A177-1586E5D049C6}"/>
              </a:ext>
            </a:extLst>
          </p:cNvPr>
          <p:cNvSpPr>
            <a:spLocks xmlns:a="http://schemas.openxmlformats.org/drawingml/2006/main" noGrp="1"/>
          </p:cNvSpPr>
          <p:nvPr/>
        </p:nvSpPr>
        <p:spPr>
          <a:xfrm xmlns:a="http://schemas.openxmlformats.org/drawingml/2006/main">
            <a:off x="44132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21/8</a:t>
            </a:r>
            <a:endParaRPr sz="1200"/>
          </a:p>
        </p:txBody>
      </p:sp>
      <p:sp>
        <p:nvSpPr>
          <p:cNvPr id="27" name="Text 24">
            <a:extLst xmlns:a="http://schemas.openxmlformats.org/drawingml/2006/main">
              <a:ext uri="{FF2B5EF4-FFF2-40B4-BE49-F238E27FC236}">
                <a16:creationId xmlns:a16="http://schemas.microsoft.com/office/drawing/2014/main" id="{F7D00048-0797-4350-8F93-2656EA55D468}"/>
              </a:ext>
            </a:extLst>
          </p:cNvPr>
          <p:cNvSpPr>
            <a:spLocks xmlns:a="http://schemas.openxmlformats.org/drawingml/2006/main" noGrp="1"/>
          </p:cNvSpPr>
          <p:nvPr/>
        </p:nvSpPr>
        <p:spPr>
          <a:xfrm xmlns:a="http://schemas.openxmlformats.org/drawingml/2006/main">
            <a:off x="4870450" y="39497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296</a:t>
            </a:r>
            <a:endParaRPr sz="1200"/>
          </a:p>
        </p:txBody>
      </p:sp>
      <p:sp>
        <p:nvSpPr>
          <p:cNvPr id="28" name="Text 25">
            <a:extLst xmlns:a="http://schemas.openxmlformats.org/drawingml/2006/main">
              <a:ext uri="{FF2B5EF4-FFF2-40B4-BE49-F238E27FC236}">
                <a16:creationId xmlns:a16="http://schemas.microsoft.com/office/drawing/2014/main" id="{56E27F62-DE6A-42BE-B60F-945DACCE16E4}"/>
              </a:ext>
            </a:extLst>
          </p:cNvPr>
          <p:cNvSpPr>
            <a:spLocks xmlns:a="http://schemas.openxmlformats.org/drawingml/2006/main" noGrp="1"/>
          </p:cNvSpPr>
          <p:nvPr/>
        </p:nvSpPr>
        <p:spPr>
          <a:xfrm xmlns:a="http://schemas.openxmlformats.org/drawingml/2006/main">
            <a:off x="48704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28/8</a:t>
            </a:r>
            <a:endParaRPr sz="1200"/>
          </a:p>
        </p:txBody>
      </p:sp>
      <p:sp>
        <p:nvSpPr>
          <p:cNvPr id="29" name="Text 26">
            <a:extLst xmlns:a="http://schemas.openxmlformats.org/drawingml/2006/main">
              <a:ext uri="{FF2B5EF4-FFF2-40B4-BE49-F238E27FC236}">
                <a16:creationId xmlns:a16="http://schemas.microsoft.com/office/drawing/2014/main" id="{B4185F2A-3DAA-47A1-BEFA-98F41E2A4CB6}"/>
              </a:ext>
            </a:extLst>
          </p:cNvPr>
          <p:cNvSpPr>
            <a:spLocks xmlns:a="http://schemas.openxmlformats.org/drawingml/2006/main" noGrp="1"/>
          </p:cNvSpPr>
          <p:nvPr/>
        </p:nvSpPr>
        <p:spPr>
          <a:xfrm xmlns:a="http://schemas.openxmlformats.org/drawingml/2006/main">
            <a:off x="5321300" y="3073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379</a:t>
            </a:r>
            <a:endParaRPr sz="1200"/>
          </a:p>
        </p:txBody>
      </p:sp>
      <p:sp>
        <p:nvSpPr>
          <p:cNvPr id="30" name="Text 27">
            <a:extLst xmlns:a="http://schemas.openxmlformats.org/drawingml/2006/main">
              <a:ext uri="{FF2B5EF4-FFF2-40B4-BE49-F238E27FC236}">
                <a16:creationId xmlns:a16="http://schemas.microsoft.com/office/drawing/2014/main" id="{07740100-CCAC-4972-9F5F-362D478B65D3}"/>
              </a:ext>
            </a:extLst>
          </p:cNvPr>
          <p:cNvSpPr>
            <a:spLocks xmlns:a="http://schemas.openxmlformats.org/drawingml/2006/main" noGrp="1"/>
          </p:cNvSpPr>
          <p:nvPr/>
        </p:nvSpPr>
        <p:spPr>
          <a:xfrm xmlns:a="http://schemas.openxmlformats.org/drawingml/2006/main">
            <a:off x="53213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4/9</a:t>
            </a:r>
            <a:endParaRPr sz="1200"/>
          </a:p>
        </p:txBody>
      </p:sp>
      <p:sp>
        <p:nvSpPr>
          <p:cNvPr id="31" name="Text 28">
            <a:extLst xmlns:a="http://schemas.openxmlformats.org/drawingml/2006/main">
              <a:ext uri="{FF2B5EF4-FFF2-40B4-BE49-F238E27FC236}">
                <a16:creationId xmlns:a16="http://schemas.microsoft.com/office/drawing/2014/main" id="{B3EEAD2B-26C3-44C2-93EE-9D8AC75BC599}"/>
              </a:ext>
            </a:extLst>
          </p:cNvPr>
          <p:cNvSpPr>
            <a:spLocks xmlns:a="http://schemas.openxmlformats.org/drawingml/2006/main" noGrp="1"/>
          </p:cNvSpPr>
          <p:nvPr/>
        </p:nvSpPr>
        <p:spPr>
          <a:xfrm xmlns:a="http://schemas.openxmlformats.org/drawingml/2006/main">
            <a:off x="5778500" y="41592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276</a:t>
            </a:r>
            <a:endParaRPr sz="1200"/>
          </a:p>
        </p:txBody>
      </p:sp>
      <p:sp>
        <p:nvSpPr>
          <p:cNvPr id="32" name="Text 29">
            <a:extLst xmlns:a="http://schemas.openxmlformats.org/drawingml/2006/main">
              <a:ext uri="{FF2B5EF4-FFF2-40B4-BE49-F238E27FC236}">
                <a16:creationId xmlns:a16="http://schemas.microsoft.com/office/drawing/2014/main" id="{7D55F233-D1B4-4BE5-9125-825A92ACD76B}"/>
              </a:ext>
            </a:extLst>
          </p:cNvPr>
          <p:cNvSpPr>
            <a:spLocks xmlns:a="http://schemas.openxmlformats.org/drawingml/2006/main" noGrp="1"/>
          </p:cNvSpPr>
          <p:nvPr/>
        </p:nvSpPr>
        <p:spPr>
          <a:xfrm xmlns:a="http://schemas.openxmlformats.org/drawingml/2006/main">
            <a:off x="57785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11/9</a:t>
            </a:r>
            <a:endParaRPr sz="1200"/>
          </a:p>
        </p:txBody>
      </p:sp>
      <p:sp>
        <p:nvSpPr>
          <p:cNvPr id="33" name="Text 30">
            <a:extLst xmlns:a="http://schemas.openxmlformats.org/drawingml/2006/main">
              <a:ext uri="{FF2B5EF4-FFF2-40B4-BE49-F238E27FC236}">
                <a16:creationId xmlns:a16="http://schemas.microsoft.com/office/drawing/2014/main" id="{34C663DC-CBBB-48C3-AB9C-D341D91CA05E}"/>
              </a:ext>
            </a:extLst>
          </p:cNvPr>
          <p:cNvSpPr>
            <a:spLocks xmlns:a="http://schemas.openxmlformats.org/drawingml/2006/main" noGrp="1"/>
          </p:cNvSpPr>
          <p:nvPr/>
        </p:nvSpPr>
        <p:spPr>
          <a:xfrm xmlns:a="http://schemas.openxmlformats.org/drawingml/2006/main">
            <a:off x="6229350" y="35496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334</a:t>
            </a:r>
            <a:endParaRPr sz="1200"/>
          </a:p>
        </p:txBody>
      </p:sp>
      <p:sp>
        <p:nvSpPr>
          <p:cNvPr id="34" name="Text 31">
            <a:extLst xmlns:a="http://schemas.openxmlformats.org/drawingml/2006/main">
              <a:ext uri="{FF2B5EF4-FFF2-40B4-BE49-F238E27FC236}">
                <a16:creationId xmlns:a16="http://schemas.microsoft.com/office/drawing/2014/main" id="{DE1BFC98-A913-47D3-887C-DAD4A32137BC}"/>
              </a:ext>
            </a:extLst>
          </p:cNvPr>
          <p:cNvSpPr>
            <a:spLocks xmlns:a="http://schemas.openxmlformats.org/drawingml/2006/main" noGrp="1"/>
          </p:cNvSpPr>
          <p:nvPr/>
        </p:nvSpPr>
        <p:spPr>
          <a:xfrm xmlns:a="http://schemas.openxmlformats.org/drawingml/2006/main">
            <a:off x="62293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18/9</a:t>
            </a:r>
            <a:endParaRPr sz="1200"/>
          </a:p>
        </p:txBody>
      </p:sp>
      <p:sp>
        <p:nvSpPr>
          <p:cNvPr id="35" name="Text 32">
            <a:extLst xmlns:a="http://schemas.openxmlformats.org/drawingml/2006/main">
              <a:ext uri="{FF2B5EF4-FFF2-40B4-BE49-F238E27FC236}">
                <a16:creationId xmlns:a16="http://schemas.microsoft.com/office/drawing/2014/main" id="{562E8368-3A8C-4782-9BD5-842348CFDF48}"/>
              </a:ext>
            </a:extLst>
          </p:cNvPr>
          <p:cNvSpPr>
            <a:spLocks xmlns:a="http://schemas.openxmlformats.org/drawingml/2006/main" noGrp="1"/>
          </p:cNvSpPr>
          <p:nvPr/>
        </p:nvSpPr>
        <p:spPr>
          <a:xfrm xmlns:a="http://schemas.openxmlformats.org/drawingml/2006/main">
            <a:off x="6686550" y="38735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303</a:t>
            </a:r>
            <a:endParaRPr sz="1200"/>
          </a:p>
        </p:txBody>
      </p:sp>
      <p:sp>
        <p:nvSpPr>
          <p:cNvPr id="36" name="Text 33">
            <a:extLst xmlns:a="http://schemas.openxmlformats.org/drawingml/2006/main">
              <a:ext uri="{FF2B5EF4-FFF2-40B4-BE49-F238E27FC236}">
                <a16:creationId xmlns:a16="http://schemas.microsoft.com/office/drawing/2014/main" id="{5199FE49-6C48-48D5-A610-6AB2E816DFA1}"/>
              </a:ext>
            </a:extLst>
          </p:cNvPr>
          <p:cNvSpPr>
            <a:spLocks xmlns:a="http://schemas.openxmlformats.org/drawingml/2006/main" noGrp="1"/>
          </p:cNvSpPr>
          <p:nvPr/>
        </p:nvSpPr>
        <p:spPr>
          <a:xfrm xmlns:a="http://schemas.openxmlformats.org/drawingml/2006/main">
            <a:off x="66865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25/9</a:t>
            </a:r>
            <a:endParaRPr sz="1200"/>
          </a:p>
        </p:txBody>
      </p:sp>
      <p:sp>
        <p:nvSpPr>
          <p:cNvPr id="37" name="Text 34">
            <a:extLst xmlns:a="http://schemas.openxmlformats.org/drawingml/2006/main">
              <a:ext uri="{FF2B5EF4-FFF2-40B4-BE49-F238E27FC236}">
                <a16:creationId xmlns:a16="http://schemas.microsoft.com/office/drawing/2014/main" id="{DEA42401-24C9-4A09-A015-89DE70A0B53F}"/>
              </a:ext>
            </a:extLst>
          </p:cNvPr>
          <p:cNvSpPr>
            <a:spLocks xmlns:a="http://schemas.openxmlformats.org/drawingml/2006/main" noGrp="1"/>
          </p:cNvSpPr>
          <p:nvPr/>
        </p:nvSpPr>
        <p:spPr>
          <a:xfrm xmlns:a="http://schemas.openxmlformats.org/drawingml/2006/main">
            <a:off x="7137400" y="42799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265</a:t>
            </a:r>
            <a:endParaRPr sz="1200"/>
          </a:p>
        </p:txBody>
      </p:sp>
      <p:sp>
        <p:nvSpPr>
          <p:cNvPr id="38" name="Text 35">
            <a:extLst xmlns:a="http://schemas.openxmlformats.org/drawingml/2006/main">
              <a:ext uri="{FF2B5EF4-FFF2-40B4-BE49-F238E27FC236}">
                <a16:creationId xmlns:a16="http://schemas.microsoft.com/office/drawing/2014/main" id="{204F5311-3239-4549-851B-49BC6703E2B3}"/>
              </a:ext>
            </a:extLst>
          </p:cNvPr>
          <p:cNvSpPr>
            <a:spLocks xmlns:a="http://schemas.openxmlformats.org/drawingml/2006/main" noGrp="1"/>
          </p:cNvSpPr>
          <p:nvPr/>
        </p:nvSpPr>
        <p:spPr>
          <a:xfrm xmlns:a="http://schemas.openxmlformats.org/drawingml/2006/main">
            <a:off x="71374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2/10</a:t>
            </a:r>
            <a:endParaRPr sz="1200"/>
          </a:p>
        </p:txBody>
      </p:sp>
      <p:sp>
        <p:nvSpPr>
          <p:cNvPr id="39" name="Shape 36">
            <a:extLst xmlns:a="http://schemas.openxmlformats.org/drawingml/2006/main">
              <a:ext uri="{FF2B5EF4-FFF2-40B4-BE49-F238E27FC236}">
                <a16:creationId xmlns:a16="http://schemas.microsoft.com/office/drawing/2014/main" id="{99061E76-D6FC-4626-B88C-854842837D5E}"/>
              </a:ext>
            </a:extLst>
          </p:cNvPr>
          <p:cNvSpPr>
            <a:spLocks xmlns:a="http://schemas.openxmlformats.org/drawingml/2006/main" noGrp="1"/>
          </p:cNvSpPr>
          <p:nvPr/>
        </p:nvSpPr>
        <p:spPr>
          <a:xfrm xmlns:a="http://schemas.openxmlformats.org/drawingml/2006/main">
            <a:off x="8131175" y="2098675"/>
            <a:ext cx="3244850" cy="1207691"/>
          </a:xfrm>
          <a:prstGeom xmlns:a="http://schemas.openxmlformats.org/drawingml/2006/main" prst="roundRect">
            <a:avLst>
              <a:gd name="adj" fmla="val 7098"/>
            </a:avLst>
          </a:prstGeom>
          <a:solidFill xmlns:a="http://schemas.openxmlformats.org/drawingml/2006/main">
            <a:srgbClr val="FCFDFB"/>
          </a:solidFill>
          <a:ln xmlns:a="http://schemas.openxmlformats.org/drawingml/2006/main" w="6350">
            <a:solidFill>
              <a:srgbClr val="D3E2D7"/>
            </a:solidFill>
            <a:prstDash val="solid"/>
          </a:ln>
        </p:spPr>
      </p:sp>
      <p:sp>
        <p:nvSpPr>
          <p:cNvPr id="40" name="Text 37">
            <a:extLst xmlns:a="http://schemas.openxmlformats.org/drawingml/2006/main">
              <a:ext uri="{FF2B5EF4-FFF2-40B4-BE49-F238E27FC236}">
                <a16:creationId xmlns:a16="http://schemas.microsoft.com/office/drawing/2014/main" id="{E69DE9A2-38CB-4D77-ABBF-876D466E6488}"/>
              </a:ext>
            </a:extLst>
          </p:cNvPr>
          <p:cNvSpPr>
            <a:spLocks xmlns:a="http://schemas.openxmlformats.org/drawingml/2006/main" noGrp="1"/>
          </p:cNvSpPr>
          <p:nvPr/>
        </p:nvSpPr>
        <p:spPr>
          <a:xfrm xmlns:a="http://schemas.openxmlformats.org/drawingml/2006/main">
            <a:off x="8286750" y="2228850"/>
            <a:ext cx="302171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Ricardone · espera Playa 1</a:t>
            </a:r>
            <a:endParaRPr sz="1200"/>
          </a:p>
        </p:txBody>
      </p:sp>
      <p:sp>
        <p:nvSpPr>
          <p:cNvPr id="41" name="Text 38">
            <a:extLst xmlns:a="http://schemas.openxmlformats.org/drawingml/2006/main">
              <a:ext uri="{FF2B5EF4-FFF2-40B4-BE49-F238E27FC236}">
                <a16:creationId xmlns:a16="http://schemas.microsoft.com/office/drawing/2014/main" id="{C7940612-EBFA-49A9-8F15-B999A692E78E}"/>
              </a:ext>
            </a:extLst>
          </p:cNvPr>
          <p:cNvSpPr>
            <a:spLocks xmlns:a="http://schemas.openxmlformats.org/drawingml/2006/main" noGrp="1"/>
          </p:cNvSpPr>
          <p:nvPr/>
        </p:nvSpPr>
        <p:spPr>
          <a:xfrm xmlns:a="http://schemas.openxmlformats.org/drawingml/2006/main">
            <a:off x="8286750" y="2551410"/>
            <a:ext cx="1360051" cy="3987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940"/>
              </a:lnSpc>
              <a:buNone/>
            </a:pPr>
            <a:r>
              <a:rPr sz="2800" b="1">
                <a:solidFill>
                  <a:srgbClr val="0B5638"/>
                </a:solidFill>
                <a:latin typeface="IBM Plex Sans"/>
                <a:ea typeface="IBM Plex Sans"/>
                <a:cs typeface="IBM Plex Sans"/>
              </a:rPr>
              <a:t>74 min</a:t>
            </a:r>
            <a:endParaRPr sz="2800"/>
          </a:p>
        </p:txBody>
      </p:sp>
      <p:pic>
        <p:nvPicPr>
          <p:cNvPr id="98" name="Image 1"/>
          <p:cNvPicPr>
            <a:picLocks xmlns:a="http://schemas.openxmlformats.org/drawingml/2006/main" noChangeAspect="1"/>
          </p:cNvPicPr>
          <p:nvPr/>
        </p:nvPicPr>
        <p:blipFill>
          <a:blip xmlns:r="http://schemas.openxmlformats.org/officeDocument/2006/relationships" xmlns:a="http://schemas.openxmlformats.org/drawingml/2006/main" r:embed="R15d4858d2ee14e8c"/>
          <a:srcRect xmlns:a="http://schemas.openxmlformats.org/drawingml/2006/main" l="0" t="0" r="0" b="0"/>
          <a:stretch xmlns:a="http://schemas.openxmlformats.org/drawingml/2006/main"/>
        </p:blipFill>
        <p:spPr>
          <a:xfrm xmlns:a="http://schemas.openxmlformats.org/drawingml/2006/main">
            <a:off x="9823450" y="2480270"/>
            <a:ext cx="1397000" cy="444500"/>
          </a:xfrm>
          <a:prstGeom xmlns:a="http://schemas.openxmlformats.org/drawingml/2006/main" prst="rect">
            <a:avLst/>
          </a:prstGeom>
        </p:spPr>
      </p:pic>
      <p:sp>
        <p:nvSpPr>
          <p:cNvPr id="43" name="Text 39">
            <a:extLst xmlns:a="http://schemas.openxmlformats.org/drawingml/2006/main">
              <a:ext uri="{FF2B5EF4-FFF2-40B4-BE49-F238E27FC236}">
                <a16:creationId xmlns:a16="http://schemas.microsoft.com/office/drawing/2014/main" id="{EBC111E7-30EA-41D4-B814-D657F076754E}"/>
              </a:ext>
            </a:extLst>
          </p:cNvPr>
          <p:cNvSpPr>
            <a:spLocks xmlns:a="http://schemas.openxmlformats.org/drawingml/2006/main" noGrp="1"/>
          </p:cNvSpPr>
          <p:nvPr/>
        </p:nvSpPr>
        <p:spPr>
          <a:xfrm xmlns:a="http://schemas.openxmlformats.org/drawingml/2006/main">
            <a:off x="8286750" y="2962870"/>
            <a:ext cx="302171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Promedio desde junio: 120</a:t>
            </a:r>
            <a:endParaRPr sz="1200"/>
          </a:p>
        </p:txBody>
      </p:sp>
      <p:sp>
        <p:nvSpPr>
          <p:cNvPr id="44" name="Shape 40">
            <a:extLst xmlns:a="http://schemas.openxmlformats.org/drawingml/2006/main">
              <a:ext uri="{FF2B5EF4-FFF2-40B4-BE49-F238E27FC236}">
                <a16:creationId xmlns:a16="http://schemas.microsoft.com/office/drawing/2014/main" id="{B0B482E5-B0E5-4706-808F-575E6E698E40}"/>
              </a:ext>
            </a:extLst>
          </p:cNvPr>
          <p:cNvSpPr>
            <a:spLocks xmlns:a="http://schemas.openxmlformats.org/drawingml/2006/main" noGrp="1"/>
          </p:cNvSpPr>
          <p:nvPr/>
        </p:nvSpPr>
        <p:spPr>
          <a:xfrm xmlns:a="http://schemas.openxmlformats.org/drawingml/2006/main">
            <a:off x="8131175" y="3439716"/>
            <a:ext cx="3244850" cy="1207691"/>
          </a:xfrm>
          <a:prstGeom xmlns:a="http://schemas.openxmlformats.org/drawingml/2006/main" prst="roundRect">
            <a:avLst>
              <a:gd name="adj" fmla="val 7098"/>
            </a:avLst>
          </a:prstGeom>
          <a:solidFill xmlns:a="http://schemas.openxmlformats.org/drawingml/2006/main">
            <a:srgbClr val="FCFDFB"/>
          </a:solidFill>
          <a:ln xmlns:a="http://schemas.openxmlformats.org/drawingml/2006/main" w="6350">
            <a:solidFill>
              <a:srgbClr val="D3E2D7"/>
            </a:solidFill>
            <a:prstDash val="solid"/>
          </a:ln>
        </p:spPr>
      </p:sp>
      <p:sp>
        <p:nvSpPr>
          <p:cNvPr id="45" name="Text 41">
            <a:extLst xmlns:a="http://schemas.openxmlformats.org/drawingml/2006/main">
              <a:ext uri="{FF2B5EF4-FFF2-40B4-BE49-F238E27FC236}">
                <a16:creationId xmlns:a16="http://schemas.microsoft.com/office/drawing/2014/main" id="{FA08299B-9DBC-4E64-B6EE-449A4A360E08}"/>
              </a:ext>
            </a:extLst>
          </p:cNvPr>
          <p:cNvSpPr>
            <a:spLocks xmlns:a="http://schemas.openxmlformats.org/drawingml/2006/main" noGrp="1"/>
          </p:cNvSpPr>
          <p:nvPr/>
        </p:nvSpPr>
        <p:spPr>
          <a:xfrm xmlns:a="http://schemas.openxmlformats.org/drawingml/2006/main">
            <a:off x="8286750" y="3569891"/>
            <a:ext cx="302171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San Lorenzo · playa, descarga y salida</a:t>
            </a:r>
            <a:endParaRPr sz="1200"/>
          </a:p>
        </p:txBody>
      </p:sp>
      <p:sp>
        <p:nvSpPr>
          <p:cNvPr id="46" name="Text 42">
            <a:extLst xmlns:a="http://schemas.openxmlformats.org/drawingml/2006/main">
              <a:ext uri="{FF2B5EF4-FFF2-40B4-BE49-F238E27FC236}">
                <a16:creationId xmlns:a16="http://schemas.microsoft.com/office/drawing/2014/main" id="{DF5CBBDD-84A6-4618-81CD-7381F186EED2}"/>
              </a:ext>
            </a:extLst>
          </p:cNvPr>
          <p:cNvSpPr>
            <a:spLocks xmlns:a="http://schemas.openxmlformats.org/drawingml/2006/main" noGrp="1"/>
          </p:cNvSpPr>
          <p:nvPr/>
        </p:nvSpPr>
        <p:spPr>
          <a:xfrm xmlns:a="http://schemas.openxmlformats.org/drawingml/2006/main">
            <a:off x="8286750" y="3892451"/>
            <a:ext cx="1536700" cy="3987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940"/>
              </a:lnSpc>
              <a:buNone/>
            </a:pPr>
            <a:r>
              <a:rPr sz="2800" b="1">
                <a:solidFill>
                  <a:srgbClr val="6B55A3"/>
                </a:solidFill>
                <a:latin typeface="IBM Plex Sans"/>
                <a:ea typeface="IBM Plex Sans"/>
                <a:cs typeface="IBM Plex Sans"/>
              </a:rPr>
              <a:t>188 min</a:t>
            </a:r>
            <a:endParaRPr sz="2800"/>
          </a:p>
        </p:txBody>
      </p:sp>
      <p:pic>
        <p:nvPicPr>
          <p:cNvPr id="103" name="Image 2"/>
          <p:cNvPicPr>
            <a:picLocks xmlns:a="http://schemas.openxmlformats.org/drawingml/2006/main" noChangeAspect="1"/>
          </p:cNvPicPr>
          <p:nvPr/>
        </p:nvPicPr>
        <p:blipFill>
          <a:blip xmlns:r="http://schemas.openxmlformats.org/officeDocument/2006/relationships" xmlns:a="http://schemas.openxmlformats.org/drawingml/2006/main" r:embed="R24f54c4be88b464e"/>
          <a:srcRect xmlns:a="http://schemas.openxmlformats.org/drawingml/2006/main" l="0" t="0" r="0" b="0"/>
          <a:stretch xmlns:a="http://schemas.openxmlformats.org/drawingml/2006/main"/>
        </p:blipFill>
        <p:spPr>
          <a:xfrm xmlns:a="http://schemas.openxmlformats.org/drawingml/2006/main">
            <a:off x="9823450" y="3821311"/>
            <a:ext cx="1397000" cy="444500"/>
          </a:xfrm>
          <a:prstGeom xmlns:a="http://schemas.openxmlformats.org/drawingml/2006/main" prst="rect">
            <a:avLst/>
          </a:prstGeom>
        </p:spPr>
      </p:pic>
      <p:sp>
        <p:nvSpPr>
          <p:cNvPr id="48" name="Text 43">
            <a:extLst xmlns:a="http://schemas.openxmlformats.org/drawingml/2006/main">
              <a:ext uri="{FF2B5EF4-FFF2-40B4-BE49-F238E27FC236}">
                <a16:creationId xmlns:a16="http://schemas.microsoft.com/office/drawing/2014/main" id="{A2BBAED2-B5B0-4829-BC9B-82880F2DE426}"/>
              </a:ext>
            </a:extLst>
          </p:cNvPr>
          <p:cNvSpPr>
            <a:spLocks xmlns:a="http://schemas.openxmlformats.org/drawingml/2006/main" noGrp="1"/>
          </p:cNvSpPr>
          <p:nvPr/>
        </p:nvSpPr>
        <p:spPr>
          <a:xfrm xmlns:a="http://schemas.openxmlformats.org/drawingml/2006/main">
            <a:off x="8286750" y="4303911"/>
            <a:ext cx="302171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Promedio desde junio: 176</a:t>
            </a:r>
            <a:endParaRPr sz="1200"/>
          </a:p>
        </p:txBody>
      </p:sp>
      <p:sp>
        <p:nvSpPr>
          <p:cNvPr id="49" name="Shape 44">
            <a:extLst xmlns:a="http://schemas.openxmlformats.org/drawingml/2006/main">
              <a:ext uri="{FF2B5EF4-FFF2-40B4-BE49-F238E27FC236}">
                <a16:creationId xmlns:a16="http://schemas.microsoft.com/office/drawing/2014/main" id="{91F7C47B-889A-4330-B04D-BCE6EC5D16B8}"/>
              </a:ext>
            </a:extLst>
          </p:cNvPr>
          <p:cNvSpPr>
            <a:spLocks xmlns:a="http://schemas.openxmlformats.org/drawingml/2006/main" noGrp="1"/>
          </p:cNvSpPr>
          <p:nvPr/>
        </p:nvSpPr>
        <p:spPr>
          <a:xfrm xmlns:a="http://schemas.openxmlformats.org/drawingml/2006/main">
            <a:off x="8147050" y="4777581"/>
            <a:ext cx="0" cy="74404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50" name="Text 45">
            <a:extLst xmlns:a="http://schemas.openxmlformats.org/drawingml/2006/main">
              <a:ext uri="{FF2B5EF4-FFF2-40B4-BE49-F238E27FC236}">
                <a16:creationId xmlns:a16="http://schemas.microsoft.com/office/drawing/2014/main" id="{3D4887BC-7B5C-4DD0-BDD3-2E5719FC8C31}"/>
              </a:ext>
            </a:extLst>
          </p:cNvPr>
          <p:cNvSpPr>
            <a:spLocks xmlns:a="http://schemas.openxmlformats.org/drawingml/2006/main" noGrp="1"/>
          </p:cNvSpPr>
          <p:nvPr/>
        </p:nvSpPr>
        <p:spPr>
          <a:xfrm xmlns:a="http://schemas.openxmlformats.org/drawingml/2006/main">
            <a:off x="8293100" y="4802981"/>
            <a:ext cx="3178683" cy="718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La mejora vino otra vez de Ricardone; San Lorenzo quedó arriba de su promedio (188 contra 176).</a:t>
            </a:r>
            <a:endParaRPr sz="1300"/>
          </a:p>
        </p:txBody>
      </p:sp>
      <p:pic>
        <p:nvPicPr>
          <p:cNvPr id="107" name="Image 3"/>
          <p:cNvPicPr>
            <a:picLocks xmlns:a="http://schemas.openxmlformats.org/drawingml/2006/main" noChangeAspect="1"/>
          </p:cNvPicPr>
          <p:nvPr/>
        </p:nvPicPr>
        <p:blipFill>
          <a:blip xmlns:r="http://schemas.openxmlformats.org/officeDocument/2006/relationships" xmlns:a="http://schemas.openxmlformats.org/drawingml/2006/main" r:embed="Rd1447e4ccf4b4ef1"/>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52" name="Text 46">
            <a:extLst xmlns:a="http://schemas.openxmlformats.org/drawingml/2006/main">
              <a:ext uri="{FF2B5EF4-FFF2-40B4-BE49-F238E27FC236}">
                <a16:creationId xmlns:a16="http://schemas.microsoft.com/office/drawing/2014/main" id="{55E974D9-F996-4894-BEDD-F191585029B6}"/>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11</a:t>
            </a:r>
            <a:endParaRPr sz="1200"/>
          </a:p>
        </p:txBody>
      </p:sp>
      <p:pic>
        <p:nvPicPr>
          <p:cNvPr id="109" name="Image 4"/>
          <p:cNvPicPr>
            <a:picLocks xmlns:a="http://schemas.openxmlformats.org/drawingml/2006/main" noChangeAspect="1"/>
          </p:cNvPicPr>
          <p:nvPr/>
        </p:nvPicPr>
        <p:blipFill>
          <a:blip xmlns:r="http://schemas.openxmlformats.org/officeDocument/2006/relationships" xmlns:a="http://schemas.openxmlformats.org/drawingml/2006/main" r:embed="R1bdbd9f265294d50"/>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66211357"/>
      </p:ext>
    </p:extLst>
  </p:cSld>
</p:sld>
</file>

<file path=ppt/slides/slide12.xml><?xml version="1.0" encoding="utf-8"?>
<p:sld xmlns:p="http://schemas.openxmlformats.org/presentationml/2006/main">
  <p:cSld>
    <p:bg>
      <p:bgPr>
        <a:solidFill xmlns:a="http://schemas.openxmlformats.org/drawingml/2006/main">
          <a:srgbClr val="5E4428"/>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543E377-C0A3-4746-BDA8-5C6A7651E5DC}"/>
              </a:ext>
            </a:extLst>
          </p:cNvPr>
          <p:cNvSpPr>
            <a:spLocks xmlns:a="http://schemas.openxmlformats.org/drawingml/2006/main" noGrp="1"/>
          </p:cNvSpPr>
          <p:nvPr/>
        </p:nvSpPr>
        <p:spPr>
          <a:xfrm xmlns:a="http://schemas.openxmlformats.org/drawingml/2006/main">
            <a:off x="812800" y="2061865"/>
            <a:ext cx="10883392" cy="10414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8000"/>
              </a:lnSpc>
              <a:buNone/>
            </a:pPr>
            <a:r>
              <a:rPr sz="8000" b="1">
                <a:solidFill>
                  <a:srgbClr val="E3C9A3"/>
                </a:solidFill>
                <a:latin typeface="IBM Plex Sans"/>
                <a:ea typeface="IBM Plex Sans"/>
                <a:cs typeface="IBM Plex Sans"/>
              </a:rPr>
              <a:t>02</a:t>
            </a:r>
            <a:endParaRPr sz="8000"/>
          </a:p>
        </p:txBody>
      </p:sp>
      <p:sp>
        <p:nvSpPr>
          <p:cNvPr id="3" name="Text 1">
            <a:extLst xmlns:a="http://schemas.openxmlformats.org/drawingml/2006/main">
              <a:ext uri="{FF2B5EF4-FFF2-40B4-BE49-F238E27FC236}">
                <a16:creationId xmlns:a16="http://schemas.microsoft.com/office/drawing/2014/main" id="{293AEFB7-D9F4-4F20-9A0D-C134E8453225}"/>
              </a:ext>
            </a:extLst>
          </p:cNvPr>
          <p:cNvSpPr>
            <a:spLocks xmlns:a="http://schemas.openxmlformats.org/drawingml/2006/main" noGrp="1"/>
          </p:cNvSpPr>
          <p:nvPr>
            <p:ph type="title" idx="0"/>
          </p:nvPr>
        </p:nvSpPr>
        <p:spPr>
          <a:xfrm xmlns:a="http://schemas.openxmlformats.org/drawingml/2006/main">
            <a:off x="812800" y="3230265"/>
            <a:ext cx="10883392" cy="825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6300"/>
              </a:lnSpc>
              <a:buNone/>
            </a:pPr>
            <a:r>
              <a:rPr sz="6000" b="1" i="0">
                <a:solidFill>
                  <a:srgbClr val="F1F6F2"/>
                </a:solidFill>
                <a:latin typeface="IBM Plex Sans"/>
                <a:ea typeface="IBM Plex Sans"/>
                <a:cs typeface="IBM Plex Sans"/>
              </a:rPr>
              <a:t>Pellet</a:t>
            </a:r>
            <a:endParaRPr sz="6000"/>
          </a:p>
        </p:txBody>
      </p:sp>
      <p:sp>
        <p:nvSpPr>
          <p:cNvPr id="4" name="Text 2">
            <a:extLst xmlns:a="http://schemas.openxmlformats.org/drawingml/2006/main">
              <a:ext uri="{FF2B5EF4-FFF2-40B4-BE49-F238E27FC236}">
                <a16:creationId xmlns:a16="http://schemas.microsoft.com/office/drawing/2014/main" id="{9D012494-4074-420F-B526-C5A02BCEAB42}"/>
              </a:ext>
            </a:extLst>
          </p:cNvPr>
          <p:cNvSpPr>
            <a:spLocks xmlns:a="http://schemas.openxmlformats.org/drawingml/2006/main" noGrp="1"/>
          </p:cNvSpPr>
          <p:nvPr/>
        </p:nvSpPr>
        <p:spPr>
          <a:xfrm xmlns:a="http://schemas.openxmlformats.org/drawingml/2006/main">
            <a:off x="812800" y="4182765"/>
            <a:ext cx="9906000" cy="33397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30"/>
              </a:lnSpc>
              <a:buNone/>
            </a:pPr>
            <a:r>
              <a:rPr sz="1800">
                <a:solidFill>
                  <a:srgbClr val="D6E4DA"/>
                </a:solidFill>
                <a:latin typeface="IBM Plex Sans"/>
                <a:ea typeface="IBM Plex Sans"/>
                <a:cs typeface="IBM Plex Sans"/>
              </a:rPr>
              <a:t>Operativo de pellet de girasol: transile de Ricardone a las volcables del puerto.</a:t>
            </a:r>
            <a:endParaRPr sz="1800"/>
          </a:p>
        </p:txBody>
      </p:sp>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ae4fe297858b4883"/>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17936973-4536-4309-AB83-BCA025DE6DFA}"/>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C9D8CE"/>
                </a:solidFill>
                <a:latin typeface="IBM Plex Sans"/>
                <a:ea typeface="IBM Plex Sans"/>
                <a:cs typeface="IBM Plex Sans"/>
              </a:rPr>
              <a:t>Comité de Logística Nodo Sur · 24–30/09 · 12</a:t>
            </a:r>
            <a:endParaRPr sz="1200"/>
          </a:p>
        </p:txBody>
      </p:sp>
      <p:pic>
        <p:nvPicPr>
          <p:cNvPr id="14" name="Image 1"/>
          <p:cNvPicPr>
            <a:picLocks xmlns:a="http://schemas.openxmlformats.org/drawingml/2006/main" noChangeAspect="1"/>
          </p:cNvPicPr>
          <p:nvPr/>
        </p:nvPicPr>
        <p:blipFill>
          <a:blip xmlns:r="http://schemas.openxmlformats.org/officeDocument/2006/relationships" xmlns:a="http://schemas.openxmlformats.org/drawingml/2006/main" r:embed="Rdd475980086e449c"/>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212131238"/>
      </p:ext>
    </p:extLst>
  </p:cSld>
</p:sld>
</file>

<file path=ppt/slides/slide13.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73FC83C-0FF2-451B-B33C-9DC6E772AF65}"/>
              </a:ext>
            </a:extLst>
          </p:cNvPr>
          <p:cNvSpPr>
            <a:spLocks xmlns:a="http://schemas.openxmlformats.org/drawingml/2006/main" noGrp="1"/>
          </p:cNvSpPr>
          <p:nvPr/>
        </p:nvSpPr>
        <p:spPr>
          <a:xfrm xmlns:a="http://schemas.openxmlformats.org/drawingml/2006/main">
            <a:off x="812800" y="711200"/>
            <a:ext cx="1893193" cy="289520"/>
          </a:xfrm>
          <a:custGeom xmlns:a="http://schemas.openxmlformats.org/drawingml/2006/main">
            <a:rect l="l" t="t" r="r" b="b"/>
            <a:pathLst>
              <a:path w="1893193" h="289520">
                <a:moveTo>
                  <a:pt x="144760" y="0"/>
                </a:moveTo>
                <a:lnTo>
                  <a:pt x="1748433" y="0"/>
                </a:lnTo>
                <a:arcTo wR="144760" hR="144760" stAng="16200000" swAng="5400000"/>
                <a:lnTo>
                  <a:pt x="1893193"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5E442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PELLET · R30/31/32</a:t>
            </a:r>
            <a:endParaRPr sz="1200"/>
          </a:p>
        </p:txBody>
      </p:sp>
      <p:sp>
        <p:nvSpPr>
          <p:cNvPr id="3" name="Text 1">
            <a:extLst xmlns:a="http://schemas.openxmlformats.org/drawingml/2006/main">
              <a:ext uri="{FF2B5EF4-FFF2-40B4-BE49-F238E27FC236}">
                <a16:creationId xmlns:a16="http://schemas.microsoft.com/office/drawing/2014/main" id="{1B86D09A-B954-4E91-A117-753CD05FC9AC}"/>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Operativo de pellet de girasol</a:t>
            </a:r>
            <a:endParaRPr sz="3200"/>
          </a:p>
        </p:txBody>
      </p:sp>
      <p:sp>
        <p:nvSpPr>
          <p:cNvPr id="4" name="Shape 2">
            <a:extLst xmlns:a="http://schemas.openxmlformats.org/drawingml/2006/main">
              <a:ext uri="{FF2B5EF4-FFF2-40B4-BE49-F238E27FC236}">
                <a16:creationId xmlns:a16="http://schemas.microsoft.com/office/drawing/2014/main" id="{47DE4AFC-F847-4219-B3B4-BD7AFF93CB0E}"/>
              </a:ext>
            </a:extLst>
          </p:cNvPr>
          <p:cNvSpPr>
            <a:spLocks xmlns:a="http://schemas.openxmlformats.org/drawingml/2006/main" noGrp="1"/>
          </p:cNvSpPr>
          <p:nvPr/>
        </p:nvSpPr>
        <p:spPr>
          <a:xfrm xmlns:a="http://schemas.openxmlformats.org/drawingml/2006/main">
            <a:off x="815975" y="1730276"/>
            <a:ext cx="3549650" cy="1061045"/>
          </a:xfrm>
          <a:prstGeom xmlns:a="http://schemas.openxmlformats.org/drawingml/2006/main" prst="roundRect">
            <a:avLst>
              <a:gd name="adj" fmla="val 8079"/>
            </a:avLst>
          </a:prstGeom>
          <a:solidFill xmlns:a="http://schemas.openxmlformats.org/drawingml/2006/main">
            <a:srgbClr val="FCFDFB"/>
          </a:solidFill>
          <a:ln xmlns:a="http://schemas.openxmlformats.org/drawingml/2006/main" w="6350">
            <a:solidFill>
              <a:srgbClr val="D3E2D7"/>
            </a:solidFill>
            <a:prstDash val="solid"/>
          </a:ln>
        </p:spPr>
      </p:sp>
      <p:sp>
        <p:nvSpPr>
          <p:cNvPr id="5" name="Text 3">
            <a:extLst xmlns:a="http://schemas.openxmlformats.org/drawingml/2006/main">
              <a:ext uri="{FF2B5EF4-FFF2-40B4-BE49-F238E27FC236}">
                <a16:creationId xmlns:a16="http://schemas.microsoft.com/office/drawing/2014/main" id="{D2882844-4A65-42D9-966F-AF2E93B73AF6}"/>
              </a:ext>
            </a:extLst>
          </p:cNvPr>
          <p:cNvSpPr>
            <a:spLocks xmlns:a="http://schemas.openxmlformats.org/drawingml/2006/main" noGrp="1"/>
          </p:cNvSpPr>
          <p:nvPr/>
        </p:nvSpPr>
        <p:spPr>
          <a:xfrm xmlns:a="http://schemas.openxmlformats.org/drawingml/2006/main">
            <a:off x="984250" y="1860451"/>
            <a:ext cx="3309493" cy="21857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23"/>
              </a:lnSpc>
              <a:buNone/>
            </a:pPr>
            <a:r>
              <a:rPr sz="1088" b="1">
                <a:solidFill>
                  <a:srgbClr val="4A5D52"/>
                </a:solidFill>
                <a:latin typeface="IBM Plex Sans"/>
                <a:ea typeface="IBM Plex Sans"/>
                <a:cs typeface="IBM Plex Sans"/>
              </a:rPr>
              <a:t>Toneladas (viajes × 30)</a:t>
            </a:r>
            <a:endParaRPr sz="1088"/>
          </a:p>
        </p:txBody>
      </p:sp>
      <p:sp>
        <p:nvSpPr>
          <p:cNvPr id="6" name="Text 4">
            <a:extLst xmlns:a="http://schemas.openxmlformats.org/drawingml/2006/main">
              <a:ext uri="{FF2B5EF4-FFF2-40B4-BE49-F238E27FC236}">
                <a16:creationId xmlns:a16="http://schemas.microsoft.com/office/drawing/2014/main" id="{378D91E1-F3D3-41D6-8C61-33082265E680}"/>
              </a:ext>
            </a:extLst>
          </p:cNvPr>
          <p:cNvSpPr>
            <a:spLocks xmlns:a="http://schemas.openxmlformats.org/drawingml/2006/main" noGrp="1"/>
          </p:cNvSpPr>
          <p:nvPr/>
        </p:nvSpPr>
        <p:spPr>
          <a:xfrm xmlns:a="http://schemas.openxmlformats.org/drawingml/2006/main">
            <a:off x="984250" y="2091730"/>
            <a:ext cx="3309493" cy="36353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674"/>
              </a:lnSpc>
              <a:buNone/>
            </a:pPr>
            <a:r>
              <a:rPr sz="2546" b="1">
                <a:solidFill>
                  <a:srgbClr val="5E4428"/>
                </a:solidFill>
                <a:latin typeface="IBM Plex Sans"/>
                <a:ea typeface="IBM Plex Sans"/>
                <a:cs typeface="IBM Plex Sans"/>
              </a:rPr>
              <a:t>9.210 t</a:t>
            </a:r>
            <a:endParaRPr sz="2546"/>
          </a:p>
        </p:txBody>
      </p:sp>
      <p:sp>
        <p:nvSpPr>
          <p:cNvPr id="7" name="Text 5">
            <a:extLst xmlns:a="http://schemas.openxmlformats.org/drawingml/2006/main">
              <a:ext uri="{FF2B5EF4-FFF2-40B4-BE49-F238E27FC236}">
                <a16:creationId xmlns:a16="http://schemas.microsoft.com/office/drawing/2014/main" id="{F587E959-CB11-4532-A854-CE32A4115AD8}"/>
              </a:ext>
            </a:extLst>
          </p:cNvPr>
          <p:cNvSpPr>
            <a:spLocks xmlns:a="http://schemas.openxmlformats.org/drawingml/2006/main" noGrp="1"/>
          </p:cNvSpPr>
          <p:nvPr/>
        </p:nvSpPr>
        <p:spPr>
          <a:xfrm xmlns:a="http://schemas.openxmlformats.org/drawingml/2006/main">
            <a:off x="984250" y="2467967"/>
            <a:ext cx="3309493" cy="21857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23"/>
              </a:lnSpc>
              <a:buNone/>
            </a:pPr>
            <a:r>
              <a:rPr sz="1088">
                <a:solidFill>
                  <a:srgbClr val="4A5D52"/>
                </a:solidFill>
                <a:latin typeface="IBM Plex Sans"/>
                <a:ea typeface="IBM Plex Sans"/>
                <a:cs typeface="IBM Plex Sans"/>
              </a:rPr>
              <a:t>$ 55,3 M de flete a $ 6.000 por tonelada</a:t>
            </a:r>
            <a:endParaRPr sz="1088"/>
          </a:p>
        </p:txBody>
      </p:sp>
      <p:sp>
        <p:nvSpPr>
          <p:cNvPr id="8" name="Shape 6">
            <a:extLst xmlns:a="http://schemas.openxmlformats.org/drawingml/2006/main">
              <a:ext uri="{FF2B5EF4-FFF2-40B4-BE49-F238E27FC236}">
                <a16:creationId xmlns:a16="http://schemas.microsoft.com/office/drawing/2014/main" id="{9752CC5A-59D6-4838-9B1E-9E046E6D885F}"/>
              </a:ext>
            </a:extLst>
          </p:cNvPr>
          <p:cNvSpPr>
            <a:spLocks xmlns:a="http://schemas.openxmlformats.org/drawingml/2006/main" noGrp="1"/>
          </p:cNvSpPr>
          <p:nvPr/>
        </p:nvSpPr>
        <p:spPr>
          <a:xfrm xmlns:a="http://schemas.openxmlformats.org/drawingml/2006/main">
            <a:off x="815975" y="2899271"/>
            <a:ext cx="3549650" cy="831354"/>
          </a:xfrm>
          <a:prstGeom xmlns:a="http://schemas.openxmlformats.org/drawingml/2006/main" prst="roundRect">
            <a:avLst>
              <a:gd name="adj" fmla="val 10311"/>
            </a:avLst>
          </a:prstGeom>
          <a:solidFill xmlns:a="http://schemas.openxmlformats.org/drawingml/2006/main">
            <a:srgbClr val="FCFDFB"/>
          </a:solidFill>
          <a:ln xmlns:a="http://schemas.openxmlformats.org/drawingml/2006/main" w="6350">
            <a:solidFill>
              <a:srgbClr val="D3E2D7"/>
            </a:solidFill>
            <a:prstDash val="solid"/>
          </a:ln>
        </p:spPr>
      </p:sp>
      <p:sp>
        <p:nvSpPr>
          <p:cNvPr id="9" name="Text 7">
            <a:extLst xmlns:a="http://schemas.openxmlformats.org/drawingml/2006/main">
              <a:ext uri="{FF2B5EF4-FFF2-40B4-BE49-F238E27FC236}">
                <a16:creationId xmlns:a16="http://schemas.microsoft.com/office/drawing/2014/main" id="{FDF90194-4E6E-4717-89D5-7C4AA02BA7A2}"/>
              </a:ext>
            </a:extLst>
          </p:cNvPr>
          <p:cNvSpPr>
            <a:spLocks xmlns:a="http://schemas.openxmlformats.org/drawingml/2006/main" noGrp="1"/>
          </p:cNvSpPr>
          <p:nvPr/>
        </p:nvSpPr>
        <p:spPr>
          <a:xfrm xmlns:a="http://schemas.openxmlformats.org/drawingml/2006/main">
            <a:off x="984250" y="3029446"/>
            <a:ext cx="3309493" cy="21917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70"/>
              </a:lnSpc>
              <a:buNone/>
            </a:pPr>
            <a:r>
              <a:rPr sz="1121" b="1">
                <a:solidFill>
                  <a:srgbClr val="4A5D52"/>
                </a:solidFill>
                <a:latin typeface="IBM Plex Sans"/>
                <a:ea typeface="IBM Plex Sans"/>
                <a:cs typeface="IBM Plex Sans"/>
              </a:rPr>
              <a:t>Viajes al puerto</a:t>
            </a:r>
            <a:endParaRPr sz="1121"/>
          </a:p>
        </p:txBody>
      </p:sp>
      <p:sp>
        <p:nvSpPr>
          <p:cNvPr id="10" name="Text 8">
            <a:extLst xmlns:a="http://schemas.openxmlformats.org/drawingml/2006/main">
              <a:ext uri="{FF2B5EF4-FFF2-40B4-BE49-F238E27FC236}">
                <a16:creationId xmlns:a16="http://schemas.microsoft.com/office/drawing/2014/main" id="{F37BA057-4044-44F6-B843-E1770D725393}"/>
              </a:ext>
            </a:extLst>
          </p:cNvPr>
          <p:cNvSpPr>
            <a:spLocks xmlns:a="http://schemas.openxmlformats.org/drawingml/2006/main" noGrp="1"/>
          </p:cNvSpPr>
          <p:nvPr/>
        </p:nvSpPr>
        <p:spPr>
          <a:xfrm xmlns:a="http://schemas.openxmlformats.org/drawingml/2006/main">
            <a:off x="984250" y="3261320"/>
            <a:ext cx="3309493" cy="36453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674"/>
              </a:lnSpc>
              <a:buNone/>
            </a:pPr>
            <a:r>
              <a:rPr sz="2546" b="1">
                <a:solidFill>
                  <a:srgbClr val="5E4428"/>
                </a:solidFill>
                <a:latin typeface="IBM Plex Sans"/>
                <a:ea typeface="IBM Plex Sans"/>
                <a:cs typeface="IBM Plex Sans"/>
              </a:rPr>
              <a:t>307</a:t>
            </a:r>
            <a:endParaRPr sz="2546"/>
          </a:p>
        </p:txBody>
      </p:sp>
      <p:sp>
        <p:nvSpPr>
          <p:cNvPr id="11" name="Shape 9">
            <a:extLst xmlns:a="http://schemas.openxmlformats.org/drawingml/2006/main">
              <a:ext uri="{FF2B5EF4-FFF2-40B4-BE49-F238E27FC236}">
                <a16:creationId xmlns:a16="http://schemas.microsoft.com/office/drawing/2014/main" id="{B2A954DE-79D6-48D5-8580-C868BC05E2A9}"/>
              </a:ext>
            </a:extLst>
          </p:cNvPr>
          <p:cNvSpPr>
            <a:spLocks xmlns:a="http://schemas.openxmlformats.org/drawingml/2006/main" noGrp="1"/>
          </p:cNvSpPr>
          <p:nvPr/>
        </p:nvSpPr>
        <p:spPr>
          <a:xfrm xmlns:a="http://schemas.openxmlformats.org/drawingml/2006/main">
            <a:off x="815975" y="3838575"/>
            <a:ext cx="3549650" cy="831255"/>
          </a:xfrm>
          <a:prstGeom xmlns:a="http://schemas.openxmlformats.org/drawingml/2006/main" prst="roundRect">
            <a:avLst>
              <a:gd name="adj" fmla="val 10313"/>
            </a:avLst>
          </a:prstGeom>
          <a:solidFill xmlns:a="http://schemas.openxmlformats.org/drawingml/2006/main">
            <a:srgbClr val="FCFDFB"/>
          </a:solidFill>
          <a:ln xmlns:a="http://schemas.openxmlformats.org/drawingml/2006/main" w="6350">
            <a:solidFill>
              <a:srgbClr val="D3E2D7"/>
            </a:solidFill>
            <a:prstDash val="solid"/>
          </a:ln>
        </p:spPr>
      </p:sp>
      <p:sp>
        <p:nvSpPr>
          <p:cNvPr id="12" name="Text 10">
            <a:extLst xmlns:a="http://schemas.openxmlformats.org/drawingml/2006/main">
              <a:ext uri="{FF2B5EF4-FFF2-40B4-BE49-F238E27FC236}">
                <a16:creationId xmlns:a16="http://schemas.microsoft.com/office/drawing/2014/main" id="{1D48F8C2-8924-4174-B06B-EC1EF1AD7CEF}"/>
              </a:ext>
            </a:extLst>
          </p:cNvPr>
          <p:cNvSpPr>
            <a:spLocks xmlns:a="http://schemas.openxmlformats.org/drawingml/2006/main" noGrp="1"/>
          </p:cNvSpPr>
          <p:nvPr/>
        </p:nvSpPr>
        <p:spPr>
          <a:xfrm xmlns:a="http://schemas.openxmlformats.org/drawingml/2006/main">
            <a:off x="984250" y="3968750"/>
            <a:ext cx="3309493" cy="21917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70"/>
              </a:lnSpc>
              <a:buNone/>
            </a:pPr>
            <a:r>
              <a:rPr sz="1121" b="1">
                <a:solidFill>
                  <a:srgbClr val="4A5D52"/>
                </a:solidFill>
                <a:latin typeface="IBM Plex Sans"/>
                <a:ea typeface="IBM Plex Sans"/>
                <a:cs typeface="IBM Plex Sans"/>
              </a:rPr>
              <a:t>Camiones (patentes distintas)</a:t>
            </a:r>
            <a:endParaRPr sz="1121"/>
          </a:p>
        </p:txBody>
      </p:sp>
      <p:sp>
        <p:nvSpPr>
          <p:cNvPr id="13" name="Text 11">
            <a:extLst xmlns:a="http://schemas.openxmlformats.org/drawingml/2006/main">
              <a:ext uri="{FF2B5EF4-FFF2-40B4-BE49-F238E27FC236}">
                <a16:creationId xmlns:a16="http://schemas.microsoft.com/office/drawing/2014/main" id="{946DD13F-6AB3-420B-8407-703EE1AA7124}"/>
              </a:ext>
            </a:extLst>
          </p:cNvPr>
          <p:cNvSpPr>
            <a:spLocks xmlns:a="http://schemas.openxmlformats.org/drawingml/2006/main" noGrp="1"/>
          </p:cNvSpPr>
          <p:nvPr/>
        </p:nvSpPr>
        <p:spPr>
          <a:xfrm xmlns:a="http://schemas.openxmlformats.org/drawingml/2006/main">
            <a:off x="984250" y="4200624"/>
            <a:ext cx="3309493" cy="36443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674"/>
              </a:lnSpc>
              <a:buNone/>
            </a:pPr>
            <a:r>
              <a:rPr sz="2546" b="1">
                <a:solidFill>
                  <a:srgbClr val="5E4428"/>
                </a:solidFill>
                <a:latin typeface="IBM Plex Sans"/>
                <a:ea typeface="IBM Plex Sans"/>
                <a:cs typeface="IBM Plex Sans"/>
              </a:rPr>
              <a:t>62</a:t>
            </a:r>
            <a:endParaRPr sz="2546"/>
          </a:p>
        </p:txBody>
      </p:sp>
      <p:sp>
        <p:nvSpPr>
          <p:cNvPr id="14" name="Shape 12">
            <a:extLst xmlns:a="http://schemas.openxmlformats.org/drawingml/2006/main">
              <a:ext uri="{FF2B5EF4-FFF2-40B4-BE49-F238E27FC236}">
                <a16:creationId xmlns:a16="http://schemas.microsoft.com/office/drawing/2014/main" id="{DBEAD953-EA96-450E-B152-8410B3A54C2C}"/>
              </a:ext>
            </a:extLst>
          </p:cNvPr>
          <p:cNvSpPr>
            <a:spLocks xmlns:a="http://schemas.openxmlformats.org/drawingml/2006/main" noGrp="1"/>
          </p:cNvSpPr>
          <p:nvPr/>
        </p:nvSpPr>
        <p:spPr>
          <a:xfrm xmlns:a="http://schemas.openxmlformats.org/drawingml/2006/main">
            <a:off x="815975" y="4777780"/>
            <a:ext cx="3549650" cy="1061045"/>
          </a:xfrm>
          <a:prstGeom xmlns:a="http://schemas.openxmlformats.org/drawingml/2006/main" prst="roundRect">
            <a:avLst>
              <a:gd name="adj" fmla="val 8079"/>
            </a:avLst>
          </a:prstGeom>
          <a:solidFill xmlns:a="http://schemas.openxmlformats.org/drawingml/2006/main">
            <a:srgbClr val="FCFDFB"/>
          </a:solidFill>
          <a:ln xmlns:a="http://schemas.openxmlformats.org/drawingml/2006/main" w="6350">
            <a:solidFill>
              <a:srgbClr val="D3E2D7"/>
            </a:solidFill>
            <a:prstDash val="solid"/>
          </a:ln>
        </p:spPr>
      </p:sp>
      <p:sp>
        <p:nvSpPr>
          <p:cNvPr id="15" name="Text 13">
            <a:extLst xmlns:a="http://schemas.openxmlformats.org/drawingml/2006/main">
              <a:ext uri="{FF2B5EF4-FFF2-40B4-BE49-F238E27FC236}">
                <a16:creationId xmlns:a16="http://schemas.microsoft.com/office/drawing/2014/main" id="{219E1F3F-F5EF-4926-9B5E-10D3BAA65706}"/>
              </a:ext>
            </a:extLst>
          </p:cNvPr>
          <p:cNvSpPr>
            <a:spLocks xmlns:a="http://schemas.openxmlformats.org/drawingml/2006/main" noGrp="1"/>
          </p:cNvSpPr>
          <p:nvPr/>
        </p:nvSpPr>
        <p:spPr>
          <a:xfrm xmlns:a="http://schemas.openxmlformats.org/drawingml/2006/main">
            <a:off x="984250" y="4907955"/>
            <a:ext cx="3309493" cy="21857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23"/>
              </a:lnSpc>
              <a:buNone/>
            </a:pPr>
            <a:r>
              <a:rPr sz="1088" b="1">
                <a:solidFill>
                  <a:srgbClr val="4A5D52"/>
                </a:solidFill>
                <a:latin typeface="IBM Plex Sans"/>
                <a:ea typeface="IBM Plex Sans"/>
                <a:cs typeface="IBM Plex Sans"/>
              </a:rPr>
              <a:t>Duración del operativo</a:t>
            </a:r>
            <a:endParaRPr sz="1088"/>
          </a:p>
        </p:txBody>
      </p:sp>
      <p:sp>
        <p:nvSpPr>
          <p:cNvPr id="16" name="Text 14">
            <a:extLst xmlns:a="http://schemas.openxmlformats.org/drawingml/2006/main">
              <a:ext uri="{FF2B5EF4-FFF2-40B4-BE49-F238E27FC236}">
                <a16:creationId xmlns:a16="http://schemas.microsoft.com/office/drawing/2014/main" id="{789F4CDB-7405-4959-B50C-87AE09F54924}"/>
              </a:ext>
            </a:extLst>
          </p:cNvPr>
          <p:cNvSpPr>
            <a:spLocks xmlns:a="http://schemas.openxmlformats.org/drawingml/2006/main" noGrp="1"/>
          </p:cNvSpPr>
          <p:nvPr/>
        </p:nvSpPr>
        <p:spPr>
          <a:xfrm xmlns:a="http://schemas.openxmlformats.org/drawingml/2006/main">
            <a:off x="984250" y="5139234"/>
            <a:ext cx="3309493" cy="36353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674"/>
              </a:lnSpc>
              <a:buNone/>
            </a:pPr>
            <a:r>
              <a:rPr sz="2546" b="1">
                <a:solidFill>
                  <a:srgbClr val="5E4428"/>
                </a:solidFill>
                <a:latin typeface="IBM Plex Sans"/>
                <a:ea typeface="IBM Plex Sans"/>
                <a:cs typeface="IBM Plex Sans"/>
              </a:rPr>
              <a:t>48,5 h</a:t>
            </a:r>
            <a:endParaRPr sz="2546"/>
          </a:p>
        </p:txBody>
      </p:sp>
      <p:sp>
        <p:nvSpPr>
          <p:cNvPr id="17" name="Text 15">
            <a:extLst xmlns:a="http://schemas.openxmlformats.org/drawingml/2006/main">
              <a:ext uri="{FF2B5EF4-FFF2-40B4-BE49-F238E27FC236}">
                <a16:creationId xmlns:a16="http://schemas.microsoft.com/office/drawing/2014/main" id="{9C05C1EE-7DE4-4F3C-B2FD-4F589D339A48}"/>
              </a:ext>
            </a:extLst>
          </p:cNvPr>
          <p:cNvSpPr>
            <a:spLocks xmlns:a="http://schemas.openxmlformats.org/drawingml/2006/main" noGrp="1"/>
          </p:cNvSpPr>
          <p:nvPr/>
        </p:nvSpPr>
        <p:spPr>
          <a:xfrm xmlns:a="http://schemas.openxmlformats.org/drawingml/2006/main">
            <a:off x="984250" y="5515471"/>
            <a:ext cx="3309493" cy="21857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23"/>
              </a:lnSpc>
              <a:buNone/>
            </a:pPr>
            <a:r>
              <a:rPr sz="1088">
                <a:solidFill>
                  <a:srgbClr val="4A5D52"/>
                </a:solidFill>
                <a:latin typeface="IBM Plex Sans"/>
                <a:ea typeface="IBM Plex Sans"/>
                <a:cs typeface="IBM Plex Sans"/>
              </a:rPr>
              <a:t>en 3 tandas</a:t>
            </a:r>
            <a:endParaRPr sz="1088"/>
          </a:p>
        </p:txBody>
      </p:sp>
      <p:sp>
        <p:nvSpPr>
          <p:cNvPr id="18" name="Text 16">
            <a:extLst xmlns:a="http://schemas.openxmlformats.org/drawingml/2006/main">
              <a:ext uri="{FF2B5EF4-FFF2-40B4-BE49-F238E27FC236}">
                <a16:creationId xmlns:a16="http://schemas.microsoft.com/office/drawing/2014/main" id="{9105CDC6-70BD-4002-B42A-EBD50C425171}"/>
              </a:ext>
            </a:extLst>
          </p:cNvPr>
          <p:cNvSpPr>
            <a:spLocks xmlns:a="http://schemas.openxmlformats.org/drawingml/2006/main" noGrp="1"/>
          </p:cNvSpPr>
          <p:nvPr/>
        </p:nvSpPr>
        <p:spPr>
          <a:xfrm xmlns:a="http://schemas.openxmlformats.org/drawingml/2006/main">
            <a:off x="4724400" y="1727101"/>
            <a:ext cx="685444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Viajes por día</a:t>
            </a:r>
            <a:endParaRPr sz="1200"/>
          </a:p>
        </p:txBody>
      </p:sp>
      <p:sp>
        <p:nvSpPr>
          <p:cNvPr id="19" name="Text 17">
            <a:extLst xmlns:a="http://schemas.openxmlformats.org/drawingml/2006/main">
              <a:ext uri="{FF2B5EF4-FFF2-40B4-BE49-F238E27FC236}">
                <a16:creationId xmlns:a16="http://schemas.microsoft.com/office/drawing/2014/main" id="{B0DBCE32-2EBD-46D9-ADFF-BCB204A40F8C}"/>
              </a:ext>
            </a:extLst>
          </p:cNvPr>
          <p:cNvSpPr>
            <a:spLocks xmlns:a="http://schemas.openxmlformats.org/drawingml/2006/main" noGrp="1"/>
          </p:cNvSpPr>
          <p:nvPr/>
        </p:nvSpPr>
        <p:spPr>
          <a:xfrm xmlns:a="http://schemas.openxmlformats.org/drawingml/2006/main">
            <a:off x="4724400" y="2146201"/>
            <a:ext cx="812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Jue 24</a:t>
            </a:r>
            <a:endParaRPr sz="1400"/>
          </a:p>
        </p:txBody>
      </p:sp>
      <p:sp>
        <p:nvSpPr>
          <p:cNvPr id="20" name="Shape 18">
            <a:extLst xmlns:a="http://schemas.openxmlformats.org/drawingml/2006/main">
              <a:ext uri="{FF2B5EF4-FFF2-40B4-BE49-F238E27FC236}">
                <a16:creationId xmlns:a16="http://schemas.microsoft.com/office/drawing/2014/main" id="{13EF497C-6C7B-4696-BECD-CE93DF555FE0}"/>
              </a:ext>
            </a:extLst>
          </p:cNvPr>
          <p:cNvSpPr>
            <a:spLocks xmlns:a="http://schemas.openxmlformats.org/drawingml/2006/main" noGrp="1"/>
          </p:cNvSpPr>
          <p:nvPr/>
        </p:nvSpPr>
        <p:spPr>
          <a:xfrm xmlns:a="http://schemas.openxmlformats.org/drawingml/2006/main">
            <a:off x="5613400" y="2092821"/>
            <a:ext cx="1524000" cy="355600"/>
          </a:xfrm>
          <a:custGeom xmlns:a="http://schemas.openxmlformats.org/drawingml/2006/main">
            <a:rect l="l" t="t" r="r" b="b"/>
            <a:pathLst>
              <a:path w="1524000" h="355600">
                <a:moveTo>
                  <a:pt x="0" y="0"/>
                </a:moveTo>
                <a:lnTo>
                  <a:pt x="1473200" y="0"/>
                </a:lnTo>
                <a:arcTo wR="50800" hR="50800" stAng="16200000" swAng="5400000"/>
                <a:lnTo>
                  <a:pt x="1524000" y="304800"/>
                </a:lnTo>
                <a:arcTo wR="50800" hR="50800" stAng="0" swAng="5400000"/>
                <a:lnTo>
                  <a:pt x="0" y="355600"/>
                </a:lnTo>
                <a:lnTo>
                  <a:pt x="0" y="0"/>
                </a:lnTo>
                <a:close/>
              </a:path>
            </a:pathLst>
          </a:custGeom>
          <a:solidFill xmlns:a="http://schemas.openxmlformats.org/drawingml/2006/main">
            <a:srgbClr val="9A7650"/>
          </a:solidFill>
        </p:spPr>
      </p:sp>
      <p:sp>
        <p:nvSpPr>
          <p:cNvPr id="21" name="Text 19">
            <a:extLst xmlns:a="http://schemas.openxmlformats.org/drawingml/2006/main">
              <a:ext uri="{FF2B5EF4-FFF2-40B4-BE49-F238E27FC236}">
                <a16:creationId xmlns:a16="http://schemas.microsoft.com/office/drawing/2014/main" id="{55439893-34F4-4BCF-8B9D-4F0027A677C4}"/>
              </a:ext>
            </a:extLst>
          </p:cNvPr>
          <p:cNvSpPr>
            <a:spLocks xmlns:a="http://schemas.openxmlformats.org/drawingml/2006/main" noGrp="1"/>
          </p:cNvSpPr>
          <p:nvPr/>
        </p:nvSpPr>
        <p:spPr>
          <a:xfrm xmlns:a="http://schemas.openxmlformats.org/drawingml/2006/main">
            <a:off x="7264400" y="2146201"/>
            <a:ext cx="1982691"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41 viajes · 32 camiones</a:t>
            </a:r>
            <a:endParaRPr sz="1400"/>
          </a:p>
        </p:txBody>
      </p:sp>
      <p:sp>
        <p:nvSpPr>
          <p:cNvPr id="22" name="Text 20">
            <a:extLst xmlns:a="http://schemas.openxmlformats.org/drawingml/2006/main">
              <a:ext uri="{FF2B5EF4-FFF2-40B4-BE49-F238E27FC236}">
                <a16:creationId xmlns:a16="http://schemas.microsoft.com/office/drawing/2014/main" id="{A1D22E50-070B-4A30-BA58-4B2D052F1D2D}"/>
              </a:ext>
            </a:extLst>
          </p:cNvPr>
          <p:cNvSpPr>
            <a:spLocks xmlns:a="http://schemas.openxmlformats.org/drawingml/2006/main" noGrp="1"/>
          </p:cNvSpPr>
          <p:nvPr/>
        </p:nvSpPr>
        <p:spPr>
          <a:xfrm xmlns:a="http://schemas.openxmlformats.org/drawingml/2006/main">
            <a:off x="4724400" y="2654201"/>
            <a:ext cx="812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Vie 25</a:t>
            </a:r>
            <a:endParaRPr sz="1400"/>
          </a:p>
        </p:txBody>
      </p:sp>
      <p:sp>
        <p:nvSpPr>
          <p:cNvPr id="23" name="Shape 21">
            <a:extLst xmlns:a="http://schemas.openxmlformats.org/drawingml/2006/main">
              <a:ext uri="{FF2B5EF4-FFF2-40B4-BE49-F238E27FC236}">
                <a16:creationId xmlns:a16="http://schemas.microsoft.com/office/drawing/2014/main" id="{ADB02768-EEAE-49D4-B633-ACDF334E0BF1}"/>
              </a:ext>
            </a:extLst>
          </p:cNvPr>
          <p:cNvSpPr>
            <a:spLocks xmlns:a="http://schemas.openxmlformats.org/drawingml/2006/main" noGrp="1"/>
          </p:cNvSpPr>
          <p:nvPr/>
        </p:nvSpPr>
        <p:spPr>
          <a:xfrm xmlns:a="http://schemas.openxmlformats.org/drawingml/2006/main">
            <a:off x="5613400" y="2600821"/>
            <a:ext cx="2597150" cy="355600"/>
          </a:xfrm>
          <a:custGeom xmlns:a="http://schemas.openxmlformats.org/drawingml/2006/main">
            <a:rect l="l" t="t" r="r" b="b"/>
            <a:pathLst>
              <a:path w="2597150" h="355600">
                <a:moveTo>
                  <a:pt x="0" y="0"/>
                </a:moveTo>
                <a:lnTo>
                  <a:pt x="2546350" y="0"/>
                </a:lnTo>
                <a:arcTo wR="50800" hR="50800" stAng="16200000" swAng="5400000"/>
                <a:lnTo>
                  <a:pt x="2597150" y="304800"/>
                </a:lnTo>
                <a:arcTo wR="50800" hR="50800" stAng="0" swAng="5400000"/>
                <a:lnTo>
                  <a:pt x="0" y="355600"/>
                </a:lnTo>
                <a:lnTo>
                  <a:pt x="0" y="0"/>
                </a:lnTo>
                <a:close/>
              </a:path>
            </a:pathLst>
          </a:custGeom>
          <a:solidFill xmlns:a="http://schemas.openxmlformats.org/drawingml/2006/main">
            <a:srgbClr val="9A7650"/>
          </a:solidFill>
        </p:spPr>
      </p:sp>
      <p:sp>
        <p:nvSpPr>
          <p:cNvPr id="24" name="Text 22">
            <a:extLst xmlns:a="http://schemas.openxmlformats.org/drawingml/2006/main">
              <a:ext uri="{FF2B5EF4-FFF2-40B4-BE49-F238E27FC236}">
                <a16:creationId xmlns:a16="http://schemas.microsoft.com/office/drawing/2014/main" id="{8D5F9279-A207-48F0-80D6-AE4221B7151E}"/>
              </a:ext>
            </a:extLst>
          </p:cNvPr>
          <p:cNvSpPr>
            <a:spLocks xmlns:a="http://schemas.openxmlformats.org/drawingml/2006/main" noGrp="1"/>
          </p:cNvSpPr>
          <p:nvPr/>
        </p:nvSpPr>
        <p:spPr>
          <a:xfrm xmlns:a="http://schemas.openxmlformats.org/drawingml/2006/main">
            <a:off x="8337550" y="2654201"/>
            <a:ext cx="1982691"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70 viajes · 38 camiones</a:t>
            </a:r>
            <a:endParaRPr sz="1400"/>
          </a:p>
        </p:txBody>
      </p:sp>
      <p:sp>
        <p:nvSpPr>
          <p:cNvPr id="25" name="Text 23">
            <a:extLst xmlns:a="http://schemas.openxmlformats.org/drawingml/2006/main">
              <a:ext uri="{FF2B5EF4-FFF2-40B4-BE49-F238E27FC236}">
                <a16:creationId xmlns:a16="http://schemas.microsoft.com/office/drawing/2014/main" id="{660BE739-0191-41FB-A20D-946484D58AF8}"/>
              </a:ext>
            </a:extLst>
          </p:cNvPr>
          <p:cNvSpPr>
            <a:spLocks xmlns:a="http://schemas.openxmlformats.org/drawingml/2006/main" noGrp="1"/>
          </p:cNvSpPr>
          <p:nvPr/>
        </p:nvSpPr>
        <p:spPr>
          <a:xfrm xmlns:a="http://schemas.openxmlformats.org/drawingml/2006/main">
            <a:off x="4724400" y="3162201"/>
            <a:ext cx="812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Sáb 26</a:t>
            </a:r>
            <a:endParaRPr sz="1400"/>
          </a:p>
        </p:txBody>
      </p:sp>
      <p:sp>
        <p:nvSpPr>
          <p:cNvPr id="26" name="Shape 24">
            <a:extLst xmlns:a="http://schemas.openxmlformats.org/drawingml/2006/main">
              <a:ext uri="{FF2B5EF4-FFF2-40B4-BE49-F238E27FC236}">
                <a16:creationId xmlns:a16="http://schemas.microsoft.com/office/drawing/2014/main" id="{DD4010B1-06EF-47EE-8481-9CEC2AA36471}"/>
              </a:ext>
            </a:extLst>
          </p:cNvPr>
          <p:cNvSpPr>
            <a:spLocks xmlns:a="http://schemas.openxmlformats.org/drawingml/2006/main" noGrp="1"/>
          </p:cNvSpPr>
          <p:nvPr/>
        </p:nvSpPr>
        <p:spPr>
          <a:xfrm xmlns:a="http://schemas.openxmlformats.org/drawingml/2006/main">
            <a:off x="5613400" y="3108821"/>
            <a:ext cx="3340100" cy="355600"/>
          </a:xfrm>
          <a:custGeom xmlns:a="http://schemas.openxmlformats.org/drawingml/2006/main">
            <a:rect l="l" t="t" r="r" b="b"/>
            <a:pathLst>
              <a:path w="3340100" h="355600">
                <a:moveTo>
                  <a:pt x="0" y="0"/>
                </a:moveTo>
                <a:lnTo>
                  <a:pt x="3289300" y="0"/>
                </a:lnTo>
                <a:arcTo wR="50800" hR="50800" stAng="16200000" swAng="5400000"/>
                <a:lnTo>
                  <a:pt x="3340100" y="304800"/>
                </a:lnTo>
                <a:arcTo wR="50800" hR="50800" stAng="0" swAng="5400000"/>
                <a:lnTo>
                  <a:pt x="0" y="355600"/>
                </a:lnTo>
                <a:lnTo>
                  <a:pt x="0" y="0"/>
                </a:lnTo>
                <a:close/>
              </a:path>
            </a:pathLst>
          </a:custGeom>
          <a:solidFill xmlns:a="http://schemas.openxmlformats.org/drawingml/2006/main">
            <a:srgbClr val="9A7650"/>
          </a:solidFill>
        </p:spPr>
      </p:sp>
      <p:sp>
        <p:nvSpPr>
          <p:cNvPr id="27" name="Text 25">
            <a:extLst xmlns:a="http://schemas.openxmlformats.org/drawingml/2006/main">
              <a:ext uri="{FF2B5EF4-FFF2-40B4-BE49-F238E27FC236}">
                <a16:creationId xmlns:a16="http://schemas.microsoft.com/office/drawing/2014/main" id="{1AD7101A-656F-458D-9E75-352FE51805F0}"/>
              </a:ext>
            </a:extLst>
          </p:cNvPr>
          <p:cNvSpPr>
            <a:spLocks xmlns:a="http://schemas.openxmlformats.org/drawingml/2006/main" noGrp="1"/>
          </p:cNvSpPr>
          <p:nvPr/>
        </p:nvSpPr>
        <p:spPr>
          <a:xfrm xmlns:a="http://schemas.openxmlformats.org/drawingml/2006/main">
            <a:off x="9080500" y="3162201"/>
            <a:ext cx="1982691"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90 viajes · 35 camiones</a:t>
            </a:r>
            <a:endParaRPr sz="1400"/>
          </a:p>
        </p:txBody>
      </p:sp>
      <p:sp>
        <p:nvSpPr>
          <p:cNvPr id="28" name="Text 26">
            <a:extLst xmlns:a="http://schemas.openxmlformats.org/drawingml/2006/main">
              <a:ext uri="{FF2B5EF4-FFF2-40B4-BE49-F238E27FC236}">
                <a16:creationId xmlns:a16="http://schemas.microsoft.com/office/drawing/2014/main" id="{11CC25FA-B95F-4C05-B3F2-C7BA9E68C69E}"/>
              </a:ext>
            </a:extLst>
          </p:cNvPr>
          <p:cNvSpPr>
            <a:spLocks xmlns:a="http://schemas.openxmlformats.org/drawingml/2006/main" noGrp="1"/>
          </p:cNvSpPr>
          <p:nvPr/>
        </p:nvSpPr>
        <p:spPr>
          <a:xfrm xmlns:a="http://schemas.openxmlformats.org/drawingml/2006/main">
            <a:off x="4724400" y="3670201"/>
            <a:ext cx="812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Mié 30</a:t>
            </a:r>
            <a:endParaRPr sz="1400"/>
          </a:p>
        </p:txBody>
      </p:sp>
      <p:sp>
        <p:nvSpPr>
          <p:cNvPr id="29" name="Shape 27">
            <a:extLst xmlns:a="http://schemas.openxmlformats.org/drawingml/2006/main">
              <a:ext uri="{FF2B5EF4-FFF2-40B4-BE49-F238E27FC236}">
                <a16:creationId xmlns:a16="http://schemas.microsoft.com/office/drawing/2014/main" id="{F5227C34-07AE-44B8-9CD8-714DC08BB245}"/>
              </a:ext>
            </a:extLst>
          </p:cNvPr>
          <p:cNvSpPr>
            <a:spLocks xmlns:a="http://schemas.openxmlformats.org/drawingml/2006/main" noGrp="1"/>
          </p:cNvSpPr>
          <p:nvPr/>
        </p:nvSpPr>
        <p:spPr>
          <a:xfrm xmlns:a="http://schemas.openxmlformats.org/drawingml/2006/main">
            <a:off x="5613400" y="3616821"/>
            <a:ext cx="3937000" cy="355600"/>
          </a:xfrm>
          <a:custGeom xmlns:a="http://schemas.openxmlformats.org/drawingml/2006/main">
            <a:rect l="l" t="t" r="r" b="b"/>
            <a:pathLst>
              <a:path w="3937000" h="355600">
                <a:moveTo>
                  <a:pt x="0" y="0"/>
                </a:moveTo>
                <a:lnTo>
                  <a:pt x="3886200" y="0"/>
                </a:lnTo>
                <a:arcTo wR="50800" hR="50800" stAng="16200000" swAng="5400000"/>
                <a:lnTo>
                  <a:pt x="3937000" y="304800"/>
                </a:lnTo>
                <a:arcTo wR="50800" hR="50800" stAng="0" swAng="5400000"/>
                <a:lnTo>
                  <a:pt x="0" y="355600"/>
                </a:lnTo>
                <a:lnTo>
                  <a:pt x="0" y="0"/>
                </a:lnTo>
                <a:close/>
              </a:path>
            </a:pathLst>
          </a:custGeom>
          <a:solidFill xmlns:a="http://schemas.openxmlformats.org/drawingml/2006/main">
            <a:srgbClr val="9A7650"/>
          </a:solidFill>
        </p:spPr>
      </p:sp>
      <p:sp>
        <p:nvSpPr>
          <p:cNvPr id="30" name="Text 28">
            <a:extLst xmlns:a="http://schemas.openxmlformats.org/drawingml/2006/main">
              <a:ext uri="{FF2B5EF4-FFF2-40B4-BE49-F238E27FC236}">
                <a16:creationId xmlns:a16="http://schemas.microsoft.com/office/drawing/2014/main" id="{5AA6195F-14A3-4A04-A1F8-41FCD2DB427F}"/>
              </a:ext>
            </a:extLst>
          </p:cNvPr>
          <p:cNvSpPr>
            <a:spLocks xmlns:a="http://schemas.openxmlformats.org/drawingml/2006/main" noGrp="1"/>
          </p:cNvSpPr>
          <p:nvPr/>
        </p:nvSpPr>
        <p:spPr>
          <a:xfrm xmlns:a="http://schemas.openxmlformats.org/drawingml/2006/main">
            <a:off x="9677400" y="3670201"/>
            <a:ext cx="1752854"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106 viajes · 43 camiones</a:t>
            </a:r>
            <a:endParaRPr sz="1400"/>
          </a:p>
        </p:txBody>
      </p:sp>
      <p:sp>
        <p:nvSpPr>
          <p:cNvPr id="31" name="Shape 29">
            <a:extLst xmlns:a="http://schemas.openxmlformats.org/drawingml/2006/main">
              <a:ext uri="{FF2B5EF4-FFF2-40B4-BE49-F238E27FC236}">
                <a16:creationId xmlns:a16="http://schemas.microsoft.com/office/drawing/2014/main" id="{3412199C-51A4-43DC-8AF7-7D9A9E0DA641}"/>
              </a:ext>
            </a:extLst>
          </p:cNvPr>
          <p:cNvSpPr>
            <a:spLocks xmlns:a="http://schemas.openxmlformats.org/drawingml/2006/main" noGrp="1"/>
          </p:cNvSpPr>
          <p:nvPr/>
        </p:nvSpPr>
        <p:spPr>
          <a:xfrm xmlns:a="http://schemas.openxmlformats.org/drawingml/2006/main">
            <a:off x="4743450" y="5097959"/>
            <a:ext cx="0" cy="74404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32" name="Text 30">
            <a:extLst xmlns:a="http://schemas.openxmlformats.org/drawingml/2006/main">
              <a:ext uri="{FF2B5EF4-FFF2-40B4-BE49-F238E27FC236}">
                <a16:creationId xmlns:a16="http://schemas.microsoft.com/office/drawing/2014/main" id="{862BFE01-A592-407C-A3A6-F9DFE6BD6B85}"/>
              </a:ext>
            </a:extLst>
          </p:cNvPr>
          <p:cNvSpPr>
            <a:spLocks xmlns:a="http://schemas.openxmlformats.org/drawingml/2006/main" noGrp="1"/>
          </p:cNvSpPr>
          <p:nvPr/>
        </p:nvSpPr>
        <p:spPr>
          <a:xfrm xmlns:a="http://schemas.openxmlformats.org/drawingml/2006/main">
            <a:off x="4889500" y="5123359"/>
            <a:ext cx="6684391" cy="718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El operativo corrió en 3 tandas: 24/09 18:05 a 25/09 11:34 (17,5 h); 26/09 06:11 a 26/09 20:53 (14,7 h); 30/09 07:35 a 30/09 23:53 (16,3 h). Casi todo descargó en la volcable 4 (213 de 221 viajes leídos en el puerto).</a:t>
            </a:r>
            <a:endParaRPr sz="1300"/>
          </a:p>
        </p:txBody>
      </p:sp>
      <p:pic>
        <p:nvPicPr>
          <p:cNvPr id="68" name="Image 0"/>
          <p:cNvPicPr>
            <a:picLocks xmlns:a="http://schemas.openxmlformats.org/drawingml/2006/main" noChangeAspect="1"/>
          </p:cNvPicPr>
          <p:nvPr/>
        </p:nvPicPr>
        <p:blipFill>
          <a:blip xmlns:r="http://schemas.openxmlformats.org/officeDocument/2006/relationships" xmlns:a="http://schemas.openxmlformats.org/drawingml/2006/main" r:embed="Rb01dcd1364354ff2"/>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34" name="Text 31">
            <a:extLst xmlns:a="http://schemas.openxmlformats.org/drawingml/2006/main">
              <a:ext uri="{FF2B5EF4-FFF2-40B4-BE49-F238E27FC236}">
                <a16:creationId xmlns:a16="http://schemas.microsoft.com/office/drawing/2014/main" id="{5A891974-6FBA-4BBF-B354-D08D5CA038A6}"/>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13</a:t>
            </a:r>
            <a:endParaRPr sz="1200"/>
          </a:p>
        </p:txBody>
      </p:sp>
      <p:pic>
        <p:nvPicPr>
          <p:cNvPr id="70" name="Image 1"/>
          <p:cNvPicPr>
            <a:picLocks xmlns:a="http://schemas.openxmlformats.org/drawingml/2006/main" noChangeAspect="1"/>
          </p:cNvPicPr>
          <p:nvPr/>
        </p:nvPicPr>
        <p:blipFill>
          <a:blip xmlns:r="http://schemas.openxmlformats.org/officeDocument/2006/relationships" xmlns:a="http://schemas.openxmlformats.org/drawingml/2006/main" r:embed="Rf1f23a0438804aab"/>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519529151"/>
      </p:ext>
    </p:extLst>
  </p:cSld>
</p:sld>
</file>

<file path=ppt/slides/slide14.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0D094E6-21FB-4D3E-AB4E-0F036279A3A9}"/>
              </a:ext>
            </a:extLst>
          </p:cNvPr>
          <p:cNvSpPr>
            <a:spLocks xmlns:a="http://schemas.openxmlformats.org/drawingml/2006/main" noGrp="1"/>
          </p:cNvSpPr>
          <p:nvPr/>
        </p:nvSpPr>
        <p:spPr>
          <a:xfrm xmlns:a="http://schemas.openxmlformats.org/drawingml/2006/main">
            <a:off x="812800" y="699591"/>
            <a:ext cx="1893193" cy="289520"/>
          </a:xfrm>
          <a:custGeom xmlns:a="http://schemas.openxmlformats.org/drawingml/2006/main">
            <a:rect l="l" t="t" r="r" b="b"/>
            <a:pathLst>
              <a:path w="1893193" h="289520">
                <a:moveTo>
                  <a:pt x="144760" y="0"/>
                </a:moveTo>
                <a:lnTo>
                  <a:pt x="1748433" y="0"/>
                </a:lnTo>
                <a:arcTo wR="144760" hR="144760" stAng="16200000" swAng="5400000"/>
                <a:lnTo>
                  <a:pt x="1893193"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5E442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PELLET · R30/31/32</a:t>
            </a:r>
            <a:endParaRPr sz="1200"/>
          </a:p>
        </p:txBody>
      </p:sp>
      <p:sp>
        <p:nvSpPr>
          <p:cNvPr id="3" name="Text 1">
            <a:extLst xmlns:a="http://schemas.openxmlformats.org/drawingml/2006/main">
              <a:ext uri="{FF2B5EF4-FFF2-40B4-BE49-F238E27FC236}">
                <a16:creationId xmlns:a16="http://schemas.microsoft.com/office/drawing/2014/main" id="{24193EEC-0C3E-4446-93DC-5155D6D95ECF}"/>
              </a:ext>
            </a:extLst>
          </p:cNvPr>
          <p:cNvSpPr>
            <a:spLocks xmlns:a="http://schemas.openxmlformats.org/drawingml/2006/main" noGrp="1"/>
          </p:cNvSpPr>
          <p:nvPr>
            <p:ph type="title" idx="0"/>
          </p:nvPr>
        </p:nvSpPr>
        <p:spPr>
          <a:xfrm xmlns:a="http://schemas.openxmlformats.org/drawingml/2006/main">
            <a:off x="812800" y="1079004"/>
            <a:ext cx="10883392" cy="43636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267"/>
              </a:lnSpc>
              <a:buNone/>
            </a:pPr>
            <a:r>
              <a:rPr sz="2970" b="1" i="0">
                <a:solidFill>
                  <a:srgbClr val="14281E"/>
                </a:solidFill>
                <a:latin typeface="IBM Plex Sans"/>
                <a:ea typeface="IBM Plex Sans"/>
                <a:cs typeface="IBM Plex Sans"/>
              </a:rPr>
              <a:t>Pellet: tiempos medios por tramo</a:t>
            </a:r>
            <a:endParaRPr sz="2970"/>
          </a:p>
        </p:txBody>
      </p:sp>
      <p:sp>
        <p:nvSpPr>
          <p:cNvPr id="4" name="Text 2">
            <a:extLst xmlns:a="http://schemas.openxmlformats.org/drawingml/2006/main">
              <a:ext uri="{FF2B5EF4-FFF2-40B4-BE49-F238E27FC236}">
                <a16:creationId xmlns:a16="http://schemas.microsoft.com/office/drawing/2014/main" id="{16DEFCA1-6D93-4BE6-A74C-60FAB85DFF8F}"/>
              </a:ext>
            </a:extLst>
          </p:cNvPr>
          <p:cNvSpPr>
            <a:spLocks xmlns:a="http://schemas.openxmlformats.org/drawingml/2006/main" noGrp="1"/>
          </p:cNvSpPr>
          <p:nvPr/>
        </p:nvSpPr>
        <p:spPr>
          <a:xfrm xmlns:a="http://schemas.openxmlformats.org/drawingml/2006/main">
            <a:off x="812800" y="1693168"/>
            <a:ext cx="1494929" cy="25231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19"/>
              </a:lnSpc>
              <a:buNone/>
            </a:pPr>
            <a:r>
              <a:rPr sz="1299" b="1">
                <a:solidFill>
                  <a:srgbClr val="14281E"/>
                </a:solidFill>
                <a:latin typeface="IBM Plex Sans"/>
                <a:ea typeface="IBM Plex Sans"/>
                <a:cs typeface="IBM Plex Sans"/>
              </a:rPr>
              <a:t>Playa 1</a:t>
            </a:r>
            <a:endParaRPr sz="1299"/>
          </a:p>
        </p:txBody>
      </p:sp>
      <p:sp>
        <p:nvSpPr>
          <p:cNvPr id="5" name="Shape 3">
            <a:extLst xmlns:a="http://schemas.openxmlformats.org/drawingml/2006/main">
              <a:ext uri="{FF2B5EF4-FFF2-40B4-BE49-F238E27FC236}">
                <a16:creationId xmlns:a16="http://schemas.microsoft.com/office/drawing/2014/main" id="{A1E1F16A-5CD8-419C-A9EE-5DB1D72AE478}"/>
              </a:ext>
            </a:extLst>
          </p:cNvPr>
          <p:cNvSpPr>
            <a:spLocks xmlns:a="http://schemas.openxmlformats.org/drawingml/2006/main" noGrp="1"/>
          </p:cNvSpPr>
          <p:nvPr/>
        </p:nvSpPr>
        <p:spPr>
          <a:xfrm xmlns:a="http://schemas.openxmlformats.org/drawingml/2006/main">
            <a:off x="812800" y="1970881"/>
            <a:ext cx="1444129" cy="63500"/>
          </a:xfrm>
          <a:prstGeom xmlns:a="http://schemas.openxmlformats.org/drawingml/2006/main" prst="roundRect">
            <a:avLst>
              <a:gd name="adj" fmla="val 50000"/>
            </a:avLst>
          </a:prstGeom>
          <a:solidFill xmlns:a="http://schemas.openxmlformats.org/drawingml/2006/main">
            <a:srgbClr val="9CCBAE"/>
          </a:solidFill>
        </p:spPr>
      </p:sp>
      <p:sp>
        <p:nvSpPr>
          <p:cNvPr id="6" name="Text 4">
            <a:extLst xmlns:a="http://schemas.openxmlformats.org/drawingml/2006/main">
              <a:ext uri="{FF2B5EF4-FFF2-40B4-BE49-F238E27FC236}">
                <a16:creationId xmlns:a16="http://schemas.microsoft.com/office/drawing/2014/main" id="{1E9764AF-AA41-4B3A-A1C5-9951D408C91E}"/>
              </a:ext>
            </a:extLst>
          </p:cNvPr>
          <p:cNvSpPr>
            <a:spLocks xmlns:a="http://schemas.openxmlformats.org/drawingml/2006/main" noGrp="1"/>
          </p:cNvSpPr>
          <p:nvPr/>
        </p:nvSpPr>
        <p:spPr>
          <a:xfrm xmlns:a="http://schemas.openxmlformats.org/drawingml/2006/main">
            <a:off x="812800" y="2085181"/>
            <a:ext cx="1494929" cy="4003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83"/>
              </a:lnSpc>
              <a:buNone/>
            </a:pPr>
            <a:r>
              <a:rPr sz="1099">
                <a:solidFill>
                  <a:srgbClr val="4A5D52"/>
                </a:solidFill>
                <a:latin typeface="IBM Plex Sans"/>
                <a:ea typeface="IBM Plex Sans"/>
                <a:cs typeface="IBM Plex Sans"/>
              </a:rPr>
              <a:t>Pre-ingreso → Calle líquida</a:t>
            </a:r>
            <a:endParaRPr sz="1099"/>
          </a:p>
        </p:txBody>
      </p:sp>
      <p:sp>
        <p:nvSpPr>
          <p:cNvPr id="7" name="Text 5">
            <a:extLst xmlns:a="http://schemas.openxmlformats.org/drawingml/2006/main">
              <a:ext uri="{FF2B5EF4-FFF2-40B4-BE49-F238E27FC236}">
                <a16:creationId xmlns:a16="http://schemas.microsoft.com/office/drawing/2014/main" id="{1CA10BB2-C8A8-404C-81BD-0926BD8B07D4}"/>
              </a:ext>
            </a:extLst>
          </p:cNvPr>
          <p:cNvSpPr>
            <a:spLocks xmlns:a="http://schemas.openxmlformats.org/drawingml/2006/main" noGrp="1"/>
          </p:cNvSpPr>
          <p:nvPr/>
        </p:nvSpPr>
        <p:spPr>
          <a:xfrm xmlns:a="http://schemas.openxmlformats.org/drawingml/2006/main">
            <a:off x="2333129" y="1693168"/>
            <a:ext cx="1494929" cy="25231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19"/>
              </a:lnSpc>
              <a:buNone/>
            </a:pPr>
            <a:r>
              <a:rPr sz="1299" b="1">
                <a:solidFill>
                  <a:srgbClr val="14281E"/>
                </a:solidFill>
                <a:latin typeface="IBM Plex Sans"/>
                <a:ea typeface="IBM Plex Sans"/>
                <a:cs typeface="IBM Plex Sans"/>
              </a:rPr>
              <a:t>Acceso P3</a:t>
            </a:r>
            <a:endParaRPr sz="1299"/>
          </a:p>
        </p:txBody>
      </p:sp>
      <p:sp>
        <p:nvSpPr>
          <p:cNvPr id="8" name="Shape 6">
            <a:extLst xmlns:a="http://schemas.openxmlformats.org/drawingml/2006/main">
              <a:ext uri="{FF2B5EF4-FFF2-40B4-BE49-F238E27FC236}">
                <a16:creationId xmlns:a16="http://schemas.microsoft.com/office/drawing/2014/main" id="{5AE92251-0D64-4144-A5E7-64E88BDE5378}"/>
              </a:ext>
            </a:extLst>
          </p:cNvPr>
          <p:cNvSpPr>
            <a:spLocks xmlns:a="http://schemas.openxmlformats.org/drawingml/2006/main" noGrp="1"/>
          </p:cNvSpPr>
          <p:nvPr/>
        </p:nvSpPr>
        <p:spPr>
          <a:xfrm xmlns:a="http://schemas.openxmlformats.org/drawingml/2006/main">
            <a:off x="2333129" y="1970881"/>
            <a:ext cx="1444129" cy="63500"/>
          </a:xfrm>
          <a:prstGeom xmlns:a="http://schemas.openxmlformats.org/drawingml/2006/main" prst="roundRect">
            <a:avLst>
              <a:gd name="adj" fmla="val 50000"/>
            </a:avLst>
          </a:prstGeom>
          <a:solidFill xmlns:a="http://schemas.openxmlformats.org/drawingml/2006/main">
            <a:srgbClr val="3A8F63"/>
          </a:solidFill>
        </p:spPr>
      </p:sp>
      <p:sp>
        <p:nvSpPr>
          <p:cNvPr id="9" name="Text 7">
            <a:extLst xmlns:a="http://schemas.openxmlformats.org/drawingml/2006/main">
              <a:ext uri="{FF2B5EF4-FFF2-40B4-BE49-F238E27FC236}">
                <a16:creationId xmlns:a16="http://schemas.microsoft.com/office/drawing/2014/main" id="{68B591BC-EACC-4EA8-87B8-AEC861EC1303}"/>
              </a:ext>
            </a:extLst>
          </p:cNvPr>
          <p:cNvSpPr>
            <a:spLocks xmlns:a="http://schemas.openxmlformats.org/drawingml/2006/main" noGrp="1"/>
          </p:cNvSpPr>
          <p:nvPr/>
        </p:nvSpPr>
        <p:spPr>
          <a:xfrm xmlns:a="http://schemas.openxmlformats.org/drawingml/2006/main">
            <a:off x="2333129" y="2085181"/>
            <a:ext cx="1520329" cy="4003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93"/>
              </a:lnSpc>
              <a:buNone/>
            </a:pPr>
            <a:r>
              <a:rPr sz="1106">
                <a:solidFill>
                  <a:srgbClr val="4A5D52"/>
                </a:solidFill>
                <a:latin typeface="IBM Plex Sans"/>
                <a:ea typeface="IBM Plex Sans"/>
                <a:cs typeface="IBM Plex Sans"/>
              </a:rPr>
              <a:t>Calle líquida → Playa 3</a:t>
            </a:r>
            <a:endParaRPr sz="1106"/>
          </a:p>
        </p:txBody>
      </p:sp>
      <p:sp>
        <p:nvSpPr>
          <p:cNvPr id="10" name="Text 8">
            <a:extLst xmlns:a="http://schemas.openxmlformats.org/drawingml/2006/main">
              <a:ext uri="{FF2B5EF4-FFF2-40B4-BE49-F238E27FC236}">
                <a16:creationId xmlns:a16="http://schemas.microsoft.com/office/drawing/2014/main" id="{1D28ADEA-4E9F-4D76-8D8D-60B963FF0F9C}"/>
              </a:ext>
            </a:extLst>
          </p:cNvPr>
          <p:cNvSpPr>
            <a:spLocks xmlns:a="http://schemas.openxmlformats.org/drawingml/2006/main" noGrp="1"/>
          </p:cNvSpPr>
          <p:nvPr/>
        </p:nvSpPr>
        <p:spPr>
          <a:xfrm xmlns:a="http://schemas.openxmlformats.org/drawingml/2006/main">
            <a:off x="3853458" y="1693168"/>
            <a:ext cx="1495028" cy="25231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19"/>
              </a:lnSpc>
              <a:buNone/>
            </a:pPr>
            <a:r>
              <a:rPr sz="1299" b="1">
                <a:solidFill>
                  <a:srgbClr val="14281E"/>
                </a:solidFill>
                <a:latin typeface="IBM Plex Sans"/>
                <a:ea typeface="IBM Plex Sans"/>
                <a:cs typeface="IBM Plex Sans"/>
              </a:rPr>
              <a:t>Carga</a:t>
            </a:r>
            <a:endParaRPr sz="1299"/>
          </a:p>
        </p:txBody>
      </p:sp>
      <p:sp>
        <p:nvSpPr>
          <p:cNvPr id="11" name="Shape 9">
            <a:extLst xmlns:a="http://schemas.openxmlformats.org/drawingml/2006/main">
              <a:ext uri="{FF2B5EF4-FFF2-40B4-BE49-F238E27FC236}">
                <a16:creationId xmlns:a16="http://schemas.microsoft.com/office/drawing/2014/main" id="{77E7E26C-4B1E-406C-84EE-1012043F30E8}"/>
              </a:ext>
            </a:extLst>
          </p:cNvPr>
          <p:cNvSpPr>
            <a:spLocks xmlns:a="http://schemas.openxmlformats.org/drawingml/2006/main" noGrp="1"/>
          </p:cNvSpPr>
          <p:nvPr/>
        </p:nvSpPr>
        <p:spPr>
          <a:xfrm xmlns:a="http://schemas.openxmlformats.org/drawingml/2006/main">
            <a:off x="3853458" y="1970881"/>
            <a:ext cx="1444228" cy="63500"/>
          </a:xfrm>
          <a:prstGeom xmlns:a="http://schemas.openxmlformats.org/drawingml/2006/main" prst="roundRect">
            <a:avLst>
              <a:gd name="adj" fmla="val 50000"/>
            </a:avLst>
          </a:prstGeom>
          <a:solidFill xmlns:a="http://schemas.openxmlformats.org/drawingml/2006/main">
            <a:srgbClr val="9A7650"/>
          </a:solidFill>
        </p:spPr>
      </p:sp>
      <p:sp>
        <p:nvSpPr>
          <p:cNvPr id="12" name="Text 10">
            <a:extLst xmlns:a="http://schemas.openxmlformats.org/drawingml/2006/main">
              <a:ext uri="{FF2B5EF4-FFF2-40B4-BE49-F238E27FC236}">
                <a16:creationId xmlns:a16="http://schemas.microsoft.com/office/drawing/2014/main" id="{C28E9CAB-1ED8-4A10-87AD-8B0D3FA0DEAB}"/>
              </a:ext>
            </a:extLst>
          </p:cNvPr>
          <p:cNvSpPr>
            <a:spLocks xmlns:a="http://schemas.openxmlformats.org/drawingml/2006/main" noGrp="1"/>
          </p:cNvSpPr>
          <p:nvPr/>
        </p:nvSpPr>
        <p:spPr>
          <a:xfrm xmlns:a="http://schemas.openxmlformats.org/drawingml/2006/main">
            <a:off x="3853458" y="2085181"/>
            <a:ext cx="1495028" cy="4003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83"/>
              </a:lnSpc>
              <a:buNone/>
            </a:pPr>
            <a:r>
              <a:rPr sz="1099">
                <a:solidFill>
                  <a:srgbClr val="4A5D52"/>
                </a:solidFill>
                <a:latin typeface="IBM Plex Sans"/>
                <a:ea typeface="IBM Plex Sans"/>
                <a:cs typeface="IBM Plex Sans"/>
              </a:rPr>
              <a:t>Playa 3 → Balanza egreso</a:t>
            </a:r>
            <a:endParaRPr sz="1099"/>
          </a:p>
        </p:txBody>
      </p:sp>
      <p:sp>
        <p:nvSpPr>
          <p:cNvPr id="13" name="Text 11">
            <a:extLst xmlns:a="http://schemas.openxmlformats.org/drawingml/2006/main">
              <a:ext uri="{FF2B5EF4-FFF2-40B4-BE49-F238E27FC236}">
                <a16:creationId xmlns:a16="http://schemas.microsoft.com/office/drawing/2014/main" id="{6AC50FFC-B714-4547-99D5-0A4CFE41337D}"/>
              </a:ext>
            </a:extLst>
          </p:cNvPr>
          <p:cNvSpPr>
            <a:spLocks xmlns:a="http://schemas.openxmlformats.org/drawingml/2006/main" noGrp="1"/>
          </p:cNvSpPr>
          <p:nvPr/>
        </p:nvSpPr>
        <p:spPr>
          <a:xfrm xmlns:a="http://schemas.openxmlformats.org/drawingml/2006/main">
            <a:off x="5373886" y="1693168"/>
            <a:ext cx="1494929" cy="25231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19"/>
              </a:lnSpc>
              <a:buNone/>
            </a:pPr>
            <a:r>
              <a:rPr sz="1299" b="1">
                <a:solidFill>
                  <a:srgbClr val="14281E"/>
                </a:solidFill>
                <a:latin typeface="IBM Plex Sans"/>
                <a:ea typeface="IBM Plex Sans"/>
                <a:cs typeface="IBM Plex Sans"/>
              </a:rPr>
              <a:t>Interplanta</a:t>
            </a:r>
            <a:endParaRPr sz="1299"/>
          </a:p>
        </p:txBody>
      </p:sp>
      <p:sp>
        <p:nvSpPr>
          <p:cNvPr id="14" name="Shape 12">
            <a:extLst xmlns:a="http://schemas.openxmlformats.org/drawingml/2006/main">
              <a:ext uri="{FF2B5EF4-FFF2-40B4-BE49-F238E27FC236}">
                <a16:creationId xmlns:a16="http://schemas.microsoft.com/office/drawing/2014/main" id="{BF16F869-6540-4A88-B230-C61BC96B98CB}"/>
              </a:ext>
            </a:extLst>
          </p:cNvPr>
          <p:cNvSpPr>
            <a:spLocks xmlns:a="http://schemas.openxmlformats.org/drawingml/2006/main" noGrp="1"/>
          </p:cNvSpPr>
          <p:nvPr/>
        </p:nvSpPr>
        <p:spPr>
          <a:xfrm xmlns:a="http://schemas.openxmlformats.org/drawingml/2006/main">
            <a:off x="5373886" y="1970881"/>
            <a:ext cx="1444129" cy="63500"/>
          </a:xfrm>
          <a:prstGeom xmlns:a="http://schemas.openxmlformats.org/drawingml/2006/main" prst="roundRect">
            <a:avLst>
              <a:gd name="adj" fmla="val 50000"/>
            </a:avLst>
          </a:prstGeom>
          <a:solidFill xmlns:a="http://schemas.openxmlformats.org/drawingml/2006/main">
            <a:srgbClr val="B7C3BB"/>
          </a:solidFill>
        </p:spPr>
      </p:sp>
      <p:sp>
        <p:nvSpPr>
          <p:cNvPr id="15" name="Text 13">
            <a:extLst xmlns:a="http://schemas.openxmlformats.org/drawingml/2006/main">
              <a:ext uri="{FF2B5EF4-FFF2-40B4-BE49-F238E27FC236}">
                <a16:creationId xmlns:a16="http://schemas.microsoft.com/office/drawing/2014/main" id="{1F7830E1-6F18-41B4-9303-DEC399220376}"/>
              </a:ext>
            </a:extLst>
          </p:cNvPr>
          <p:cNvSpPr>
            <a:spLocks xmlns:a="http://schemas.openxmlformats.org/drawingml/2006/main" noGrp="1"/>
          </p:cNvSpPr>
          <p:nvPr/>
        </p:nvSpPr>
        <p:spPr>
          <a:xfrm xmlns:a="http://schemas.openxmlformats.org/drawingml/2006/main">
            <a:off x="5373886" y="2085181"/>
            <a:ext cx="1494929" cy="4003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83"/>
              </a:lnSpc>
              <a:buNone/>
            </a:pPr>
            <a:r>
              <a:rPr sz="1099">
                <a:solidFill>
                  <a:srgbClr val="4A5D52"/>
                </a:solidFill>
                <a:latin typeface="IBM Plex Sans"/>
                <a:ea typeface="IBM Plex Sans"/>
                <a:cs typeface="IBM Plex Sans"/>
              </a:rPr>
              <a:t>Balanza egreso → Ingreso SLZ</a:t>
            </a:r>
            <a:endParaRPr sz="1099"/>
          </a:p>
        </p:txBody>
      </p:sp>
      <p:sp>
        <p:nvSpPr>
          <p:cNvPr id="16" name="Text 14">
            <a:extLst xmlns:a="http://schemas.openxmlformats.org/drawingml/2006/main">
              <a:ext uri="{FF2B5EF4-FFF2-40B4-BE49-F238E27FC236}">
                <a16:creationId xmlns:a16="http://schemas.microsoft.com/office/drawing/2014/main" id="{E39A7FF6-EBAD-4B3A-A212-648038350F0E}"/>
              </a:ext>
            </a:extLst>
          </p:cNvPr>
          <p:cNvSpPr>
            <a:spLocks xmlns:a="http://schemas.openxmlformats.org/drawingml/2006/main" noGrp="1"/>
          </p:cNvSpPr>
          <p:nvPr/>
        </p:nvSpPr>
        <p:spPr>
          <a:xfrm xmlns:a="http://schemas.openxmlformats.org/drawingml/2006/main">
            <a:off x="6894215" y="1693168"/>
            <a:ext cx="1495028" cy="25231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19"/>
              </a:lnSpc>
              <a:buNone/>
            </a:pPr>
            <a:r>
              <a:rPr sz="1299" b="1">
                <a:solidFill>
                  <a:srgbClr val="14281E"/>
                </a:solidFill>
                <a:latin typeface="IBM Plex Sans"/>
                <a:ea typeface="IBM Plex Sans"/>
                <a:cs typeface="IBM Plex Sans"/>
              </a:rPr>
              <a:t>Playa OSL</a:t>
            </a:r>
            <a:endParaRPr sz="1299"/>
          </a:p>
        </p:txBody>
      </p:sp>
      <p:sp>
        <p:nvSpPr>
          <p:cNvPr id="17" name="Shape 15">
            <a:extLst xmlns:a="http://schemas.openxmlformats.org/drawingml/2006/main">
              <a:ext uri="{FF2B5EF4-FFF2-40B4-BE49-F238E27FC236}">
                <a16:creationId xmlns:a16="http://schemas.microsoft.com/office/drawing/2014/main" id="{89D22CD6-08EC-45AE-B5F9-F8279E79921D}"/>
              </a:ext>
            </a:extLst>
          </p:cNvPr>
          <p:cNvSpPr>
            <a:spLocks xmlns:a="http://schemas.openxmlformats.org/drawingml/2006/main" noGrp="1"/>
          </p:cNvSpPr>
          <p:nvPr/>
        </p:nvSpPr>
        <p:spPr>
          <a:xfrm xmlns:a="http://schemas.openxmlformats.org/drawingml/2006/main">
            <a:off x="6894215" y="1970881"/>
            <a:ext cx="1444228" cy="63500"/>
          </a:xfrm>
          <a:prstGeom xmlns:a="http://schemas.openxmlformats.org/drawingml/2006/main" prst="roundRect">
            <a:avLst>
              <a:gd name="adj" fmla="val 50000"/>
            </a:avLst>
          </a:prstGeom>
          <a:solidFill xmlns:a="http://schemas.openxmlformats.org/drawingml/2006/main">
            <a:srgbClr val="2E1B4E"/>
          </a:solidFill>
        </p:spPr>
      </p:sp>
      <p:sp>
        <p:nvSpPr>
          <p:cNvPr id="18" name="Text 16">
            <a:extLst xmlns:a="http://schemas.openxmlformats.org/drawingml/2006/main">
              <a:ext uri="{FF2B5EF4-FFF2-40B4-BE49-F238E27FC236}">
                <a16:creationId xmlns:a16="http://schemas.microsoft.com/office/drawing/2014/main" id="{10DF7FC7-A19A-4E3C-A1A4-AF18DCF14D9C}"/>
              </a:ext>
            </a:extLst>
          </p:cNvPr>
          <p:cNvSpPr>
            <a:spLocks xmlns:a="http://schemas.openxmlformats.org/drawingml/2006/main" noGrp="1"/>
          </p:cNvSpPr>
          <p:nvPr/>
        </p:nvSpPr>
        <p:spPr>
          <a:xfrm xmlns:a="http://schemas.openxmlformats.org/drawingml/2006/main">
            <a:off x="6894215" y="2085181"/>
            <a:ext cx="1495028" cy="4003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83"/>
              </a:lnSpc>
              <a:buNone/>
            </a:pPr>
            <a:r>
              <a:rPr sz="1099">
                <a:solidFill>
                  <a:srgbClr val="4A5D52"/>
                </a:solidFill>
                <a:latin typeface="IBM Plex Sans"/>
                <a:ea typeface="IBM Plex Sans"/>
                <a:cs typeface="IBM Plex Sans"/>
              </a:rPr>
              <a:t>Ingreso SLZ → Balanza OSL</a:t>
            </a:r>
            <a:endParaRPr sz="1099"/>
          </a:p>
        </p:txBody>
      </p:sp>
      <p:sp>
        <p:nvSpPr>
          <p:cNvPr id="19" name="Text 17">
            <a:extLst xmlns:a="http://schemas.openxmlformats.org/drawingml/2006/main">
              <a:ext uri="{FF2B5EF4-FFF2-40B4-BE49-F238E27FC236}">
                <a16:creationId xmlns:a16="http://schemas.microsoft.com/office/drawing/2014/main" id="{3F4314F3-A615-4932-A092-BF860E0EDCEC}"/>
              </a:ext>
            </a:extLst>
          </p:cNvPr>
          <p:cNvSpPr>
            <a:spLocks xmlns:a="http://schemas.openxmlformats.org/drawingml/2006/main" noGrp="1"/>
          </p:cNvSpPr>
          <p:nvPr/>
        </p:nvSpPr>
        <p:spPr>
          <a:xfrm xmlns:a="http://schemas.openxmlformats.org/drawingml/2006/main">
            <a:off x="8414643" y="1693168"/>
            <a:ext cx="1494929" cy="25231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19"/>
              </a:lnSpc>
              <a:buNone/>
            </a:pPr>
            <a:r>
              <a:rPr sz="1299" b="1">
                <a:solidFill>
                  <a:srgbClr val="14281E"/>
                </a:solidFill>
                <a:latin typeface="IBM Plex Sans"/>
                <a:ea typeface="IBM Plex Sans"/>
                <a:cs typeface="IBM Plex Sans"/>
              </a:rPr>
              <a:t>Descarga</a:t>
            </a:r>
            <a:endParaRPr sz="1299"/>
          </a:p>
        </p:txBody>
      </p:sp>
      <p:sp>
        <p:nvSpPr>
          <p:cNvPr id="20" name="Shape 18">
            <a:extLst xmlns:a="http://schemas.openxmlformats.org/drawingml/2006/main">
              <a:ext uri="{FF2B5EF4-FFF2-40B4-BE49-F238E27FC236}">
                <a16:creationId xmlns:a16="http://schemas.microsoft.com/office/drawing/2014/main" id="{42B10AFA-1CC9-4897-AA77-4D4051B55B19}"/>
              </a:ext>
            </a:extLst>
          </p:cNvPr>
          <p:cNvSpPr>
            <a:spLocks xmlns:a="http://schemas.openxmlformats.org/drawingml/2006/main" noGrp="1"/>
          </p:cNvSpPr>
          <p:nvPr/>
        </p:nvSpPr>
        <p:spPr>
          <a:xfrm xmlns:a="http://schemas.openxmlformats.org/drawingml/2006/main">
            <a:off x="8414643" y="1970881"/>
            <a:ext cx="1444129" cy="63500"/>
          </a:xfrm>
          <a:prstGeom xmlns:a="http://schemas.openxmlformats.org/drawingml/2006/main" prst="roundRect">
            <a:avLst>
              <a:gd name="adj" fmla="val 50000"/>
            </a:avLst>
          </a:prstGeom>
          <a:solidFill xmlns:a="http://schemas.openxmlformats.org/drawingml/2006/main">
            <a:srgbClr val="6B55A3"/>
          </a:solidFill>
        </p:spPr>
      </p:sp>
      <p:sp>
        <p:nvSpPr>
          <p:cNvPr id="21" name="Text 19">
            <a:extLst xmlns:a="http://schemas.openxmlformats.org/drawingml/2006/main">
              <a:ext uri="{FF2B5EF4-FFF2-40B4-BE49-F238E27FC236}">
                <a16:creationId xmlns:a16="http://schemas.microsoft.com/office/drawing/2014/main" id="{1224EF0C-337B-411A-8B67-1859B5292AA5}"/>
              </a:ext>
            </a:extLst>
          </p:cNvPr>
          <p:cNvSpPr>
            <a:spLocks xmlns:a="http://schemas.openxmlformats.org/drawingml/2006/main" noGrp="1"/>
          </p:cNvSpPr>
          <p:nvPr/>
        </p:nvSpPr>
        <p:spPr>
          <a:xfrm xmlns:a="http://schemas.openxmlformats.org/drawingml/2006/main">
            <a:off x="8414643" y="2085181"/>
            <a:ext cx="1494929" cy="4003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83"/>
              </a:lnSpc>
              <a:buNone/>
            </a:pPr>
            <a:r>
              <a:rPr sz="1099">
                <a:solidFill>
                  <a:srgbClr val="4A5D52"/>
                </a:solidFill>
                <a:latin typeface="IBM Plex Sans"/>
                <a:ea typeface="IBM Plex Sans"/>
                <a:cs typeface="IBM Plex Sans"/>
              </a:rPr>
              <a:t>Balanza OSL → Volcable</a:t>
            </a:r>
            <a:endParaRPr sz="1099"/>
          </a:p>
        </p:txBody>
      </p:sp>
      <p:sp>
        <p:nvSpPr>
          <p:cNvPr id="22" name="Text 20">
            <a:extLst xmlns:a="http://schemas.openxmlformats.org/drawingml/2006/main">
              <a:ext uri="{FF2B5EF4-FFF2-40B4-BE49-F238E27FC236}">
                <a16:creationId xmlns:a16="http://schemas.microsoft.com/office/drawing/2014/main" id="{023E3A91-C736-409F-A9F0-771C34B2A17F}"/>
              </a:ext>
            </a:extLst>
          </p:cNvPr>
          <p:cNvSpPr>
            <a:spLocks xmlns:a="http://schemas.openxmlformats.org/drawingml/2006/main" noGrp="1"/>
          </p:cNvSpPr>
          <p:nvPr/>
        </p:nvSpPr>
        <p:spPr>
          <a:xfrm xmlns:a="http://schemas.openxmlformats.org/drawingml/2006/main">
            <a:off x="9934972" y="1693168"/>
            <a:ext cx="1495028" cy="25231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19"/>
              </a:lnSpc>
              <a:buNone/>
            </a:pPr>
            <a:r>
              <a:rPr sz="1299" b="1">
                <a:solidFill>
                  <a:srgbClr val="14281E"/>
                </a:solidFill>
                <a:latin typeface="IBM Plex Sans"/>
                <a:ea typeface="IBM Plex Sans"/>
                <a:cs typeface="IBM Plex Sans"/>
              </a:rPr>
              <a:t>Salida</a:t>
            </a:r>
            <a:endParaRPr sz="1299"/>
          </a:p>
        </p:txBody>
      </p:sp>
      <p:sp>
        <p:nvSpPr>
          <p:cNvPr id="23" name="Shape 21">
            <a:extLst xmlns:a="http://schemas.openxmlformats.org/drawingml/2006/main">
              <a:ext uri="{FF2B5EF4-FFF2-40B4-BE49-F238E27FC236}">
                <a16:creationId xmlns:a16="http://schemas.microsoft.com/office/drawing/2014/main" id="{D5EDE047-DA82-45D2-8E71-301D07BEBE6F}"/>
              </a:ext>
            </a:extLst>
          </p:cNvPr>
          <p:cNvSpPr>
            <a:spLocks xmlns:a="http://schemas.openxmlformats.org/drawingml/2006/main" noGrp="1"/>
          </p:cNvSpPr>
          <p:nvPr/>
        </p:nvSpPr>
        <p:spPr>
          <a:xfrm xmlns:a="http://schemas.openxmlformats.org/drawingml/2006/main">
            <a:off x="9934972" y="1970881"/>
            <a:ext cx="1444228" cy="63500"/>
          </a:xfrm>
          <a:prstGeom xmlns:a="http://schemas.openxmlformats.org/drawingml/2006/main" prst="roundRect">
            <a:avLst>
              <a:gd name="adj" fmla="val 50000"/>
            </a:avLst>
          </a:prstGeom>
          <a:solidFill xmlns:a="http://schemas.openxmlformats.org/drawingml/2006/main">
            <a:srgbClr val="A99BCF"/>
          </a:solidFill>
        </p:spPr>
      </p:sp>
      <p:sp>
        <p:nvSpPr>
          <p:cNvPr id="24" name="Text 22">
            <a:extLst xmlns:a="http://schemas.openxmlformats.org/drawingml/2006/main">
              <a:ext uri="{FF2B5EF4-FFF2-40B4-BE49-F238E27FC236}">
                <a16:creationId xmlns:a16="http://schemas.microsoft.com/office/drawing/2014/main" id="{F32A7DA3-55DD-44DC-B53D-3CD9A5284081}"/>
              </a:ext>
            </a:extLst>
          </p:cNvPr>
          <p:cNvSpPr>
            <a:spLocks xmlns:a="http://schemas.openxmlformats.org/drawingml/2006/main" noGrp="1"/>
          </p:cNvSpPr>
          <p:nvPr/>
        </p:nvSpPr>
        <p:spPr>
          <a:xfrm xmlns:a="http://schemas.openxmlformats.org/drawingml/2006/main">
            <a:off x="9934972" y="2085181"/>
            <a:ext cx="1733074" cy="4003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39"/>
              </a:lnSpc>
              <a:buNone/>
            </a:pPr>
            <a:r>
              <a:rPr sz="1140">
                <a:solidFill>
                  <a:srgbClr val="4A5D52"/>
                </a:solidFill>
                <a:latin typeface="IBM Plex Sans"/>
                <a:ea typeface="IBM Plex Sans"/>
                <a:cs typeface="IBM Plex Sans"/>
              </a:rPr>
              <a:t>Volcable → Salida SLZ</a:t>
            </a:r>
            <a:endParaRPr sz="1140"/>
          </a:p>
        </p:txBody>
      </p:sp>
      <p:sp>
        <p:nvSpPr>
          <p:cNvPr id="25" name="Text 23">
            <a:extLst xmlns:a="http://schemas.openxmlformats.org/drawingml/2006/main">
              <a:ext uri="{FF2B5EF4-FFF2-40B4-BE49-F238E27FC236}">
                <a16:creationId xmlns:a16="http://schemas.microsoft.com/office/drawing/2014/main" id="{4C18D112-F3DF-48D4-8B2F-B8FB7BDA1FD9}"/>
              </a:ext>
            </a:extLst>
          </p:cNvPr>
          <p:cNvSpPr>
            <a:spLocks xmlns:a="http://schemas.openxmlformats.org/drawingml/2006/main" noGrp="1"/>
          </p:cNvSpPr>
          <p:nvPr/>
        </p:nvSpPr>
        <p:spPr>
          <a:xfrm xmlns:a="http://schemas.openxmlformats.org/drawingml/2006/main">
            <a:off x="787400" y="2663329"/>
            <a:ext cx="787400" cy="320477"/>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21</a:t>
            </a:r>
            <a:endParaRPr sz="1800"/>
          </a:p>
        </p:txBody>
      </p:sp>
      <p:sp>
        <p:nvSpPr>
          <p:cNvPr id="26" name="Text 24">
            <a:extLst xmlns:a="http://schemas.openxmlformats.org/drawingml/2006/main">
              <a:ext uri="{FF2B5EF4-FFF2-40B4-BE49-F238E27FC236}">
                <a16:creationId xmlns:a16="http://schemas.microsoft.com/office/drawing/2014/main" id="{497D9061-9862-4A6C-A437-89908A07B476}"/>
              </a:ext>
            </a:extLst>
          </p:cNvPr>
          <p:cNvSpPr>
            <a:spLocks xmlns:a="http://schemas.openxmlformats.org/drawingml/2006/main" noGrp="1"/>
          </p:cNvSpPr>
          <p:nvPr/>
        </p:nvSpPr>
        <p:spPr>
          <a:xfrm xmlns:a="http://schemas.openxmlformats.org/drawingml/2006/main">
            <a:off x="1524000" y="2663329"/>
            <a:ext cx="577850" cy="320477"/>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15</a:t>
            </a:r>
            <a:endParaRPr sz="1800"/>
          </a:p>
        </p:txBody>
      </p:sp>
      <p:sp>
        <p:nvSpPr>
          <p:cNvPr id="27" name="Text 25">
            <a:extLst xmlns:a="http://schemas.openxmlformats.org/drawingml/2006/main">
              <a:ext uri="{FF2B5EF4-FFF2-40B4-BE49-F238E27FC236}">
                <a16:creationId xmlns:a16="http://schemas.microsoft.com/office/drawing/2014/main" id="{7B2E7069-60E7-4DFC-9469-E77702EDE273}"/>
              </a:ext>
            </a:extLst>
          </p:cNvPr>
          <p:cNvSpPr>
            <a:spLocks xmlns:a="http://schemas.openxmlformats.org/drawingml/2006/main" noGrp="1"/>
          </p:cNvSpPr>
          <p:nvPr/>
        </p:nvSpPr>
        <p:spPr>
          <a:xfrm xmlns:a="http://schemas.openxmlformats.org/drawingml/2006/main">
            <a:off x="2041684" y="2663329"/>
            <a:ext cx="2387283" cy="320477"/>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5E4428"/>
                </a:solidFill>
                <a:latin typeface="IBM Plex Sans"/>
                <a:ea typeface="IBM Plex Sans"/>
                <a:cs typeface="IBM Plex Sans"/>
              </a:rPr>
              <a:t>66</a:t>
            </a:r>
            <a:endParaRPr sz="1800"/>
          </a:p>
        </p:txBody>
      </p:sp>
      <p:sp>
        <p:nvSpPr>
          <p:cNvPr id="28" name="Text 26">
            <a:extLst xmlns:a="http://schemas.openxmlformats.org/drawingml/2006/main">
              <a:ext uri="{FF2B5EF4-FFF2-40B4-BE49-F238E27FC236}">
                <a16:creationId xmlns:a16="http://schemas.microsoft.com/office/drawing/2014/main" id="{B513539A-1FC7-4393-A36C-67C9EB89F3D9}"/>
              </a:ext>
            </a:extLst>
          </p:cNvPr>
          <p:cNvSpPr>
            <a:spLocks xmlns:a="http://schemas.openxmlformats.org/drawingml/2006/main" noGrp="1"/>
          </p:cNvSpPr>
          <p:nvPr/>
        </p:nvSpPr>
        <p:spPr>
          <a:xfrm xmlns:a="http://schemas.openxmlformats.org/drawingml/2006/main">
            <a:off x="4368800" y="2663329"/>
            <a:ext cx="685800" cy="320477"/>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18</a:t>
            </a:r>
            <a:endParaRPr sz="1800"/>
          </a:p>
        </p:txBody>
      </p:sp>
      <p:sp>
        <p:nvSpPr>
          <p:cNvPr id="29" name="Text 27">
            <a:extLst xmlns:a="http://schemas.openxmlformats.org/drawingml/2006/main">
              <a:ext uri="{FF2B5EF4-FFF2-40B4-BE49-F238E27FC236}">
                <a16:creationId xmlns:a16="http://schemas.microsoft.com/office/drawing/2014/main" id="{E9185986-9FC0-4F99-9B0A-2E5B62258DE3}"/>
              </a:ext>
            </a:extLst>
          </p:cNvPr>
          <p:cNvSpPr>
            <a:spLocks xmlns:a="http://schemas.openxmlformats.org/drawingml/2006/main" noGrp="1"/>
          </p:cNvSpPr>
          <p:nvPr/>
        </p:nvSpPr>
        <p:spPr>
          <a:xfrm xmlns:a="http://schemas.openxmlformats.org/drawingml/2006/main">
            <a:off x="4986147" y="2663329"/>
            <a:ext cx="2956306" cy="320477"/>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2E1B4E"/>
                </a:solidFill>
                <a:latin typeface="IBM Plex Sans"/>
                <a:ea typeface="IBM Plex Sans"/>
                <a:cs typeface="IBM Plex Sans"/>
              </a:rPr>
              <a:t>82</a:t>
            </a:r>
            <a:endParaRPr sz="1800"/>
          </a:p>
        </p:txBody>
      </p:sp>
      <p:sp>
        <p:nvSpPr>
          <p:cNvPr id="30" name="Text 28">
            <a:extLst xmlns:a="http://schemas.openxmlformats.org/drawingml/2006/main">
              <a:ext uri="{FF2B5EF4-FFF2-40B4-BE49-F238E27FC236}">
                <a16:creationId xmlns:a16="http://schemas.microsoft.com/office/drawing/2014/main" id="{7A2C22FF-739F-4857-A1D7-105B59A6E3F1}"/>
              </a:ext>
            </a:extLst>
          </p:cNvPr>
          <p:cNvSpPr>
            <a:spLocks xmlns:a="http://schemas.openxmlformats.org/drawingml/2006/main" noGrp="1"/>
          </p:cNvSpPr>
          <p:nvPr/>
        </p:nvSpPr>
        <p:spPr>
          <a:xfrm xmlns:a="http://schemas.openxmlformats.org/drawingml/2006/main">
            <a:off x="7856728" y="2663329"/>
            <a:ext cx="2930144" cy="320477"/>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6B55A3"/>
                </a:solidFill>
                <a:latin typeface="IBM Plex Sans"/>
                <a:ea typeface="IBM Plex Sans"/>
                <a:cs typeface="IBM Plex Sans"/>
              </a:rPr>
              <a:t>81</a:t>
            </a:r>
            <a:endParaRPr sz="1800"/>
          </a:p>
        </p:txBody>
      </p:sp>
      <p:sp>
        <p:nvSpPr>
          <p:cNvPr id="31" name="Text 29">
            <a:extLst xmlns:a="http://schemas.openxmlformats.org/drawingml/2006/main">
              <a:ext uri="{FF2B5EF4-FFF2-40B4-BE49-F238E27FC236}">
                <a16:creationId xmlns:a16="http://schemas.microsoft.com/office/drawing/2014/main" id="{07768E34-BB03-45CD-B53F-6909024AE94C}"/>
              </a:ext>
            </a:extLst>
          </p:cNvPr>
          <p:cNvSpPr>
            <a:spLocks xmlns:a="http://schemas.openxmlformats.org/drawingml/2006/main" noGrp="1"/>
          </p:cNvSpPr>
          <p:nvPr/>
        </p:nvSpPr>
        <p:spPr>
          <a:xfrm xmlns:a="http://schemas.openxmlformats.org/drawingml/2006/main">
            <a:off x="10718800" y="2663329"/>
            <a:ext cx="685800" cy="320477"/>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18</a:t>
            </a:r>
            <a:endParaRPr sz="1800"/>
          </a:p>
        </p:txBody>
      </p:sp>
      <p:sp>
        <p:nvSpPr>
          <p:cNvPr id="32" name="Shape 30">
            <a:extLst xmlns:a="http://schemas.openxmlformats.org/drawingml/2006/main">
              <a:ext uri="{FF2B5EF4-FFF2-40B4-BE49-F238E27FC236}">
                <a16:creationId xmlns:a16="http://schemas.microsoft.com/office/drawing/2014/main" id="{A90AE7F9-CF3D-4ACE-A2A6-8E9529340EB1}"/>
              </a:ext>
            </a:extLst>
          </p:cNvPr>
          <p:cNvSpPr>
            <a:spLocks xmlns:a="http://schemas.openxmlformats.org/drawingml/2006/main" noGrp="1"/>
          </p:cNvSpPr>
          <p:nvPr/>
        </p:nvSpPr>
        <p:spPr>
          <a:xfrm xmlns:a="http://schemas.openxmlformats.org/drawingml/2006/main">
            <a:off x="812800" y="3009205"/>
            <a:ext cx="736600" cy="355600"/>
          </a:xfrm>
          <a:custGeom xmlns:a="http://schemas.openxmlformats.org/drawingml/2006/main">
            <a:rect l="l" t="t" r="r" b="b"/>
            <a:pathLst>
              <a:path w="736600" h="355600">
                <a:moveTo>
                  <a:pt x="0" y="50800"/>
                </a:moveTo>
                <a:arcTo wR="50800" hR="50800" stAng="10800000" swAng="5400000"/>
                <a:lnTo>
                  <a:pt x="736600" y="0"/>
                </a:lnTo>
                <a:lnTo>
                  <a:pt x="736600" y="355600"/>
                </a:lnTo>
                <a:lnTo>
                  <a:pt x="0" y="355600"/>
                </a:lnTo>
                <a:close/>
              </a:path>
            </a:pathLst>
          </a:custGeom>
          <a:solidFill xmlns:a="http://schemas.openxmlformats.org/drawingml/2006/main">
            <a:srgbClr val="9CCBAE"/>
          </a:solidFill>
        </p:spPr>
      </p:sp>
      <p:sp>
        <p:nvSpPr>
          <p:cNvPr id="33" name="Shape 31">
            <a:extLst xmlns:a="http://schemas.openxmlformats.org/drawingml/2006/main">
              <a:ext uri="{FF2B5EF4-FFF2-40B4-BE49-F238E27FC236}">
                <a16:creationId xmlns:a16="http://schemas.microsoft.com/office/drawing/2014/main" id="{27D8CD5E-20BD-41F0-9D6A-0C34FD38807C}"/>
              </a:ext>
            </a:extLst>
          </p:cNvPr>
          <p:cNvSpPr>
            <a:spLocks xmlns:a="http://schemas.openxmlformats.org/drawingml/2006/main" noGrp="1"/>
          </p:cNvSpPr>
          <p:nvPr/>
        </p:nvSpPr>
        <p:spPr>
          <a:xfrm xmlns:a="http://schemas.openxmlformats.org/drawingml/2006/main">
            <a:off x="1549400" y="3009205"/>
            <a:ext cx="527050" cy="355600"/>
          </a:xfrm>
          <a:prstGeom xmlns:a="http://schemas.openxmlformats.org/drawingml/2006/main" prst="rect">
            <a:avLst/>
          </a:prstGeom>
          <a:solidFill xmlns:a="http://schemas.openxmlformats.org/drawingml/2006/main">
            <a:srgbClr val="3A8F63"/>
          </a:solidFill>
        </p:spPr>
      </p:sp>
      <p:sp>
        <p:nvSpPr>
          <p:cNvPr id="34" name="Shape 32">
            <a:extLst xmlns:a="http://schemas.openxmlformats.org/drawingml/2006/main">
              <a:ext uri="{FF2B5EF4-FFF2-40B4-BE49-F238E27FC236}">
                <a16:creationId xmlns:a16="http://schemas.microsoft.com/office/drawing/2014/main" id="{4FE961B3-77ED-47F1-9710-CC9A94A611F3}"/>
              </a:ext>
            </a:extLst>
          </p:cNvPr>
          <p:cNvSpPr>
            <a:spLocks xmlns:a="http://schemas.openxmlformats.org/drawingml/2006/main" noGrp="1"/>
          </p:cNvSpPr>
          <p:nvPr/>
        </p:nvSpPr>
        <p:spPr>
          <a:xfrm xmlns:a="http://schemas.openxmlformats.org/drawingml/2006/main">
            <a:off x="1558925" y="3009205"/>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5" name="Shape 33">
            <a:extLst xmlns:a="http://schemas.openxmlformats.org/drawingml/2006/main">
              <a:ext uri="{FF2B5EF4-FFF2-40B4-BE49-F238E27FC236}">
                <a16:creationId xmlns:a16="http://schemas.microsoft.com/office/drawing/2014/main" id="{C82F0643-B280-4DCC-A625-D3F3A5810E92}"/>
              </a:ext>
            </a:extLst>
          </p:cNvPr>
          <p:cNvSpPr>
            <a:spLocks xmlns:a="http://schemas.openxmlformats.org/drawingml/2006/main" noGrp="1"/>
          </p:cNvSpPr>
          <p:nvPr/>
        </p:nvSpPr>
        <p:spPr>
          <a:xfrm xmlns:a="http://schemas.openxmlformats.org/drawingml/2006/main">
            <a:off x="2076450" y="3009205"/>
            <a:ext cx="2317750" cy="355600"/>
          </a:xfrm>
          <a:prstGeom xmlns:a="http://schemas.openxmlformats.org/drawingml/2006/main" prst="rect">
            <a:avLst/>
          </a:prstGeom>
          <a:solidFill xmlns:a="http://schemas.openxmlformats.org/drawingml/2006/main">
            <a:srgbClr val="9A7650"/>
          </a:solidFill>
        </p:spPr>
      </p:sp>
      <p:sp>
        <p:nvSpPr>
          <p:cNvPr id="36" name="Shape 34">
            <a:extLst xmlns:a="http://schemas.openxmlformats.org/drawingml/2006/main">
              <a:ext uri="{FF2B5EF4-FFF2-40B4-BE49-F238E27FC236}">
                <a16:creationId xmlns:a16="http://schemas.microsoft.com/office/drawing/2014/main" id="{4D8C14DC-B751-4647-8731-1CA6616BE591}"/>
              </a:ext>
            </a:extLst>
          </p:cNvPr>
          <p:cNvSpPr>
            <a:spLocks xmlns:a="http://schemas.openxmlformats.org/drawingml/2006/main" noGrp="1"/>
          </p:cNvSpPr>
          <p:nvPr/>
        </p:nvSpPr>
        <p:spPr>
          <a:xfrm xmlns:a="http://schemas.openxmlformats.org/drawingml/2006/main">
            <a:off x="2085975" y="3009205"/>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7" name="Shape 35">
            <a:extLst xmlns:a="http://schemas.openxmlformats.org/drawingml/2006/main">
              <a:ext uri="{FF2B5EF4-FFF2-40B4-BE49-F238E27FC236}">
                <a16:creationId xmlns:a16="http://schemas.microsoft.com/office/drawing/2014/main" id="{D7A5569A-2EE6-4C96-96BB-A2631D7AF6C4}"/>
              </a:ext>
            </a:extLst>
          </p:cNvPr>
          <p:cNvSpPr>
            <a:spLocks xmlns:a="http://schemas.openxmlformats.org/drawingml/2006/main" noGrp="1"/>
          </p:cNvSpPr>
          <p:nvPr/>
        </p:nvSpPr>
        <p:spPr>
          <a:xfrm xmlns:a="http://schemas.openxmlformats.org/drawingml/2006/main">
            <a:off x="4394200" y="3009205"/>
            <a:ext cx="635000" cy="355600"/>
          </a:xfrm>
          <a:prstGeom xmlns:a="http://schemas.openxmlformats.org/drawingml/2006/main" prst="rect">
            <a:avLst/>
          </a:prstGeom>
          <a:solidFill xmlns:a="http://schemas.openxmlformats.org/drawingml/2006/main">
            <a:srgbClr val="B7C3BB"/>
          </a:solidFill>
        </p:spPr>
      </p:sp>
      <p:sp>
        <p:nvSpPr>
          <p:cNvPr id="38" name="Shape 36">
            <a:extLst xmlns:a="http://schemas.openxmlformats.org/drawingml/2006/main">
              <a:ext uri="{FF2B5EF4-FFF2-40B4-BE49-F238E27FC236}">
                <a16:creationId xmlns:a16="http://schemas.microsoft.com/office/drawing/2014/main" id="{4F1416EC-C895-4A23-8736-1168C1A4BF38}"/>
              </a:ext>
            </a:extLst>
          </p:cNvPr>
          <p:cNvSpPr>
            <a:spLocks xmlns:a="http://schemas.openxmlformats.org/drawingml/2006/main" noGrp="1"/>
          </p:cNvSpPr>
          <p:nvPr/>
        </p:nvSpPr>
        <p:spPr>
          <a:xfrm xmlns:a="http://schemas.openxmlformats.org/drawingml/2006/main">
            <a:off x="4403725" y="3009205"/>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9" name="Shape 37">
            <a:extLst xmlns:a="http://schemas.openxmlformats.org/drawingml/2006/main">
              <a:ext uri="{FF2B5EF4-FFF2-40B4-BE49-F238E27FC236}">
                <a16:creationId xmlns:a16="http://schemas.microsoft.com/office/drawing/2014/main" id="{5F1FDA76-F1B5-40F4-A476-6A8D9893C3DD}"/>
              </a:ext>
            </a:extLst>
          </p:cNvPr>
          <p:cNvSpPr>
            <a:spLocks xmlns:a="http://schemas.openxmlformats.org/drawingml/2006/main" noGrp="1"/>
          </p:cNvSpPr>
          <p:nvPr/>
        </p:nvSpPr>
        <p:spPr>
          <a:xfrm xmlns:a="http://schemas.openxmlformats.org/drawingml/2006/main">
            <a:off x="5029200" y="3009205"/>
            <a:ext cx="2870200" cy="355600"/>
          </a:xfrm>
          <a:prstGeom xmlns:a="http://schemas.openxmlformats.org/drawingml/2006/main" prst="rect">
            <a:avLst/>
          </a:prstGeom>
          <a:solidFill xmlns:a="http://schemas.openxmlformats.org/drawingml/2006/main">
            <a:srgbClr val="2E1B4E"/>
          </a:solidFill>
        </p:spPr>
      </p:sp>
      <p:sp>
        <p:nvSpPr>
          <p:cNvPr id="40" name="Shape 38">
            <a:extLst xmlns:a="http://schemas.openxmlformats.org/drawingml/2006/main">
              <a:ext uri="{FF2B5EF4-FFF2-40B4-BE49-F238E27FC236}">
                <a16:creationId xmlns:a16="http://schemas.microsoft.com/office/drawing/2014/main" id="{47F79627-907B-493B-95F3-6476C9D22ED5}"/>
              </a:ext>
            </a:extLst>
          </p:cNvPr>
          <p:cNvSpPr>
            <a:spLocks xmlns:a="http://schemas.openxmlformats.org/drawingml/2006/main" noGrp="1"/>
          </p:cNvSpPr>
          <p:nvPr/>
        </p:nvSpPr>
        <p:spPr>
          <a:xfrm xmlns:a="http://schemas.openxmlformats.org/drawingml/2006/main">
            <a:off x="5038725" y="3009205"/>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41" name="Shape 39">
            <a:extLst xmlns:a="http://schemas.openxmlformats.org/drawingml/2006/main">
              <a:ext uri="{FF2B5EF4-FFF2-40B4-BE49-F238E27FC236}">
                <a16:creationId xmlns:a16="http://schemas.microsoft.com/office/drawing/2014/main" id="{172632A5-C1F5-43D4-9AFD-C6A7EA1C3F61}"/>
              </a:ext>
            </a:extLst>
          </p:cNvPr>
          <p:cNvSpPr>
            <a:spLocks xmlns:a="http://schemas.openxmlformats.org/drawingml/2006/main" noGrp="1"/>
          </p:cNvSpPr>
          <p:nvPr/>
        </p:nvSpPr>
        <p:spPr>
          <a:xfrm xmlns:a="http://schemas.openxmlformats.org/drawingml/2006/main">
            <a:off x="7899400" y="3009205"/>
            <a:ext cx="2844800" cy="355600"/>
          </a:xfrm>
          <a:prstGeom xmlns:a="http://schemas.openxmlformats.org/drawingml/2006/main" prst="rect">
            <a:avLst/>
          </a:prstGeom>
          <a:solidFill xmlns:a="http://schemas.openxmlformats.org/drawingml/2006/main">
            <a:srgbClr val="6B55A3"/>
          </a:solidFill>
        </p:spPr>
      </p:sp>
      <p:sp>
        <p:nvSpPr>
          <p:cNvPr id="42" name="Shape 40">
            <a:extLst xmlns:a="http://schemas.openxmlformats.org/drawingml/2006/main">
              <a:ext uri="{FF2B5EF4-FFF2-40B4-BE49-F238E27FC236}">
                <a16:creationId xmlns:a16="http://schemas.microsoft.com/office/drawing/2014/main" id="{8F4A8628-BAB4-4DF6-B531-01D5D0108BC2}"/>
              </a:ext>
            </a:extLst>
          </p:cNvPr>
          <p:cNvSpPr>
            <a:spLocks xmlns:a="http://schemas.openxmlformats.org/drawingml/2006/main" noGrp="1"/>
          </p:cNvSpPr>
          <p:nvPr/>
        </p:nvSpPr>
        <p:spPr>
          <a:xfrm xmlns:a="http://schemas.openxmlformats.org/drawingml/2006/main">
            <a:off x="7908925" y="3009205"/>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43" name="Shape 41">
            <a:extLst xmlns:a="http://schemas.openxmlformats.org/drawingml/2006/main">
              <a:ext uri="{FF2B5EF4-FFF2-40B4-BE49-F238E27FC236}">
                <a16:creationId xmlns:a16="http://schemas.microsoft.com/office/drawing/2014/main" id="{4DA47C2E-B607-4079-B7E6-444C3098B0DE}"/>
              </a:ext>
            </a:extLst>
          </p:cNvPr>
          <p:cNvSpPr>
            <a:spLocks xmlns:a="http://schemas.openxmlformats.org/drawingml/2006/main" noGrp="1"/>
          </p:cNvSpPr>
          <p:nvPr/>
        </p:nvSpPr>
        <p:spPr>
          <a:xfrm xmlns:a="http://schemas.openxmlformats.org/drawingml/2006/main">
            <a:off x="10744200" y="3009205"/>
            <a:ext cx="635000" cy="355600"/>
          </a:xfrm>
          <a:custGeom xmlns:a="http://schemas.openxmlformats.org/drawingml/2006/main">
            <a:rect l="l" t="t" r="r" b="b"/>
            <a:pathLst>
              <a:path w="635000" h="355600">
                <a:moveTo>
                  <a:pt x="584200" y="0"/>
                </a:moveTo>
                <a:arcTo wR="50800" hR="50800" stAng="16200000" swAng="5400000"/>
                <a:lnTo>
                  <a:pt x="635000" y="355600"/>
                </a:lnTo>
                <a:lnTo>
                  <a:pt x="0" y="355600"/>
                </a:lnTo>
                <a:lnTo>
                  <a:pt x="0" y="0"/>
                </a:lnTo>
                <a:close/>
              </a:path>
            </a:pathLst>
          </a:custGeom>
          <a:solidFill xmlns:a="http://schemas.openxmlformats.org/drawingml/2006/main">
            <a:srgbClr val="A99BCF"/>
          </a:solidFill>
        </p:spPr>
      </p:sp>
      <p:sp>
        <p:nvSpPr>
          <p:cNvPr id="44" name="Shape 42">
            <a:extLst xmlns:a="http://schemas.openxmlformats.org/drawingml/2006/main">
              <a:ext uri="{FF2B5EF4-FFF2-40B4-BE49-F238E27FC236}">
                <a16:creationId xmlns:a16="http://schemas.microsoft.com/office/drawing/2014/main" id="{DDB4B955-309C-4216-BC9F-97C3E3E7DEE5}"/>
              </a:ext>
            </a:extLst>
          </p:cNvPr>
          <p:cNvSpPr>
            <a:spLocks xmlns:a="http://schemas.openxmlformats.org/drawingml/2006/main" noGrp="1"/>
          </p:cNvSpPr>
          <p:nvPr/>
        </p:nvSpPr>
        <p:spPr>
          <a:xfrm xmlns:a="http://schemas.openxmlformats.org/drawingml/2006/main">
            <a:off x="10744200" y="3009205"/>
            <a:ext cx="635000" cy="355600"/>
          </a:xfrm>
          <a:custGeom xmlns:a="http://schemas.openxmlformats.org/drawingml/2006/main">
            <a:rect l="l" t="t" r="r" b="b"/>
            <a:pathLst>
              <a:path w="635000" h="355600">
                <a:moveTo>
                  <a:pt x="0" y="0"/>
                </a:moveTo>
                <a:lnTo>
                  <a:pt x="19050" y="0"/>
                </a:lnTo>
                <a:lnTo>
                  <a:pt x="19050" y="355600"/>
                </a:lnTo>
                <a:lnTo>
                  <a:pt x="0" y="355600"/>
                </a:lnTo>
                <a:lnTo>
                  <a:pt x="0" y="0"/>
                </a:lnTo>
                <a:close/>
              </a:path>
            </a:pathLst>
          </a:custGeom>
          <a:solidFill xmlns:a="http://schemas.openxmlformats.org/drawingml/2006/main">
            <a:srgbClr val="F5F8F4"/>
          </a:solidFill>
        </p:spPr>
      </p:sp>
      <p:sp>
        <p:nvSpPr>
          <p:cNvPr id="45" name="Shape 43">
            <a:extLst xmlns:a="http://schemas.openxmlformats.org/drawingml/2006/main">
              <a:ext uri="{FF2B5EF4-FFF2-40B4-BE49-F238E27FC236}">
                <a16:creationId xmlns:a16="http://schemas.microsoft.com/office/drawing/2014/main" id="{3C9B7DEC-E1FB-4AF4-9F58-D3EB46A88B79}"/>
              </a:ext>
            </a:extLst>
          </p:cNvPr>
          <p:cNvSpPr>
            <a:spLocks xmlns:a="http://schemas.openxmlformats.org/drawingml/2006/main" noGrp="1"/>
          </p:cNvSpPr>
          <p:nvPr/>
        </p:nvSpPr>
        <p:spPr>
          <a:xfrm xmlns:a="http://schemas.openxmlformats.org/drawingml/2006/main">
            <a:off x="812800" y="3400723"/>
            <a:ext cx="3581400" cy="0"/>
          </a:xfrm>
          <a:prstGeom xmlns:a="http://schemas.openxmlformats.org/drawingml/2006/main" prst="line">
            <a:avLst/>
          </a:prstGeom>
          <a:noFill xmlns:a="http://schemas.openxmlformats.org/drawingml/2006/main"/>
          <a:ln xmlns:a="http://schemas.openxmlformats.org/drawingml/2006/main" w="25400">
            <a:solidFill>
              <a:srgbClr val="9A7650"/>
            </a:solidFill>
            <a:prstDash val="solid"/>
          </a:ln>
        </p:spPr>
      </p:sp>
      <p:sp>
        <p:nvSpPr>
          <p:cNvPr id="46" name="Text 44">
            <a:extLst xmlns:a="http://schemas.openxmlformats.org/drawingml/2006/main">
              <a:ext uri="{FF2B5EF4-FFF2-40B4-BE49-F238E27FC236}">
                <a16:creationId xmlns:a16="http://schemas.microsoft.com/office/drawing/2014/main" id="{6B250FEB-2919-48A9-8969-42F198C25FF7}"/>
              </a:ext>
            </a:extLst>
          </p:cNvPr>
          <p:cNvSpPr>
            <a:spLocks xmlns:a="http://schemas.openxmlformats.org/drawingml/2006/main" noGrp="1"/>
          </p:cNvSpPr>
          <p:nvPr/>
        </p:nvSpPr>
        <p:spPr>
          <a:xfrm xmlns:a="http://schemas.openxmlformats.org/drawingml/2006/main">
            <a:off x="759079" y="3476923"/>
            <a:ext cx="3688842" cy="24804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770"/>
              </a:lnSpc>
              <a:buNone/>
            </a:pPr>
            <a:r>
              <a:rPr sz="1264" b="1">
                <a:solidFill>
                  <a:srgbClr val="5E4428"/>
                </a:solidFill>
                <a:latin typeface="IBM Plex Sans"/>
                <a:ea typeface="IBM Plex Sans"/>
                <a:cs typeface="IBM Plex Sans"/>
              </a:rPr>
              <a:t>Ricardone · 102 min (1 h 42 m)</a:t>
            </a:r>
            <a:endParaRPr sz="1264"/>
          </a:p>
        </p:txBody>
      </p:sp>
      <p:sp>
        <p:nvSpPr>
          <p:cNvPr id="47" name="Shape 45">
            <a:extLst xmlns:a="http://schemas.openxmlformats.org/drawingml/2006/main">
              <a:ext uri="{FF2B5EF4-FFF2-40B4-BE49-F238E27FC236}">
                <a16:creationId xmlns:a16="http://schemas.microsoft.com/office/drawing/2014/main" id="{ED27F2A4-5365-4CC3-A820-FE0E222B5B71}"/>
              </a:ext>
            </a:extLst>
          </p:cNvPr>
          <p:cNvSpPr>
            <a:spLocks xmlns:a="http://schemas.openxmlformats.org/drawingml/2006/main" noGrp="1"/>
          </p:cNvSpPr>
          <p:nvPr/>
        </p:nvSpPr>
        <p:spPr>
          <a:xfrm xmlns:a="http://schemas.openxmlformats.org/drawingml/2006/main">
            <a:off x="4394200" y="3400723"/>
            <a:ext cx="6350000" cy="0"/>
          </a:xfrm>
          <a:prstGeom xmlns:a="http://schemas.openxmlformats.org/drawingml/2006/main" prst="line">
            <a:avLst/>
          </a:prstGeom>
          <a:noFill xmlns:a="http://schemas.openxmlformats.org/drawingml/2006/main"/>
          <a:ln xmlns:a="http://schemas.openxmlformats.org/drawingml/2006/main" w="25400">
            <a:solidFill>
              <a:srgbClr val="6B55A3"/>
            </a:solidFill>
            <a:prstDash val="solid"/>
          </a:ln>
        </p:spPr>
      </p:sp>
      <p:sp>
        <p:nvSpPr>
          <p:cNvPr id="48" name="Text 46">
            <a:extLst xmlns:a="http://schemas.openxmlformats.org/drawingml/2006/main">
              <a:ext uri="{FF2B5EF4-FFF2-40B4-BE49-F238E27FC236}">
                <a16:creationId xmlns:a16="http://schemas.microsoft.com/office/drawing/2014/main" id="{43B521D9-1AAE-44BA-A87E-943D7A6F8A56}"/>
              </a:ext>
            </a:extLst>
          </p:cNvPr>
          <p:cNvSpPr>
            <a:spLocks xmlns:a="http://schemas.openxmlformats.org/drawingml/2006/main" noGrp="1"/>
          </p:cNvSpPr>
          <p:nvPr/>
        </p:nvSpPr>
        <p:spPr>
          <a:xfrm xmlns:a="http://schemas.openxmlformats.org/drawingml/2006/main">
            <a:off x="4298950" y="3476923"/>
            <a:ext cx="6540500" cy="24804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770"/>
              </a:lnSpc>
              <a:buNone/>
            </a:pPr>
            <a:r>
              <a:rPr sz="1264" b="1">
                <a:solidFill>
                  <a:srgbClr val="2E1B4E"/>
                </a:solidFill>
                <a:latin typeface="IBM Plex Sans"/>
                <a:ea typeface="IBM Plex Sans"/>
                <a:cs typeface="IBM Plex Sans"/>
              </a:rPr>
              <a:t>San Lorenzo · 181 min (3 h 1 m)</a:t>
            </a:r>
            <a:endParaRPr sz="1264"/>
          </a:p>
        </p:txBody>
      </p:sp>
      <p:sp>
        <p:nvSpPr>
          <p:cNvPr id="49" name="Shape 47">
            <a:extLst xmlns:a="http://schemas.openxmlformats.org/drawingml/2006/main">
              <a:ext uri="{FF2B5EF4-FFF2-40B4-BE49-F238E27FC236}">
                <a16:creationId xmlns:a16="http://schemas.microsoft.com/office/drawing/2014/main" id="{94E09200-8E4B-4CC5-BD1C-3C8A7DF9A4B9}"/>
              </a:ext>
            </a:extLst>
          </p:cNvPr>
          <p:cNvSpPr>
            <a:spLocks xmlns:a="http://schemas.openxmlformats.org/drawingml/2006/main" noGrp="1"/>
          </p:cNvSpPr>
          <p:nvPr/>
        </p:nvSpPr>
        <p:spPr>
          <a:xfrm xmlns:a="http://schemas.openxmlformats.org/drawingml/2006/main">
            <a:off x="815975" y="3905945"/>
            <a:ext cx="3414117" cy="1249462"/>
          </a:xfrm>
          <a:prstGeom xmlns:a="http://schemas.openxmlformats.org/drawingml/2006/main" prst="roundRect">
            <a:avLst>
              <a:gd name="adj" fmla="val 6861"/>
            </a:avLst>
          </a:prstGeom>
          <a:solidFill xmlns:a="http://schemas.openxmlformats.org/drawingml/2006/main">
            <a:srgbClr val="FCFDFB"/>
          </a:solidFill>
          <a:ln xmlns:a="http://schemas.openxmlformats.org/drawingml/2006/main" w="6350">
            <a:solidFill>
              <a:srgbClr val="D3E2D7"/>
            </a:solidFill>
            <a:prstDash val="solid"/>
          </a:ln>
        </p:spPr>
      </p:sp>
      <p:sp>
        <p:nvSpPr>
          <p:cNvPr id="50" name="Text 48">
            <a:extLst xmlns:a="http://schemas.openxmlformats.org/drawingml/2006/main">
              <a:ext uri="{FF2B5EF4-FFF2-40B4-BE49-F238E27FC236}">
                <a16:creationId xmlns:a16="http://schemas.microsoft.com/office/drawing/2014/main" id="{820E51CB-3644-4C48-85EF-7B740CA8DDF2}"/>
              </a:ext>
            </a:extLst>
          </p:cNvPr>
          <p:cNvSpPr>
            <a:spLocks xmlns:a="http://schemas.openxmlformats.org/drawingml/2006/main" noGrp="1"/>
          </p:cNvSpPr>
          <p:nvPr/>
        </p:nvSpPr>
        <p:spPr>
          <a:xfrm xmlns:a="http://schemas.openxmlformats.org/drawingml/2006/main">
            <a:off x="1022350" y="4061520"/>
            <a:ext cx="3091408" cy="2182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23"/>
              </a:lnSpc>
              <a:buNone/>
            </a:pPr>
            <a:r>
              <a:rPr sz="1088" b="1">
                <a:solidFill>
                  <a:srgbClr val="4A5D52"/>
                </a:solidFill>
                <a:latin typeface="IBM Plex Sans"/>
                <a:ea typeface="IBM Plex Sans"/>
                <a:cs typeface="IBM Plex Sans"/>
              </a:rPr>
              <a:t>Ciclo completo por viaje</a:t>
            </a:r>
            <a:endParaRPr sz="1088"/>
          </a:p>
        </p:txBody>
      </p:sp>
      <p:sp>
        <p:nvSpPr>
          <p:cNvPr id="51" name="Text 49">
            <a:extLst xmlns:a="http://schemas.openxmlformats.org/drawingml/2006/main">
              <a:ext uri="{FF2B5EF4-FFF2-40B4-BE49-F238E27FC236}">
                <a16:creationId xmlns:a16="http://schemas.microsoft.com/office/drawing/2014/main" id="{4F2184FA-B35A-400F-8ADA-083F7FA0510E}"/>
              </a:ext>
            </a:extLst>
          </p:cNvPr>
          <p:cNvSpPr>
            <a:spLocks xmlns:a="http://schemas.openxmlformats.org/drawingml/2006/main" noGrp="1"/>
          </p:cNvSpPr>
          <p:nvPr/>
        </p:nvSpPr>
        <p:spPr>
          <a:xfrm xmlns:a="http://schemas.openxmlformats.org/drawingml/2006/main">
            <a:off x="1022350" y="4292501"/>
            <a:ext cx="3204567" cy="73273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22"/>
              </a:lnSpc>
              <a:buNone/>
            </a:pPr>
            <a:r>
              <a:rPr sz="2748" b="1">
                <a:solidFill>
                  <a:srgbClr val="5E4428"/>
                </a:solidFill>
                <a:latin typeface="IBM Plex Sans"/>
                <a:ea typeface="IBM Plex Sans"/>
                <a:cs typeface="IBM Plex Sans"/>
              </a:rPr>
              <a:t>281 min · 4 h 41 m</a:t>
            </a:r>
            <a:endParaRPr sz="2748"/>
          </a:p>
        </p:txBody>
      </p:sp>
      <p:sp>
        <p:nvSpPr>
          <p:cNvPr id="52" name="Shape 50">
            <a:extLst xmlns:a="http://schemas.openxmlformats.org/drawingml/2006/main">
              <a:ext uri="{FF2B5EF4-FFF2-40B4-BE49-F238E27FC236}">
                <a16:creationId xmlns:a16="http://schemas.microsoft.com/office/drawing/2014/main" id="{FC4B968B-1B5D-4426-AFB2-1DEDAD0EA150}"/>
              </a:ext>
            </a:extLst>
          </p:cNvPr>
          <p:cNvSpPr>
            <a:spLocks xmlns:a="http://schemas.openxmlformats.org/drawingml/2006/main" noGrp="1"/>
          </p:cNvSpPr>
          <p:nvPr/>
        </p:nvSpPr>
        <p:spPr>
          <a:xfrm xmlns:a="http://schemas.openxmlformats.org/drawingml/2006/main">
            <a:off x="4388842" y="3905945"/>
            <a:ext cx="3414216" cy="1249462"/>
          </a:xfrm>
          <a:prstGeom xmlns:a="http://schemas.openxmlformats.org/drawingml/2006/main" prst="roundRect">
            <a:avLst>
              <a:gd name="adj" fmla="val 6861"/>
            </a:avLst>
          </a:prstGeom>
          <a:solidFill xmlns:a="http://schemas.openxmlformats.org/drawingml/2006/main">
            <a:srgbClr val="FCFDFB"/>
          </a:solidFill>
          <a:ln xmlns:a="http://schemas.openxmlformats.org/drawingml/2006/main" w="6350">
            <a:solidFill>
              <a:srgbClr val="D3E2D7"/>
            </a:solidFill>
            <a:prstDash val="solid"/>
          </a:ln>
        </p:spPr>
      </p:sp>
      <p:sp>
        <p:nvSpPr>
          <p:cNvPr id="53" name="Text 51">
            <a:extLst xmlns:a="http://schemas.openxmlformats.org/drawingml/2006/main">
              <a:ext uri="{FF2B5EF4-FFF2-40B4-BE49-F238E27FC236}">
                <a16:creationId xmlns:a16="http://schemas.microsoft.com/office/drawing/2014/main" id="{D82A2767-8200-4356-8A6A-58A41C01A1EC}"/>
              </a:ext>
            </a:extLst>
          </p:cNvPr>
          <p:cNvSpPr>
            <a:spLocks xmlns:a="http://schemas.openxmlformats.org/drawingml/2006/main" noGrp="1"/>
          </p:cNvSpPr>
          <p:nvPr/>
        </p:nvSpPr>
        <p:spPr>
          <a:xfrm xmlns:a="http://schemas.openxmlformats.org/drawingml/2006/main">
            <a:off x="4595217" y="4061520"/>
            <a:ext cx="30915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Vuelta puerto → Ricardone</a:t>
            </a:r>
            <a:endParaRPr sz="1200"/>
          </a:p>
        </p:txBody>
      </p:sp>
      <p:sp>
        <p:nvSpPr>
          <p:cNvPr id="54" name="Text 52">
            <a:extLst xmlns:a="http://schemas.openxmlformats.org/drawingml/2006/main">
              <a:ext uri="{FF2B5EF4-FFF2-40B4-BE49-F238E27FC236}">
                <a16:creationId xmlns:a16="http://schemas.microsoft.com/office/drawing/2014/main" id="{A734C67B-D84D-4B19-A819-6C7BF56E2CCD}"/>
              </a:ext>
            </a:extLst>
          </p:cNvPr>
          <p:cNvSpPr>
            <a:spLocks xmlns:a="http://schemas.openxmlformats.org/drawingml/2006/main" noGrp="1"/>
          </p:cNvSpPr>
          <p:nvPr/>
        </p:nvSpPr>
        <p:spPr>
          <a:xfrm xmlns:a="http://schemas.openxmlformats.org/drawingml/2006/main">
            <a:off x="4595217" y="4312940"/>
            <a:ext cx="3091510"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0B5638"/>
                </a:solidFill>
                <a:latin typeface="IBM Plex Sans"/>
                <a:ea typeface="IBM Plex Sans"/>
                <a:cs typeface="IBM Plex Sans"/>
              </a:rPr>
              <a:t>22 min</a:t>
            </a:r>
            <a:endParaRPr sz="2800"/>
          </a:p>
        </p:txBody>
      </p:sp>
      <p:sp>
        <p:nvSpPr>
          <p:cNvPr id="55" name="Shape 53">
            <a:extLst xmlns:a="http://schemas.openxmlformats.org/drawingml/2006/main">
              <a:ext uri="{FF2B5EF4-FFF2-40B4-BE49-F238E27FC236}">
                <a16:creationId xmlns:a16="http://schemas.microsoft.com/office/drawing/2014/main" id="{236745F4-C750-43E4-8828-783C95C2BF48}"/>
              </a:ext>
            </a:extLst>
          </p:cNvPr>
          <p:cNvSpPr>
            <a:spLocks xmlns:a="http://schemas.openxmlformats.org/drawingml/2006/main" noGrp="1"/>
          </p:cNvSpPr>
          <p:nvPr/>
        </p:nvSpPr>
        <p:spPr>
          <a:xfrm xmlns:a="http://schemas.openxmlformats.org/drawingml/2006/main">
            <a:off x="7961809" y="3905945"/>
            <a:ext cx="3414216" cy="1249462"/>
          </a:xfrm>
          <a:prstGeom xmlns:a="http://schemas.openxmlformats.org/drawingml/2006/main" prst="roundRect">
            <a:avLst>
              <a:gd name="adj" fmla="val 6861"/>
            </a:avLst>
          </a:prstGeom>
          <a:solidFill xmlns:a="http://schemas.openxmlformats.org/drawingml/2006/main">
            <a:srgbClr val="FCFDFB"/>
          </a:solidFill>
          <a:ln xmlns:a="http://schemas.openxmlformats.org/drawingml/2006/main" w="6350">
            <a:solidFill>
              <a:srgbClr val="D3E2D7"/>
            </a:solidFill>
            <a:prstDash val="solid"/>
          </a:ln>
        </p:spPr>
      </p:sp>
      <p:sp>
        <p:nvSpPr>
          <p:cNvPr id="56" name="Text 54">
            <a:extLst xmlns:a="http://schemas.openxmlformats.org/drawingml/2006/main">
              <a:ext uri="{FF2B5EF4-FFF2-40B4-BE49-F238E27FC236}">
                <a16:creationId xmlns:a16="http://schemas.microsoft.com/office/drawing/2014/main" id="{40E00F57-CBEE-42DD-B7EE-85F630FAABEF}"/>
              </a:ext>
            </a:extLst>
          </p:cNvPr>
          <p:cNvSpPr>
            <a:spLocks xmlns:a="http://schemas.openxmlformats.org/drawingml/2006/main" noGrp="1"/>
          </p:cNvSpPr>
          <p:nvPr/>
        </p:nvSpPr>
        <p:spPr>
          <a:xfrm xmlns:a="http://schemas.openxmlformats.org/drawingml/2006/main">
            <a:off x="8168184" y="4061520"/>
            <a:ext cx="30915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Total de viajes</a:t>
            </a:r>
            <a:endParaRPr sz="1200"/>
          </a:p>
        </p:txBody>
      </p:sp>
      <p:sp>
        <p:nvSpPr>
          <p:cNvPr id="57" name="Text 55">
            <a:extLst xmlns:a="http://schemas.openxmlformats.org/drawingml/2006/main">
              <a:ext uri="{FF2B5EF4-FFF2-40B4-BE49-F238E27FC236}">
                <a16:creationId xmlns:a16="http://schemas.microsoft.com/office/drawing/2014/main" id="{360D4E24-5B1F-4B82-8809-9806469198D2}"/>
              </a:ext>
            </a:extLst>
          </p:cNvPr>
          <p:cNvSpPr>
            <a:spLocks xmlns:a="http://schemas.openxmlformats.org/drawingml/2006/main" noGrp="1"/>
          </p:cNvSpPr>
          <p:nvPr/>
        </p:nvSpPr>
        <p:spPr>
          <a:xfrm xmlns:a="http://schemas.openxmlformats.org/drawingml/2006/main">
            <a:off x="8168184" y="4312940"/>
            <a:ext cx="3091510"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2E1B4E"/>
                </a:solidFill>
                <a:latin typeface="IBM Plex Sans"/>
                <a:ea typeface="IBM Plex Sans"/>
                <a:cs typeface="IBM Plex Sans"/>
              </a:rPr>
              <a:t>307</a:t>
            </a:r>
            <a:endParaRPr sz="2800"/>
          </a:p>
        </p:txBody>
      </p:sp>
      <p:sp>
        <p:nvSpPr>
          <p:cNvPr id="58" name="Shape 56">
            <a:extLst xmlns:a="http://schemas.openxmlformats.org/drawingml/2006/main">
              <a:ext uri="{FF2B5EF4-FFF2-40B4-BE49-F238E27FC236}">
                <a16:creationId xmlns:a16="http://schemas.microsoft.com/office/drawing/2014/main" id="{26E85709-99A9-4131-8CFD-92C26622957C}"/>
              </a:ext>
            </a:extLst>
          </p:cNvPr>
          <p:cNvSpPr>
            <a:spLocks xmlns:a="http://schemas.openxmlformats.org/drawingml/2006/main" noGrp="1"/>
          </p:cNvSpPr>
          <p:nvPr/>
        </p:nvSpPr>
        <p:spPr>
          <a:xfrm xmlns:a="http://schemas.openxmlformats.org/drawingml/2006/main">
            <a:off x="831850" y="5361781"/>
            <a:ext cx="0" cy="480219"/>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59" name="Text 57">
            <a:extLst xmlns:a="http://schemas.openxmlformats.org/drawingml/2006/main">
              <a:ext uri="{FF2B5EF4-FFF2-40B4-BE49-F238E27FC236}">
                <a16:creationId xmlns:a16="http://schemas.microsoft.com/office/drawing/2014/main" id="{B7B385F9-C2A8-4B50-B604-3801FBE1F2CC}"/>
              </a:ext>
            </a:extLst>
          </p:cNvPr>
          <p:cNvSpPr>
            <a:spLocks xmlns:a="http://schemas.openxmlformats.org/drawingml/2006/main" noGrp="1"/>
          </p:cNvSpPr>
          <p:nvPr/>
        </p:nvSpPr>
        <p:spPr>
          <a:xfrm xmlns:a="http://schemas.openxmlformats.org/drawingml/2006/main">
            <a:off x="977900" y="5387181"/>
            <a:ext cx="10713339" cy="45481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712"/>
              </a:lnSpc>
              <a:buNone/>
            </a:pPr>
            <a:r>
              <a:rPr sz="1223" b="1">
                <a:solidFill>
                  <a:srgbClr val="0B5638"/>
                </a:solidFill>
                <a:latin typeface="IBM Plex Sans"/>
                <a:ea typeface="IBM Plex Sans"/>
                <a:cs typeface="IBM Plex Sans"/>
              </a:rPr>
              <a:t>Playa OSL y la descarga suman 163 de los 281 min del ciclo: el tiempo del operativo se fue en el puerto. En Ricardone, la carga en Playa 3 tomó 66 min.</a:t>
            </a:r>
            <a:endParaRPr sz="1223"/>
          </a:p>
        </p:txBody>
      </p:sp>
      <p:pic>
        <p:nvPicPr>
          <p:cNvPr id="122" name="Image 0"/>
          <p:cNvPicPr>
            <a:picLocks xmlns:a="http://schemas.openxmlformats.org/drawingml/2006/main" noChangeAspect="1"/>
          </p:cNvPicPr>
          <p:nvPr/>
        </p:nvPicPr>
        <p:blipFill>
          <a:blip xmlns:r="http://schemas.openxmlformats.org/officeDocument/2006/relationships" xmlns:a="http://schemas.openxmlformats.org/drawingml/2006/main" r:embed="Rf39eee145e58440d"/>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61" name="Text 58">
            <a:extLst xmlns:a="http://schemas.openxmlformats.org/drawingml/2006/main">
              <a:ext uri="{FF2B5EF4-FFF2-40B4-BE49-F238E27FC236}">
                <a16:creationId xmlns:a16="http://schemas.microsoft.com/office/drawing/2014/main" id="{27A1F18F-DE1B-496D-BD24-FC01C4B68EE8}"/>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14</a:t>
            </a:r>
            <a:endParaRPr sz="1200"/>
          </a:p>
        </p:txBody>
      </p:sp>
      <p:pic>
        <p:nvPicPr>
          <p:cNvPr id="124" name="Image 1"/>
          <p:cNvPicPr>
            <a:picLocks xmlns:a="http://schemas.openxmlformats.org/drawingml/2006/main" noChangeAspect="1"/>
          </p:cNvPicPr>
          <p:nvPr/>
        </p:nvPicPr>
        <p:blipFill>
          <a:blip xmlns:r="http://schemas.openxmlformats.org/officeDocument/2006/relationships" xmlns:a="http://schemas.openxmlformats.org/drawingml/2006/main" r:embed="R1e5728aa90584121"/>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571356648"/>
      </p:ext>
    </p:extLst>
  </p:cSld>
</p:sld>
</file>

<file path=ppt/slides/slide15.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2F76815-5E6E-4628-8A3A-01DB9194745E}"/>
              </a:ext>
            </a:extLst>
          </p:cNvPr>
          <p:cNvSpPr>
            <a:spLocks xmlns:a="http://schemas.openxmlformats.org/drawingml/2006/main" noGrp="1"/>
          </p:cNvSpPr>
          <p:nvPr/>
        </p:nvSpPr>
        <p:spPr>
          <a:xfrm xmlns:a="http://schemas.openxmlformats.org/drawingml/2006/main">
            <a:off x="812800" y="711200"/>
            <a:ext cx="1893193" cy="289520"/>
          </a:xfrm>
          <a:custGeom xmlns:a="http://schemas.openxmlformats.org/drawingml/2006/main">
            <a:rect l="l" t="t" r="r" b="b"/>
            <a:pathLst>
              <a:path w="1893193" h="289520">
                <a:moveTo>
                  <a:pt x="144760" y="0"/>
                </a:moveTo>
                <a:lnTo>
                  <a:pt x="1748433" y="0"/>
                </a:lnTo>
                <a:arcTo wR="144760" hR="144760" stAng="16200000" swAng="5400000"/>
                <a:lnTo>
                  <a:pt x="1893193"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5E442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PELLET · R30/31/32</a:t>
            </a:r>
            <a:endParaRPr sz="1200"/>
          </a:p>
        </p:txBody>
      </p:sp>
      <p:sp>
        <p:nvSpPr>
          <p:cNvPr id="3" name="Text 1">
            <a:extLst xmlns:a="http://schemas.openxmlformats.org/drawingml/2006/main">
              <a:ext uri="{FF2B5EF4-FFF2-40B4-BE49-F238E27FC236}">
                <a16:creationId xmlns:a16="http://schemas.microsoft.com/office/drawing/2014/main" id="{69DCA741-F2E7-4B8C-A3A4-F5682481BFFD}"/>
              </a:ext>
            </a:extLst>
          </p:cNvPr>
          <p:cNvSpPr>
            <a:spLocks xmlns:a="http://schemas.openxmlformats.org/drawingml/2006/main" noGrp="1"/>
          </p:cNvSpPr>
          <p:nvPr>
            <p:ph type="title" idx="0"/>
          </p:nvPr>
        </p:nvSpPr>
        <p:spPr>
          <a:xfrm xmlns:a="http://schemas.openxmlformats.org/drawingml/2006/main">
            <a:off x="812800" y="1102320"/>
            <a:ext cx="10883392" cy="919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Cada camión hizo más vueltas a medida que avanzó el operativo</a:t>
            </a:r>
            <a:endParaRPr sz="3200"/>
          </a:p>
        </p:txBody>
      </p:sp>
      <p:sp>
        <p:nvSpPr>
          <p:cNvPr id="4" name="Shape 2">
            <a:extLst xmlns:a="http://schemas.openxmlformats.org/drawingml/2006/main">
              <a:ext uri="{FF2B5EF4-FFF2-40B4-BE49-F238E27FC236}">
                <a16:creationId xmlns:a16="http://schemas.microsoft.com/office/drawing/2014/main" id="{F67D7902-82CB-4790-A2BD-1333B0F8B58F}"/>
              </a:ext>
            </a:extLst>
          </p:cNvPr>
          <p:cNvSpPr>
            <a:spLocks xmlns:a="http://schemas.openxmlformats.org/drawingml/2006/main" noGrp="1"/>
          </p:cNvSpPr>
          <p:nvPr/>
        </p:nvSpPr>
        <p:spPr>
          <a:xfrm xmlns:a="http://schemas.openxmlformats.org/drawingml/2006/main">
            <a:off x="815975" y="2177256"/>
            <a:ext cx="2520950" cy="1565672"/>
          </a:xfrm>
          <a:prstGeom xmlns:a="http://schemas.openxmlformats.org/drawingml/2006/main" prst="roundRect">
            <a:avLst>
              <a:gd name="adj" fmla="val 6286"/>
            </a:avLst>
          </a:prstGeom>
          <a:solidFill xmlns:a="http://schemas.openxmlformats.org/drawingml/2006/main">
            <a:srgbClr val="FCFDFB"/>
          </a:solidFill>
          <a:ln xmlns:a="http://schemas.openxmlformats.org/drawingml/2006/main" w="6350">
            <a:solidFill>
              <a:srgbClr val="D3E2D7"/>
            </a:solidFill>
            <a:prstDash val="solid"/>
          </a:ln>
        </p:spPr>
      </p:sp>
      <p:sp>
        <p:nvSpPr>
          <p:cNvPr id="5" name="Text 3">
            <a:extLst xmlns:a="http://schemas.openxmlformats.org/drawingml/2006/main">
              <a:ext uri="{FF2B5EF4-FFF2-40B4-BE49-F238E27FC236}">
                <a16:creationId xmlns:a16="http://schemas.microsoft.com/office/drawing/2014/main" id="{82BBD185-3AFE-4EDF-8EE0-2AA3D29614A8}"/>
              </a:ext>
            </a:extLst>
          </p:cNvPr>
          <p:cNvSpPr>
            <a:spLocks xmlns:a="http://schemas.openxmlformats.org/drawingml/2006/main" noGrp="1"/>
          </p:cNvSpPr>
          <p:nvPr/>
        </p:nvSpPr>
        <p:spPr>
          <a:xfrm xmlns:a="http://schemas.openxmlformats.org/drawingml/2006/main">
            <a:off x="996950" y="2332831"/>
            <a:ext cx="222377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Jue 24</a:t>
            </a:r>
            <a:endParaRPr sz="1400"/>
          </a:p>
        </p:txBody>
      </p:sp>
      <p:sp>
        <p:nvSpPr>
          <p:cNvPr id="6" name="Text 4">
            <a:extLst xmlns:a="http://schemas.openxmlformats.org/drawingml/2006/main">
              <a:ext uri="{FF2B5EF4-FFF2-40B4-BE49-F238E27FC236}">
                <a16:creationId xmlns:a16="http://schemas.microsoft.com/office/drawing/2014/main" id="{263CA104-3ADC-4850-8C86-8160DE5DE577}"/>
              </a:ext>
            </a:extLst>
          </p:cNvPr>
          <p:cNvSpPr>
            <a:spLocks xmlns:a="http://schemas.openxmlformats.org/drawingml/2006/main" noGrp="1"/>
          </p:cNvSpPr>
          <p:nvPr/>
        </p:nvSpPr>
        <p:spPr>
          <a:xfrm xmlns:a="http://schemas.openxmlformats.org/drawingml/2006/main">
            <a:off x="996950" y="2632472"/>
            <a:ext cx="222377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60"/>
              </a:lnSpc>
              <a:buNone/>
            </a:pPr>
            <a:r>
              <a:rPr sz="3200" b="1">
                <a:solidFill>
                  <a:srgbClr val="5E4428"/>
                </a:solidFill>
                <a:latin typeface="IBM Plex Sans"/>
                <a:ea typeface="IBM Plex Sans"/>
                <a:cs typeface="IBM Plex Sans"/>
              </a:rPr>
              <a:t>1</a:t>
            </a:r>
            <a:endParaRPr sz="3200"/>
          </a:p>
        </p:txBody>
      </p:sp>
      <p:sp>
        <p:nvSpPr>
          <p:cNvPr id="7" name="Text 5">
            <a:extLst xmlns:a="http://schemas.openxmlformats.org/drawingml/2006/main">
              <a:ext uri="{FF2B5EF4-FFF2-40B4-BE49-F238E27FC236}">
                <a16:creationId xmlns:a16="http://schemas.microsoft.com/office/drawing/2014/main" id="{76A3B41D-8985-4F8D-AB2F-90A84C0BA782}"/>
              </a:ext>
            </a:extLst>
          </p:cNvPr>
          <p:cNvSpPr>
            <a:spLocks xmlns:a="http://schemas.openxmlformats.org/drawingml/2006/main" noGrp="1"/>
          </p:cNvSpPr>
          <p:nvPr/>
        </p:nvSpPr>
        <p:spPr>
          <a:xfrm xmlns:a="http://schemas.openxmlformats.org/drawingml/2006/main">
            <a:off x="996950" y="3109913"/>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viajes por camión · máximo 2</a:t>
            </a:r>
            <a:endParaRPr sz="1200"/>
          </a:p>
        </p:txBody>
      </p:sp>
      <p:sp>
        <p:nvSpPr>
          <p:cNvPr id="8" name="Text 6">
            <a:extLst xmlns:a="http://schemas.openxmlformats.org/drawingml/2006/main">
              <a:ext uri="{FF2B5EF4-FFF2-40B4-BE49-F238E27FC236}">
                <a16:creationId xmlns:a16="http://schemas.microsoft.com/office/drawing/2014/main" id="{5DAD0AB8-4E95-470A-BF6F-09A9046AA9CC}"/>
              </a:ext>
            </a:extLst>
          </p:cNvPr>
          <p:cNvSpPr>
            <a:spLocks xmlns:a="http://schemas.openxmlformats.org/drawingml/2006/main" noGrp="1"/>
          </p:cNvSpPr>
          <p:nvPr/>
        </p:nvSpPr>
        <p:spPr>
          <a:xfrm xmlns:a="http://schemas.openxmlformats.org/drawingml/2006/main">
            <a:off x="996950" y="3374033"/>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32 camiones · 41 viajes</a:t>
            </a:r>
            <a:endParaRPr sz="1200"/>
          </a:p>
        </p:txBody>
      </p:sp>
      <p:sp>
        <p:nvSpPr>
          <p:cNvPr id="9" name="Shape 7">
            <a:extLst xmlns:a="http://schemas.openxmlformats.org/drawingml/2006/main">
              <a:ext uri="{FF2B5EF4-FFF2-40B4-BE49-F238E27FC236}">
                <a16:creationId xmlns:a16="http://schemas.microsoft.com/office/drawing/2014/main" id="{2531986A-C227-4BDB-9E2E-DEE2006F8724}"/>
              </a:ext>
            </a:extLst>
          </p:cNvPr>
          <p:cNvSpPr>
            <a:spLocks xmlns:a="http://schemas.openxmlformats.org/drawingml/2006/main" noGrp="1"/>
          </p:cNvSpPr>
          <p:nvPr/>
        </p:nvSpPr>
        <p:spPr>
          <a:xfrm xmlns:a="http://schemas.openxmlformats.org/drawingml/2006/main">
            <a:off x="3495675" y="2177256"/>
            <a:ext cx="2520950" cy="1565672"/>
          </a:xfrm>
          <a:prstGeom xmlns:a="http://schemas.openxmlformats.org/drawingml/2006/main" prst="roundRect">
            <a:avLst>
              <a:gd name="adj" fmla="val 6286"/>
            </a:avLst>
          </a:prstGeom>
          <a:solidFill xmlns:a="http://schemas.openxmlformats.org/drawingml/2006/main">
            <a:srgbClr val="FCFDFB"/>
          </a:solidFill>
          <a:ln xmlns:a="http://schemas.openxmlformats.org/drawingml/2006/main" w="6350">
            <a:solidFill>
              <a:srgbClr val="D3E2D7"/>
            </a:solidFill>
            <a:prstDash val="solid"/>
          </a:ln>
        </p:spPr>
      </p:sp>
      <p:sp>
        <p:nvSpPr>
          <p:cNvPr id="10" name="Text 8">
            <a:extLst xmlns:a="http://schemas.openxmlformats.org/drawingml/2006/main">
              <a:ext uri="{FF2B5EF4-FFF2-40B4-BE49-F238E27FC236}">
                <a16:creationId xmlns:a16="http://schemas.microsoft.com/office/drawing/2014/main" id="{D1117995-8116-4033-AD6F-13D76209C884}"/>
              </a:ext>
            </a:extLst>
          </p:cNvPr>
          <p:cNvSpPr>
            <a:spLocks xmlns:a="http://schemas.openxmlformats.org/drawingml/2006/main" noGrp="1"/>
          </p:cNvSpPr>
          <p:nvPr/>
        </p:nvSpPr>
        <p:spPr>
          <a:xfrm xmlns:a="http://schemas.openxmlformats.org/drawingml/2006/main">
            <a:off x="3676650" y="2332831"/>
            <a:ext cx="222377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Vie 25</a:t>
            </a:r>
            <a:endParaRPr sz="1400"/>
          </a:p>
        </p:txBody>
      </p:sp>
      <p:sp>
        <p:nvSpPr>
          <p:cNvPr id="11" name="Text 9">
            <a:extLst xmlns:a="http://schemas.openxmlformats.org/drawingml/2006/main">
              <a:ext uri="{FF2B5EF4-FFF2-40B4-BE49-F238E27FC236}">
                <a16:creationId xmlns:a16="http://schemas.microsoft.com/office/drawing/2014/main" id="{D7FE6741-EA40-4BC6-B04C-C365FA2F3FD3}"/>
              </a:ext>
            </a:extLst>
          </p:cNvPr>
          <p:cNvSpPr>
            <a:spLocks xmlns:a="http://schemas.openxmlformats.org/drawingml/2006/main" noGrp="1"/>
          </p:cNvSpPr>
          <p:nvPr/>
        </p:nvSpPr>
        <p:spPr>
          <a:xfrm xmlns:a="http://schemas.openxmlformats.org/drawingml/2006/main">
            <a:off x="3676650" y="2632472"/>
            <a:ext cx="222377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60"/>
              </a:lnSpc>
              <a:buNone/>
            </a:pPr>
            <a:r>
              <a:rPr sz="3200" b="1">
                <a:solidFill>
                  <a:srgbClr val="5E4428"/>
                </a:solidFill>
                <a:latin typeface="IBM Plex Sans"/>
                <a:ea typeface="IBM Plex Sans"/>
                <a:cs typeface="IBM Plex Sans"/>
              </a:rPr>
              <a:t>2</a:t>
            </a:r>
            <a:endParaRPr sz="3200"/>
          </a:p>
        </p:txBody>
      </p:sp>
      <p:sp>
        <p:nvSpPr>
          <p:cNvPr id="12" name="Text 10">
            <a:extLst xmlns:a="http://schemas.openxmlformats.org/drawingml/2006/main">
              <a:ext uri="{FF2B5EF4-FFF2-40B4-BE49-F238E27FC236}">
                <a16:creationId xmlns:a16="http://schemas.microsoft.com/office/drawing/2014/main" id="{CA957EB0-2E66-41C6-B1F1-5402DE3FA9BB}"/>
              </a:ext>
            </a:extLst>
          </p:cNvPr>
          <p:cNvSpPr>
            <a:spLocks xmlns:a="http://schemas.openxmlformats.org/drawingml/2006/main" noGrp="1"/>
          </p:cNvSpPr>
          <p:nvPr/>
        </p:nvSpPr>
        <p:spPr>
          <a:xfrm xmlns:a="http://schemas.openxmlformats.org/drawingml/2006/main">
            <a:off x="3676650" y="3109913"/>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viajes por camión · máximo 3</a:t>
            </a:r>
            <a:endParaRPr sz="1200"/>
          </a:p>
        </p:txBody>
      </p:sp>
      <p:sp>
        <p:nvSpPr>
          <p:cNvPr id="13" name="Text 11">
            <a:extLst xmlns:a="http://schemas.openxmlformats.org/drawingml/2006/main">
              <a:ext uri="{FF2B5EF4-FFF2-40B4-BE49-F238E27FC236}">
                <a16:creationId xmlns:a16="http://schemas.microsoft.com/office/drawing/2014/main" id="{D3F51414-7C91-4137-8E1B-72BCCBA17BD5}"/>
              </a:ext>
            </a:extLst>
          </p:cNvPr>
          <p:cNvSpPr>
            <a:spLocks xmlns:a="http://schemas.openxmlformats.org/drawingml/2006/main" noGrp="1"/>
          </p:cNvSpPr>
          <p:nvPr/>
        </p:nvSpPr>
        <p:spPr>
          <a:xfrm xmlns:a="http://schemas.openxmlformats.org/drawingml/2006/main">
            <a:off x="3676650" y="3374033"/>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38 camiones · 70 viajes</a:t>
            </a:r>
            <a:endParaRPr sz="1200"/>
          </a:p>
        </p:txBody>
      </p:sp>
      <p:sp>
        <p:nvSpPr>
          <p:cNvPr id="14" name="Shape 12">
            <a:extLst xmlns:a="http://schemas.openxmlformats.org/drawingml/2006/main">
              <a:ext uri="{FF2B5EF4-FFF2-40B4-BE49-F238E27FC236}">
                <a16:creationId xmlns:a16="http://schemas.microsoft.com/office/drawing/2014/main" id="{E9AAC54A-102A-408B-A535-1FD3B8E9E643}"/>
              </a:ext>
            </a:extLst>
          </p:cNvPr>
          <p:cNvSpPr>
            <a:spLocks xmlns:a="http://schemas.openxmlformats.org/drawingml/2006/main" noGrp="1"/>
          </p:cNvSpPr>
          <p:nvPr/>
        </p:nvSpPr>
        <p:spPr>
          <a:xfrm xmlns:a="http://schemas.openxmlformats.org/drawingml/2006/main">
            <a:off x="6175375" y="2177256"/>
            <a:ext cx="2520950" cy="1565672"/>
          </a:xfrm>
          <a:prstGeom xmlns:a="http://schemas.openxmlformats.org/drawingml/2006/main" prst="roundRect">
            <a:avLst>
              <a:gd name="adj" fmla="val 6286"/>
            </a:avLst>
          </a:prstGeom>
          <a:solidFill xmlns:a="http://schemas.openxmlformats.org/drawingml/2006/main">
            <a:srgbClr val="FCFDFB"/>
          </a:solidFill>
          <a:ln xmlns:a="http://schemas.openxmlformats.org/drawingml/2006/main" w="6350">
            <a:solidFill>
              <a:srgbClr val="D3E2D7"/>
            </a:solidFill>
            <a:prstDash val="solid"/>
          </a:ln>
        </p:spPr>
      </p:sp>
      <p:sp>
        <p:nvSpPr>
          <p:cNvPr id="15" name="Text 13">
            <a:extLst xmlns:a="http://schemas.openxmlformats.org/drawingml/2006/main">
              <a:ext uri="{FF2B5EF4-FFF2-40B4-BE49-F238E27FC236}">
                <a16:creationId xmlns:a16="http://schemas.microsoft.com/office/drawing/2014/main" id="{63D036B4-C4F3-48E7-B2D6-29633EA2B2B6}"/>
              </a:ext>
            </a:extLst>
          </p:cNvPr>
          <p:cNvSpPr>
            <a:spLocks xmlns:a="http://schemas.openxmlformats.org/drawingml/2006/main" noGrp="1"/>
          </p:cNvSpPr>
          <p:nvPr/>
        </p:nvSpPr>
        <p:spPr>
          <a:xfrm xmlns:a="http://schemas.openxmlformats.org/drawingml/2006/main">
            <a:off x="6356350" y="2332831"/>
            <a:ext cx="222377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Sáb 26</a:t>
            </a:r>
            <a:endParaRPr sz="1400"/>
          </a:p>
        </p:txBody>
      </p:sp>
      <p:sp>
        <p:nvSpPr>
          <p:cNvPr id="16" name="Text 14">
            <a:extLst xmlns:a="http://schemas.openxmlformats.org/drawingml/2006/main">
              <a:ext uri="{FF2B5EF4-FFF2-40B4-BE49-F238E27FC236}">
                <a16:creationId xmlns:a16="http://schemas.microsoft.com/office/drawing/2014/main" id="{09C3C4AE-5B2E-4504-ACAD-1E3A29255E4F}"/>
              </a:ext>
            </a:extLst>
          </p:cNvPr>
          <p:cNvSpPr>
            <a:spLocks xmlns:a="http://schemas.openxmlformats.org/drawingml/2006/main" noGrp="1"/>
          </p:cNvSpPr>
          <p:nvPr/>
        </p:nvSpPr>
        <p:spPr>
          <a:xfrm xmlns:a="http://schemas.openxmlformats.org/drawingml/2006/main">
            <a:off x="6356350" y="2632472"/>
            <a:ext cx="222377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60"/>
              </a:lnSpc>
              <a:buNone/>
            </a:pPr>
            <a:r>
              <a:rPr sz="3200" b="1">
                <a:solidFill>
                  <a:srgbClr val="5E4428"/>
                </a:solidFill>
                <a:latin typeface="IBM Plex Sans"/>
                <a:ea typeface="IBM Plex Sans"/>
                <a:cs typeface="IBM Plex Sans"/>
              </a:rPr>
              <a:t>3</a:t>
            </a:r>
            <a:endParaRPr sz="3200"/>
          </a:p>
        </p:txBody>
      </p:sp>
      <p:sp>
        <p:nvSpPr>
          <p:cNvPr id="17" name="Text 15">
            <a:extLst xmlns:a="http://schemas.openxmlformats.org/drawingml/2006/main">
              <a:ext uri="{FF2B5EF4-FFF2-40B4-BE49-F238E27FC236}">
                <a16:creationId xmlns:a16="http://schemas.microsoft.com/office/drawing/2014/main" id="{D51DE808-DB31-409C-91D6-01B50FA69EA2}"/>
              </a:ext>
            </a:extLst>
          </p:cNvPr>
          <p:cNvSpPr>
            <a:spLocks xmlns:a="http://schemas.openxmlformats.org/drawingml/2006/main" noGrp="1"/>
          </p:cNvSpPr>
          <p:nvPr/>
        </p:nvSpPr>
        <p:spPr>
          <a:xfrm xmlns:a="http://schemas.openxmlformats.org/drawingml/2006/main">
            <a:off x="6356350" y="3109913"/>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viajes por camión · máximo 4</a:t>
            </a:r>
            <a:endParaRPr sz="1200"/>
          </a:p>
        </p:txBody>
      </p:sp>
      <p:sp>
        <p:nvSpPr>
          <p:cNvPr id="18" name="Text 16">
            <a:extLst xmlns:a="http://schemas.openxmlformats.org/drawingml/2006/main">
              <a:ext uri="{FF2B5EF4-FFF2-40B4-BE49-F238E27FC236}">
                <a16:creationId xmlns:a16="http://schemas.microsoft.com/office/drawing/2014/main" id="{28359EE8-D91C-455F-906B-8C2A003CDAD7}"/>
              </a:ext>
            </a:extLst>
          </p:cNvPr>
          <p:cNvSpPr>
            <a:spLocks xmlns:a="http://schemas.openxmlformats.org/drawingml/2006/main" noGrp="1"/>
          </p:cNvSpPr>
          <p:nvPr/>
        </p:nvSpPr>
        <p:spPr>
          <a:xfrm xmlns:a="http://schemas.openxmlformats.org/drawingml/2006/main">
            <a:off x="6356350" y="3374033"/>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35 camiones · 90 viajes</a:t>
            </a:r>
            <a:endParaRPr sz="1200"/>
          </a:p>
        </p:txBody>
      </p:sp>
      <p:sp>
        <p:nvSpPr>
          <p:cNvPr id="19" name="Shape 17">
            <a:extLst xmlns:a="http://schemas.openxmlformats.org/drawingml/2006/main">
              <a:ext uri="{FF2B5EF4-FFF2-40B4-BE49-F238E27FC236}">
                <a16:creationId xmlns:a16="http://schemas.microsoft.com/office/drawing/2014/main" id="{E8547A38-20E0-4151-AB1F-7366AEAB4BBC}"/>
              </a:ext>
            </a:extLst>
          </p:cNvPr>
          <p:cNvSpPr>
            <a:spLocks xmlns:a="http://schemas.openxmlformats.org/drawingml/2006/main" noGrp="1"/>
          </p:cNvSpPr>
          <p:nvPr/>
        </p:nvSpPr>
        <p:spPr>
          <a:xfrm xmlns:a="http://schemas.openxmlformats.org/drawingml/2006/main">
            <a:off x="8855075" y="2177256"/>
            <a:ext cx="2520950" cy="1565672"/>
          </a:xfrm>
          <a:prstGeom xmlns:a="http://schemas.openxmlformats.org/drawingml/2006/main" prst="roundRect">
            <a:avLst>
              <a:gd name="adj" fmla="val 6286"/>
            </a:avLst>
          </a:prstGeom>
          <a:solidFill xmlns:a="http://schemas.openxmlformats.org/drawingml/2006/main">
            <a:srgbClr val="FCFDFB"/>
          </a:solidFill>
          <a:ln xmlns:a="http://schemas.openxmlformats.org/drawingml/2006/main" w="6350">
            <a:solidFill>
              <a:srgbClr val="D3E2D7"/>
            </a:solidFill>
            <a:prstDash val="solid"/>
          </a:ln>
        </p:spPr>
      </p:sp>
      <p:sp>
        <p:nvSpPr>
          <p:cNvPr id="20" name="Text 18">
            <a:extLst xmlns:a="http://schemas.openxmlformats.org/drawingml/2006/main">
              <a:ext uri="{FF2B5EF4-FFF2-40B4-BE49-F238E27FC236}">
                <a16:creationId xmlns:a16="http://schemas.microsoft.com/office/drawing/2014/main" id="{7A21EA1B-CEA0-464F-8FD6-558C3A3FD5F1}"/>
              </a:ext>
            </a:extLst>
          </p:cNvPr>
          <p:cNvSpPr>
            <a:spLocks xmlns:a="http://schemas.openxmlformats.org/drawingml/2006/main" noGrp="1"/>
          </p:cNvSpPr>
          <p:nvPr/>
        </p:nvSpPr>
        <p:spPr>
          <a:xfrm xmlns:a="http://schemas.openxmlformats.org/drawingml/2006/main">
            <a:off x="9036050" y="2332831"/>
            <a:ext cx="222377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Mié 30</a:t>
            </a:r>
            <a:endParaRPr sz="1400"/>
          </a:p>
        </p:txBody>
      </p:sp>
      <p:sp>
        <p:nvSpPr>
          <p:cNvPr id="21" name="Text 19">
            <a:extLst xmlns:a="http://schemas.openxmlformats.org/drawingml/2006/main">
              <a:ext uri="{FF2B5EF4-FFF2-40B4-BE49-F238E27FC236}">
                <a16:creationId xmlns:a16="http://schemas.microsoft.com/office/drawing/2014/main" id="{2B1079C9-4A65-4CE4-B3D5-E8CD30AA2F55}"/>
              </a:ext>
            </a:extLst>
          </p:cNvPr>
          <p:cNvSpPr>
            <a:spLocks xmlns:a="http://schemas.openxmlformats.org/drawingml/2006/main" noGrp="1"/>
          </p:cNvSpPr>
          <p:nvPr/>
        </p:nvSpPr>
        <p:spPr>
          <a:xfrm xmlns:a="http://schemas.openxmlformats.org/drawingml/2006/main">
            <a:off x="9036050" y="2632472"/>
            <a:ext cx="222377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60"/>
              </a:lnSpc>
              <a:buNone/>
            </a:pPr>
            <a:r>
              <a:rPr sz="3200" b="1">
                <a:solidFill>
                  <a:srgbClr val="5E4428"/>
                </a:solidFill>
                <a:latin typeface="IBM Plex Sans"/>
                <a:ea typeface="IBM Plex Sans"/>
                <a:cs typeface="IBM Plex Sans"/>
              </a:rPr>
              <a:t>2</a:t>
            </a:r>
            <a:endParaRPr sz="3200"/>
          </a:p>
        </p:txBody>
      </p:sp>
      <p:sp>
        <p:nvSpPr>
          <p:cNvPr id="22" name="Text 20">
            <a:extLst xmlns:a="http://schemas.openxmlformats.org/drawingml/2006/main">
              <a:ext uri="{FF2B5EF4-FFF2-40B4-BE49-F238E27FC236}">
                <a16:creationId xmlns:a16="http://schemas.microsoft.com/office/drawing/2014/main" id="{B5A135C7-7A79-4609-8065-DF5D4730048E}"/>
              </a:ext>
            </a:extLst>
          </p:cNvPr>
          <p:cNvSpPr>
            <a:spLocks xmlns:a="http://schemas.openxmlformats.org/drawingml/2006/main" noGrp="1"/>
          </p:cNvSpPr>
          <p:nvPr/>
        </p:nvSpPr>
        <p:spPr>
          <a:xfrm xmlns:a="http://schemas.openxmlformats.org/drawingml/2006/main">
            <a:off x="9036050" y="3109913"/>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viajes por camión · máximo 4</a:t>
            </a:r>
            <a:endParaRPr sz="1200"/>
          </a:p>
        </p:txBody>
      </p:sp>
      <p:sp>
        <p:nvSpPr>
          <p:cNvPr id="23" name="Text 21">
            <a:extLst xmlns:a="http://schemas.openxmlformats.org/drawingml/2006/main">
              <a:ext uri="{FF2B5EF4-FFF2-40B4-BE49-F238E27FC236}">
                <a16:creationId xmlns:a16="http://schemas.microsoft.com/office/drawing/2014/main" id="{E7C47CE8-A56F-4B5B-A174-6681E67A388D}"/>
              </a:ext>
            </a:extLst>
          </p:cNvPr>
          <p:cNvSpPr>
            <a:spLocks xmlns:a="http://schemas.openxmlformats.org/drawingml/2006/main" noGrp="1"/>
          </p:cNvSpPr>
          <p:nvPr/>
        </p:nvSpPr>
        <p:spPr>
          <a:xfrm xmlns:a="http://schemas.openxmlformats.org/drawingml/2006/main">
            <a:off x="9036050" y="3374033"/>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43 camiones · 106 viajes</a:t>
            </a:r>
            <a:endParaRPr sz="1200"/>
          </a:p>
        </p:txBody>
      </p:sp>
      <p:sp>
        <p:nvSpPr>
          <p:cNvPr id="24" name="Text 22">
            <a:extLst xmlns:a="http://schemas.openxmlformats.org/drawingml/2006/main">
              <a:ext uri="{FF2B5EF4-FFF2-40B4-BE49-F238E27FC236}">
                <a16:creationId xmlns:a16="http://schemas.microsoft.com/office/drawing/2014/main" id="{2A4664D2-1753-4616-BB1C-93A5D8AB1EE9}"/>
              </a:ext>
            </a:extLst>
          </p:cNvPr>
          <p:cNvSpPr>
            <a:spLocks xmlns:a="http://schemas.openxmlformats.org/drawingml/2006/main" noGrp="1"/>
          </p:cNvSpPr>
          <p:nvPr/>
        </p:nvSpPr>
        <p:spPr>
          <a:xfrm xmlns:a="http://schemas.openxmlformats.org/drawingml/2006/main">
            <a:off x="812800" y="3923903"/>
            <a:ext cx="6854444" cy="825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a:solidFill>
                  <a:srgbClr val="4A5D52"/>
                </a:solidFill>
                <a:latin typeface="IBM Plex Sans"/>
                <a:ea typeface="IBM Plex Sans"/>
                <a:cs typeface="IBM Plex Sans"/>
              </a:rPr>
              <a:t>En todo el operativo, 62 camiones hicieron 307 viajes: </a:t>
            </a:r>
            <a:r>
              <a:rPr sz="1500" b="1">
                <a:solidFill>
                  <a:srgbClr val="4A5D52"/>
                </a:solidFill>
                <a:latin typeface="IBM Plex Sans"/>
                <a:ea typeface="IBM Plex Sans"/>
                <a:cs typeface="IBM Plex Sans"/>
              </a:rPr>
              <a:t>5 por camión</a:t>
            </a:r>
            <a:r>
              <a:rPr sz="1500">
                <a:solidFill>
                  <a:srgbClr val="4A5D52"/>
                </a:solidFill>
                <a:latin typeface="IBM Plex Sans"/>
                <a:ea typeface="IBM Plex Sans"/>
                <a:cs typeface="IBM Plex Sans"/>
              </a:rPr>
              <a:t>. El primer día, que arrancó a las 18 h, cada uno hizo uno; en las tandas completas, unos 3, con camiones que llegaron a 4.</a:t>
            </a:r>
            <a:endParaRPr sz="1500"/>
          </a:p>
        </p:txBody>
      </p:sp>
      <p:sp>
        <p:nvSpPr>
          <p:cNvPr id="25" name="Shape 23">
            <a:extLst xmlns:a="http://schemas.openxmlformats.org/drawingml/2006/main">
              <a:ext uri="{FF2B5EF4-FFF2-40B4-BE49-F238E27FC236}">
                <a16:creationId xmlns:a16="http://schemas.microsoft.com/office/drawing/2014/main" id="{30969B70-EEB6-4611-9F48-BC9B51749E32}"/>
              </a:ext>
            </a:extLst>
          </p:cNvPr>
          <p:cNvSpPr>
            <a:spLocks xmlns:a="http://schemas.openxmlformats.org/drawingml/2006/main" noGrp="1"/>
          </p:cNvSpPr>
          <p:nvPr/>
        </p:nvSpPr>
        <p:spPr>
          <a:xfrm xmlns:a="http://schemas.openxmlformats.org/drawingml/2006/main">
            <a:off x="831850" y="4851003"/>
            <a:ext cx="0" cy="51296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26" name="Text 24">
            <a:extLst xmlns:a="http://schemas.openxmlformats.org/drawingml/2006/main">
              <a:ext uri="{FF2B5EF4-FFF2-40B4-BE49-F238E27FC236}">
                <a16:creationId xmlns:a16="http://schemas.microsoft.com/office/drawing/2014/main" id="{0069760D-19A9-4C58-8F34-1E3E8D1ABAAE}"/>
              </a:ext>
            </a:extLst>
          </p:cNvPr>
          <p:cNvSpPr>
            <a:spLocks xmlns:a="http://schemas.openxmlformats.org/drawingml/2006/main" noGrp="1"/>
          </p:cNvSpPr>
          <p:nvPr/>
        </p:nvSpPr>
        <p:spPr>
          <a:xfrm xmlns:a="http://schemas.openxmlformats.org/drawingml/2006/main">
            <a:off x="977900" y="4876403"/>
            <a:ext cx="6684391"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Con jornadas completas el operativo rindió casi el doble de vueltas por camión: vale programarlo en tandas largas y no cortadas.</a:t>
            </a:r>
            <a:endParaRPr sz="1300"/>
          </a:p>
        </p:txBody>
      </p:sp>
      <p:sp>
        <p:nvSpPr>
          <p:cNvPr id="27" name="Text 25">
            <a:extLst xmlns:a="http://schemas.openxmlformats.org/drawingml/2006/main">
              <a:ext uri="{FF2B5EF4-FFF2-40B4-BE49-F238E27FC236}">
                <a16:creationId xmlns:a16="http://schemas.microsoft.com/office/drawing/2014/main" id="{707B8F23-4ED5-4F0B-9852-4FF45B49E05F}"/>
              </a:ext>
            </a:extLst>
          </p:cNvPr>
          <p:cNvSpPr>
            <a:spLocks xmlns:a="http://schemas.openxmlformats.org/drawingml/2006/main" noGrp="1"/>
          </p:cNvSpPr>
          <p:nvPr/>
        </p:nvSpPr>
        <p:spPr>
          <a:xfrm xmlns:a="http://schemas.openxmlformats.org/drawingml/2006/main">
            <a:off x="7823200" y="3923903"/>
            <a:ext cx="3662680" cy="15408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024"/>
              </a:lnSpc>
              <a:buNone/>
            </a:pPr>
            <a:r>
              <a:rPr sz="731">
                <a:solidFill>
                  <a:srgbClr val="4A5D52"/>
                </a:solidFill>
                <a:latin typeface="IBM Plex Sans"/>
                <a:ea typeface="IBM Plex Sans"/>
                <a:cs typeface="IBM Plex Sans"/>
              </a:rPr>
              <a:t>Los que más viajes hicieron en la semana</a:t>
            </a:r>
            <a:endParaRPr sz="731"/>
          </a:p>
        </p:txBody>
      </p:sp>
      <p:sp>
        <p:nvSpPr>
          <p:cNvPr id="28" name="Shape 26">
            <a:extLst xmlns:a="http://schemas.openxmlformats.org/drawingml/2006/main">
              <a:ext uri="{FF2B5EF4-FFF2-40B4-BE49-F238E27FC236}">
                <a16:creationId xmlns:a16="http://schemas.microsoft.com/office/drawing/2014/main" id="{05E88C64-FE67-4C8D-B267-3655AA4CE007}"/>
              </a:ext>
            </a:extLst>
          </p:cNvPr>
          <p:cNvSpPr>
            <a:spLocks xmlns:a="http://schemas.openxmlformats.org/drawingml/2006/main" noGrp="1"/>
          </p:cNvSpPr>
          <p:nvPr/>
        </p:nvSpPr>
        <p:spPr>
          <a:xfrm xmlns:a="http://schemas.openxmlformats.org/drawingml/2006/main">
            <a:off x="7823200" y="4081165"/>
            <a:ext cx="3556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29" name="Text 27">
            <a:extLst xmlns:a="http://schemas.openxmlformats.org/drawingml/2006/main">
              <a:ext uri="{FF2B5EF4-FFF2-40B4-BE49-F238E27FC236}">
                <a16:creationId xmlns:a16="http://schemas.microsoft.com/office/drawing/2014/main" id="{01E91956-AFBB-41CF-89A1-EE1ACB78148C}"/>
              </a:ext>
            </a:extLst>
          </p:cNvPr>
          <p:cNvSpPr>
            <a:spLocks xmlns:a="http://schemas.openxmlformats.org/drawingml/2006/main" noGrp="1"/>
          </p:cNvSpPr>
          <p:nvPr/>
        </p:nvSpPr>
        <p:spPr>
          <a:xfrm xmlns:a="http://schemas.openxmlformats.org/drawingml/2006/main">
            <a:off x="7823200" y="4147840"/>
            <a:ext cx="810935"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UWX998</a:t>
            </a:r>
            <a:endParaRPr sz="1300"/>
          </a:p>
        </p:txBody>
      </p:sp>
      <p:sp>
        <p:nvSpPr>
          <p:cNvPr id="30" name="Text 28">
            <a:extLst xmlns:a="http://schemas.openxmlformats.org/drawingml/2006/main">
              <a:ext uri="{FF2B5EF4-FFF2-40B4-BE49-F238E27FC236}">
                <a16:creationId xmlns:a16="http://schemas.microsoft.com/office/drawing/2014/main" id="{ABE06269-E411-43A4-A8D6-09CF3FC2455C}"/>
              </a:ext>
            </a:extLst>
          </p:cNvPr>
          <p:cNvSpPr>
            <a:spLocks xmlns:a="http://schemas.openxmlformats.org/drawingml/2006/main" noGrp="1"/>
          </p:cNvSpPr>
          <p:nvPr/>
        </p:nvSpPr>
        <p:spPr>
          <a:xfrm xmlns:a="http://schemas.openxmlformats.org/drawingml/2006/main">
            <a:off x="10561717" y="4147840"/>
            <a:ext cx="817483"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12 viajes</a:t>
            </a:r>
            <a:endParaRPr sz="1300"/>
          </a:p>
        </p:txBody>
      </p:sp>
      <p:sp>
        <p:nvSpPr>
          <p:cNvPr id="31" name="Shape 29">
            <a:extLst xmlns:a="http://schemas.openxmlformats.org/drawingml/2006/main">
              <a:ext uri="{FF2B5EF4-FFF2-40B4-BE49-F238E27FC236}">
                <a16:creationId xmlns:a16="http://schemas.microsoft.com/office/drawing/2014/main" id="{4ECD29F0-9E9E-4CA9-AE23-B625896F6B0C}"/>
              </a:ext>
            </a:extLst>
          </p:cNvPr>
          <p:cNvSpPr>
            <a:spLocks xmlns:a="http://schemas.openxmlformats.org/drawingml/2006/main" noGrp="1"/>
          </p:cNvSpPr>
          <p:nvPr/>
        </p:nvSpPr>
        <p:spPr>
          <a:xfrm xmlns:a="http://schemas.openxmlformats.org/drawingml/2006/main">
            <a:off x="7823200" y="4379416"/>
            <a:ext cx="3556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2" name="Text 30">
            <a:extLst xmlns:a="http://schemas.openxmlformats.org/drawingml/2006/main">
              <a:ext uri="{FF2B5EF4-FFF2-40B4-BE49-F238E27FC236}">
                <a16:creationId xmlns:a16="http://schemas.microsoft.com/office/drawing/2014/main" id="{801F4FB9-25B8-4819-9AE8-5CDC3B194D5F}"/>
              </a:ext>
            </a:extLst>
          </p:cNvPr>
          <p:cNvSpPr>
            <a:spLocks xmlns:a="http://schemas.openxmlformats.org/drawingml/2006/main" noGrp="1"/>
          </p:cNvSpPr>
          <p:nvPr/>
        </p:nvSpPr>
        <p:spPr>
          <a:xfrm xmlns:a="http://schemas.openxmlformats.org/drawingml/2006/main">
            <a:off x="7823200" y="4446091"/>
            <a:ext cx="712589" cy="1648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VAJ028</a:t>
            </a:r>
            <a:endParaRPr sz="1300"/>
          </a:p>
        </p:txBody>
      </p:sp>
      <p:sp>
        <p:nvSpPr>
          <p:cNvPr id="33" name="Text 31">
            <a:extLst xmlns:a="http://schemas.openxmlformats.org/drawingml/2006/main">
              <a:ext uri="{FF2B5EF4-FFF2-40B4-BE49-F238E27FC236}">
                <a16:creationId xmlns:a16="http://schemas.microsoft.com/office/drawing/2014/main" id="{50B44909-7413-4E52-9E79-5A6ADA071B21}"/>
              </a:ext>
            </a:extLst>
          </p:cNvPr>
          <p:cNvSpPr>
            <a:spLocks xmlns:a="http://schemas.openxmlformats.org/drawingml/2006/main" noGrp="1"/>
          </p:cNvSpPr>
          <p:nvPr/>
        </p:nvSpPr>
        <p:spPr>
          <a:xfrm xmlns:a="http://schemas.openxmlformats.org/drawingml/2006/main">
            <a:off x="10561717" y="4446091"/>
            <a:ext cx="817483" cy="1648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11 viajes</a:t>
            </a:r>
            <a:endParaRPr sz="1300"/>
          </a:p>
        </p:txBody>
      </p:sp>
      <p:sp>
        <p:nvSpPr>
          <p:cNvPr id="34" name="Shape 32">
            <a:extLst xmlns:a="http://schemas.openxmlformats.org/drawingml/2006/main">
              <a:ext uri="{FF2B5EF4-FFF2-40B4-BE49-F238E27FC236}">
                <a16:creationId xmlns:a16="http://schemas.microsoft.com/office/drawing/2014/main" id="{3F604725-6857-4840-94D7-848A8F2A29EC}"/>
              </a:ext>
            </a:extLst>
          </p:cNvPr>
          <p:cNvSpPr>
            <a:spLocks xmlns:a="http://schemas.openxmlformats.org/drawingml/2006/main" noGrp="1"/>
          </p:cNvSpPr>
          <p:nvPr/>
        </p:nvSpPr>
        <p:spPr>
          <a:xfrm xmlns:a="http://schemas.openxmlformats.org/drawingml/2006/main">
            <a:off x="7823200" y="4677569"/>
            <a:ext cx="3556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5" name="Text 33">
            <a:extLst xmlns:a="http://schemas.openxmlformats.org/drawingml/2006/main">
              <a:ext uri="{FF2B5EF4-FFF2-40B4-BE49-F238E27FC236}">
                <a16:creationId xmlns:a16="http://schemas.microsoft.com/office/drawing/2014/main" id="{DDD7BE33-C634-4C3D-BB74-EE8EF910895F}"/>
              </a:ext>
            </a:extLst>
          </p:cNvPr>
          <p:cNvSpPr>
            <a:spLocks xmlns:a="http://schemas.openxmlformats.org/drawingml/2006/main" noGrp="1"/>
          </p:cNvSpPr>
          <p:nvPr/>
        </p:nvSpPr>
        <p:spPr>
          <a:xfrm xmlns:a="http://schemas.openxmlformats.org/drawingml/2006/main">
            <a:off x="7823200" y="4744244"/>
            <a:ext cx="805339"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RAW481</a:t>
            </a:r>
            <a:endParaRPr sz="1300"/>
          </a:p>
        </p:txBody>
      </p:sp>
      <p:sp>
        <p:nvSpPr>
          <p:cNvPr id="36" name="Text 34">
            <a:extLst xmlns:a="http://schemas.openxmlformats.org/drawingml/2006/main">
              <a:ext uri="{FF2B5EF4-FFF2-40B4-BE49-F238E27FC236}">
                <a16:creationId xmlns:a16="http://schemas.microsoft.com/office/drawing/2014/main" id="{78807889-C152-43EB-A9A2-8D0FC8AAC2A5}"/>
              </a:ext>
            </a:extLst>
          </p:cNvPr>
          <p:cNvSpPr>
            <a:spLocks xmlns:a="http://schemas.openxmlformats.org/drawingml/2006/main" noGrp="1"/>
          </p:cNvSpPr>
          <p:nvPr/>
        </p:nvSpPr>
        <p:spPr>
          <a:xfrm xmlns:a="http://schemas.openxmlformats.org/drawingml/2006/main">
            <a:off x="10561717" y="4744244"/>
            <a:ext cx="817483"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11 viajes</a:t>
            </a:r>
            <a:endParaRPr sz="1300"/>
          </a:p>
        </p:txBody>
      </p:sp>
      <p:sp>
        <p:nvSpPr>
          <p:cNvPr id="37" name="Shape 35">
            <a:extLst xmlns:a="http://schemas.openxmlformats.org/drawingml/2006/main">
              <a:ext uri="{FF2B5EF4-FFF2-40B4-BE49-F238E27FC236}">
                <a16:creationId xmlns:a16="http://schemas.microsoft.com/office/drawing/2014/main" id="{A184B113-1CEC-4E98-88E9-477385265578}"/>
              </a:ext>
            </a:extLst>
          </p:cNvPr>
          <p:cNvSpPr>
            <a:spLocks xmlns:a="http://schemas.openxmlformats.org/drawingml/2006/main" noGrp="1"/>
          </p:cNvSpPr>
          <p:nvPr/>
        </p:nvSpPr>
        <p:spPr>
          <a:xfrm xmlns:a="http://schemas.openxmlformats.org/drawingml/2006/main">
            <a:off x="7823200" y="4975820"/>
            <a:ext cx="3556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8" name="Text 36">
            <a:extLst xmlns:a="http://schemas.openxmlformats.org/drawingml/2006/main">
              <a:ext uri="{FF2B5EF4-FFF2-40B4-BE49-F238E27FC236}">
                <a16:creationId xmlns:a16="http://schemas.microsoft.com/office/drawing/2014/main" id="{3B8C08FD-3414-44E9-8455-2F3F891EDA26}"/>
              </a:ext>
            </a:extLst>
          </p:cNvPr>
          <p:cNvSpPr>
            <a:spLocks xmlns:a="http://schemas.openxmlformats.org/drawingml/2006/main" noGrp="1"/>
          </p:cNvSpPr>
          <p:nvPr/>
        </p:nvSpPr>
        <p:spPr>
          <a:xfrm xmlns:a="http://schemas.openxmlformats.org/drawingml/2006/main">
            <a:off x="7823200" y="5042495"/>
            <a:ext cx="725567"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BVS300</a:t>
            </a:r>
            <a:endParaRPr sz="1300"/>
          </a:p>
        </p:txBody>
      </p:sp>
      <p:sp>
        <p:nvSpPr>
          <p:cNvPr id="39" name="Text 37">
            <a:extLst xmlns:a="http://schemas.openxmlformats.org/drawingml/2006/main">
              <a:ext uri="{FF2B5EF4-FFF2-40B4-BE49-F238E27FC236}">
                <a16:creationId xmlns:a16="http://schemas.microsoft.com/office/drawing/2014/main" id="{54C738A0-8767-47A0-8D93-40B8C12F5A44}"/>
              </a:ext>
            </a:extLst>
          </p:cNvPr>
          <p:cNvSpPr>
            <a:spLocks xmlns:a="http://schemas.openxmlformats.org/drawingml/2006/main" noGrp="1"/>
          </p:cNvSpPr>
          <p:nvPr/>
        </p:nvSpPr>
        <p:spPr>
          <a:xfrm xmlns:a="http://schemas.openxmlformats.org/drawingml/2006/main">
            <a:off x="10561717" y="5042495"/>
            <a:ext cx="817483"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11 viajes</a:t>
            </a:r>
            <a:endParaRPr sz="1300"/>
          </a:p>
        </p:txBody>
      </p:sp>
      <p:sp>
        <p:nvSpPr>
          <p:cNvPr id="40" name="Shape 38">
            <a:extLst xmlns:a="http://schemas.openxmlformats.org/drawingml/2006/main">
              <a:ext uri="{FF2B5EF4-FFF2-40B4-BE49-F238E27FC236}">
                <a16:creationId xmlns:a16="http://schemas.microsoft.com/office/drawing/2014/main" id="{D6DDA581-29A6-4429-97A8-DBEB07D9F186}"/>
              </a:ext>
            </a:extLst>
          </p:cNvPr>
          <p:cNvSpPr>
            <a:spLocks xmlns:a="http://schemas.openxmlformats.org/drawingml/2006/main" noGrp="1"/>
          </p:cNvSpPr>
          <p:nvPr/>
        </p:nvSpPr>
        <p:spPr>
          <a:xfrm xmlns:a="http://schemas.openxmlformats.org/drawingml/2006/main">
            <a:off x="7823200" y="5274072"/>
            <a:ext cx="3556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41" name="Text 39">
            <a:extLst xmlns:a="http://schemas.openxmlformats.org/drawingml/2006/main">
              <a:ext uri="{FF2B5EF4-FFF2-40B4-BE49-F238E27FC236}">
                <a16:creationId xmlns:a16="http://schemas.microsoft.com/office/drawing/2014/main" id="{DA509E47-DA95-4BCB-93F4-F8A14ADD63E0}"/>
              </a:ext>
            </a:extLst>
          </p:cNvPr>
          <p:cNvSpPr>
            <a:spLocks xmlns:a="http://schemas.openxmlformats.org/drawingml/2006/main" noGrp="1"/>
          </p:cNvSpPr>
          <p:nvPr/>
        </p:nvSpPr>
        <p:spPr>
          <a:xfrm xmlns:a="http://schemas.openxmlformats.org/drawingml/2006/main">
            <a:off x="7823200" y="5340747"/>
            <a:ext cx="749975"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FDH917</a:t>
            </a:r>
            <a:endParaRPr sz="1300"/>
          </a:p>
        </p:txBody>
      </p:sp>
      <p:sp>
        <p:nvSpPr>
          <p:cNvPr id="42" name="Text 40">
            <a:extLst xmlns:a="http://schemas.openxmlformats.org/drawingml/2006/main">
              <a:ext uri="{FF2B5EF4-FFF2-40B4-BE49-F238E27FC236}">
                <a16:creationId xmlns:a16="http://schemas.microsoft.com/office/drawing/2014/main" id="{5ABB0631-2320-4808-9A39-77749603CD69}"/>
              </a:ext>
            </a:extLst>
          </p:cNvPr>
          <p:cNvSpPr>
            <a:spLocks xmlns:a="http://schemas.openxmlformats.org/drawingml/2006/main" noGrp="1"/>
          </p:cNvSpPr>
          <p:nvPr/>
        </p:nvSpPr>
        <p:spPr>
          <a:xfrm xmlns:a="http://schemas.openxmlformats.org/drawingml/2006/main">
            <a:off x="10561717" y="5340747"/>
            <a:ext cx="817483"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10 viajes</a:t>
            </a:r>
            <a:endParaRPr sz="1300"/>
          </a:p>
        </p:txBody>
      </p:sp>
      <p:sp>
        <p:nvSpPr>
          <p:cNvPr id="43" name="Shape 41">
            <a:extLst xmlns:a="http://schemas.openxmlformats.org/drawingml/2006/main">
              <a:ext uri="{FF2B5EF4-FFF2-40B4-BE49-F238E27FC236}">
                <a16:creationId xmlns:a16="http://schemas.microsoft.com/office/drawing/2014/main" id="{60E89726-77B1-49EF-8138-89D4D6E0FD41}"/>
              </a:ext>
            </a:extLst>
          </p:cNvPr>
          <p:cNvSpPr>
            <a:spLocks xmlns:a="http://schemas.openxmlformats.org/drawingml/2006/main" noGrp="1"/>
          </p:cNvSpPr>
          <p:nvPr/>
        </p:nvSpPr>
        <p:spPr>
          <a:xfrm xmlns:a="http://schemas.openxmlformats.org/drawingml/2006/main">
            <a:off x="7823200" y="5572323"/>
            <a:ext cx="3556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44" name="Text 42">
            <a:extLst xmlns:a="http://schemas.openxmlformats.org/drawingml/2006/main">
              <a:ext uri="{FF2B5EF4-FFF2-40B4-BE49-F238E27FC236}">
                <a16:creationId xmlns:a16="http://schemas.microsoft.com/office/drawing/2014/main" id="{5D3FE446-ECBD-491D-A806-4BB53D73AFB5}"/>
              </a:ext>
            </a:extLst>
          </p:cNvPr>
          <p:cNvSpPr>
            <a:spLocks xmlns:a="http://schemas.openxmlformats.org/drawingml/2006/main" noGrp="1"/>
          </p:cNvSpPr>
          <p:nvPr/>
        </p:nvSpPr>
        <p:spPr>
          <a:xfrm xmlns:a="http://schemas.openxmlformats.org/drawingml/2006/main">
            <a:off x="7823200" y="5638998"/>
            <a:ext cx="730687"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UKL882</a:t>
            </a:r>
            <a:endParaRPr sz="1300"/>
          </a:p>
        </p:txBody>
      </p:sp>
      <p:sp>
        <p:nvSpPr>
          <p:cNvPr id="45" name="Text 43">
            <a:extLst xmlns:a="http://schemas.openxmlformats.org/drawingml/2006/main">
              <a:ext uri="{FF2B5EF4-FFF2-40B4-BE49-F238E27FC236}">
                <a16:creationId xmlns:a16="http://schemas.microsoft.com/office/drawing/2014/main" id="{6F95200D-914A-4D13-B7BF-D0C49CBBD1BA}"/>
              </a:ext>
            </a:extLst>
          </p:cNvPr>
          <p:cNvSpPr>
            <a:spLocks xmlns:a="http://schemas.openxmlformats.org/drawingml/2006/main" noGrp="1"/>
          </p:cNvSpPr>
          <p:nvPr/>
        </p:nvSpPr>
        <p:spPr>
          <a:xfrm xmlns:a="http://schemas.openxmlformats.org/drawingml/2006/main">
            <a:off x="10680541" y="5638998"/>
            <a:ext cx="698659"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9 viajes</a:t>
            </a:r>
            <a:endParaRPr sz="1300"/>
          </a:p>
        </p:txBody>
      </p:sp>
      <p:pic>
        <p:nvPicPr>
          <p:cNvPr id="94" name="Image 0"/>
          <p:cNvPicPr>
            <a:picLocks xmlns:a="http://schemas.openxmlformats.org/drawingml/2006/main" noChangeAspect="1"/>
          </p:cNvPicPr>
          <p:nvPr/>
        </p:nvPicPr>
        <p:blipFill>
          <a:blip xmlns:r="http://schemas.openxmlformats.org/officeDocument/2006/relationships" xmlns:a="http://schemas.openxmlformats.org/drawingml/2006/main" r:embed="R7a7abcf713b4494b"/>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47" name="Text 44">
            <a:extLst xmlns:a="http://schemas.openxmlformats.org/drawingml/2006/main">
              <a:ext uri="{FF2B5EF4-FFF2-40B4-BE49-F238E27FC236}">
                <a16:creationId xmlns:a16="http://schemas.microsoft.com/office/drawing/2014/main" id="{B28CCE81-BC87-4310-AC1D-5BCA46A69B1C}"/>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15</a:t>
            </a:r>
            <a:endParaRPr sz="1200"/>
          </a:p>
        </p:txBody>
      </p:sp>
      <p:pic>
        <p:nvPicPr>
          <p:cNvPr id="96" name="Image 1"/>
          <p:cNvPicPr>
            <a:picLocks xmlns:a="http://schemas.openxmlformats.org/drawingml/2006/main" noChangeAspect="1"/>
          </p:cNvPicPr>
          <p:nvPr/>
        </p:nvPicPr>
        <p:blipFill>
          <a:blip xmlns:r="http://schemas.openxmlformats.org/officeDocument/2006/relationships" xmlns:a="http://schemas.openxmlformats.org/drawingml/2006/main" r:embed="Rfc84f7d3f27c4780"/>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735597734"/>
      </p:ext>
    </p:extLst>
  </p:cSld>
</p:sld>
</file>

<file path=ppt/slides/slide16.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9DBFE68-9824-43FC-897C-D77845527A21}"/>
              </a:ext>
            </a:extLst>
          </p:cNvPr>
          <p:cNvSpPr>
            <a:spLocks xmlns:a="http://schemas.openxmlformats.org/drawingml/2006/main" noGrp="1"/>
          </p:cNvSpPr>
          <p:nvPr/>
        </p:nvSpPr>
        <p:spPr>
          <a:xfrm xmlns:a="http://schemas.openxmlformats.org/drawingml/2006/main">
            <a:off x="812800" y="711200"/>
            <a:ext cx="1893193" cy="289520"/>
          </a:xfrm>
          <a:custGeom xmlns:a="http://schemas.openxmlformats.org/drawingml/2006/main">
            <a:rect l="l" t="t" r="r" b="b"/>
            <a:pathLst>
              <a:path w="1893193" h="289520">
                <a:moveTo>
                  <a:pt x="144760" y="0"/>
                </a:moveTo>
                <a:lnTo>
                  <a:pt x="1748433" y="0"/>
                </a:lnTo>
                <a:arcTo wR="144760" hR="144760" stAng="16200000" swAng="5400000"/>
                <a:lnTo>
                  <a:pt x="1893193"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5E442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PELLET · R30/31/32</a:t>
            </a:r>
            <a:endParaRPr sz="1200"/>
          </a:p>
        </p:txBody>
      </p:sp>
      <p:sp>
        <p:nvSpPr>
          <p:cNvPr id="3" name="Text 1">
            <a:extLst xmlns:a="http://schemas.openxmlformats.org/drawingml/2006/main">
              <a:ext uri="{FF2B5EF4-FFF2-40B4-BE49-F238E27FC236}">
                <a16:creationId xmlns:a16="http://schemas.microsoft.com/office/drawing/2014/main" id="{7C30812E-FEC8-419D-A433-7382307748AC}"/>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Día por día, el ciclo se jugó en Playa OSL</a:t>
            </a:r>
            <a:endParaRPr sz="3200"/>
          </a:p>
        </p:txBody>
      </p:sp>
      <p:sp>
        <p:nvSpPr>
          <p:cNvPr id="4" name="Shape 2">
            <a:extLst xmlns:a="http://schemas.openxmlformats.org/drawingml/2006/main">
              <a:ext uri="{FF2B5EF4-FFF2-40B4-BE49-F238E27FC236}">
                <a16:creationId xmlns:a16="http://schemas.microsoft.com/office/drawing/2014/main" id="{73CA81C2-59C1-4B01-933A-FA6E256A4241}"/>
              </a:ext>
            </a:extLst>
          </p:cNvPr>
          <p:cNvSpPr>
            <a:spLocks xmlns:a="http://schemas.openxmlformats.org/drawingml/2006/main" noGrp="1"/>
          </p:cNvSpPr>
          <p:nvPr/>
        </p:nvSpPr>
        <p:spPr>
          <a:xfrm xmlns:a="http://schemas.openxmlformats.org/drawingml/2006/main">
            <a:off x="815975" y="1730276"/>
            <a:ext cx="2540000" cy="3060402"/>
          </a:xfrm>
          <a:prstGeom xmlns:a="http://schemas.openxmlformats.org/drawingml/2006/main" prst="roundRect">
            <a:avLst>
              <a:gd name="adj" fmla="val 3875"/>
            </a:avLst>
          </a:prstGeom>
          <a:solidFill xmlns:a="http://schemas.openxmlformats.org/drawingml/2006/main">
            <a:srgbClr val="FCFDFB"/>
          </a:solidFill>
          <a:ln xmlns:a="http://schemas.openxmlformats.org/drawingml/2006/main" w="6350">
            <a:solidFill>
              <a:srgbClr val="D3E2D7"/>
            </a:solidFill>
            <a:prstDash val="solid"/>
          </a:ln>
        </p:spPr>
      </p:sp>
      <p:sp>
        <p:nvSpPr>
          <p:cNvPr id="5" name="Text 3">
            <a:extLst xmlns:a="http://schemas.openxmlformats.org/drawingml/2006/main">
              <a:ext uri="{FF2B5EF4-FFF2-40B4-BE49-F238E27FC236}">
                <a16:creationId xmlns:a16="http://schemas.microsoft.com/office/drawing/2014/main" id="{53D228C5-95FA-4F74-88FD-A93166AAF92D}"/>
              </a:ext>
            </a:extLst>
          </p:cNvPr>
          <p:cNvSpPr>
            <a:spLocks xmlns:a="http://schemas.openxmlformats.org/drawingml/2006/main" noGrp="1"/>
          </p:cNvSpPr>
          <p:nvPr/>
        </p:nvSpPr>
        <p:spPr>
          <a:xfrm xmlns:a="http://schemas.openxmlformats.org/drawingml/2006/main">
            <a:off x="984250" y="1885851"/>
            <a:ext cx="2269554"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14281E"/>
                </a:solidFill>
                <a:latin typeface="IBM Plex Sans"/>
                <a:ea typeface="IBM Plex Sans"/>
                <a:cs typeface="IBM Plex Sans"/>
              </a:rPr>
              <a:t>Jue 24</a:t>
            </a:r>
            <a:endParaRPr sz="1500"/>
          </a:p>
        </p:txBody>
      </p:sp>
      <p:sp>
        <p:nvSpPr>
          <p:cNvPr id="6" name="Text 4">
            <a:extLst xmlns:a="http://schemas.openxmlformats.org/drawingml/2006/main">
              <a:ext uri="{FF2B5EF4-FFF2-40B4-BE49-F238E27FC236}">
                <a16:creationId xmlns:a16="http://schemas.microsoft.com/office/drawing/2014/main" id="{71B2E282-B377-479D-9D46-0A96C5C4486D}"/>
              </a:ext>
            </a:extLst>
          </p:cNvPr>
          <p:cNvSpPr>
            <a:spLocks xmlns:a="http://schemas.openxmlformats.org/drawingml/2006/main" noGrp="1"/>
          </p:cNvSpPr>
          <p:nvPr/>
        </p:nvSpPr>
        <p:spPr>
          <a:xfrm xmlns:a="http://schemas.openxmlformats.org/drawingml/2006/main">
            <a:off x="984250" y="2228751"/>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Ciclo</a:t>
            </a:r>
            <a:endParaRPr sz="1200"/>
          </a:p>
        </p:txBody>
      </p:sp>
      <p:sp>
        <p:nvSpPr>
          <p:cNvPr id="7" name="Text 5">
            <a:extLst xmlns:a="http://schemas.openxmlformats.org/drawingml/2006/main">
              <a:ext uri="{FF2B5EF4-FFF2-40B4-BE49-F238E27FC236}">
                <a16:creationId xmlns:a16="http://schemas.microsoft.com/office/drawing/2014/main" id="{8ADA17F6-7210-46A9-AAD6-DB896D129844}"/>
              </a:ext>
            </a:extLst>
          </p:cNvPr>
          <p:cNvSpPr>
            <a:spLocks xmlns:a="http://schemas.openxmlformats.org/drawingml/2006/main" noGrp="1"/>
          </p:cNvSpPr>
          <p:nvPr/>
        </p:nvSpPr>
        <p:spPr>
          <a:xfrm xmlns:a="http://schemas.openxmlformats.org/drawingml/2006/main">
            <a:off x="984250" y="2518271"/>
            <a:ext cx="2269554" cy="425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150"/>
              </a:lnSpc>
              <a:buNone/>
            </a:pPr>
            <a:r>
              <a:rPr sz="3000" b="1">
                <a:solidFill>
                  <a:srgbClr val="5E4428"/>
                </a:solidFill>
                <a:latin typeface="IBM Plex Sans"/>
                <a:ea typeface="IBM Plex Sans"/>
                <a:cs typeface="IBM Plex Sans"/>
              </a:rPr>
              <a:t>289 min</a:t>
            </a:r>
            <a:endParaRPr sz="3000"/>
          </a:p>
        </p:txBody>
      </p:sp>
      <p:sp>
        <p:nvSpPr>
          <p:cNvPr id="8" name="Text 6">
            <a:extLst xmlns:a="http://schemas.openxmlformats.org/drawingml/2006/main">
              <a:ext uri="{FF2B5EF4-FFF2-40B4-BE49-F238E27FC236}">
                <a16:creationId xmlns:a16="http://schemas.microsoft.com/office/drawing/2014/main" id="{7BD4BC15-ED89-4B5E-9878-04B29EA213CD}"/>
              </a:ext>
            </a:extLst>
          </p:cNvPr>
          <p:cNvSpPr>
            <a:spLocks xmlns:a="http://schemas.openxmlformats.org/drawingml/2006/main" noGrp="1"/>
          </p:cNvSpPr>
          <p:nvPr/>
        </p:nvSpPr>
        <p:spPr>
          <a:xfrm xmlns:a="http://schemas.openxmlformats.org/drawingml/2006/main">
            <a:off x="984250" y="2994521"/>
            <a:ext cx="1079996"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0B5638"/>
                </a:solidFill>
                <a:latin typeface="IBM Plex Sans"/>
                <a:ea typeface="IBM Plex Sans"/>
                <a:cs typeface="IBM Plex Sans"/>
              </a:rPr>
              <a:t>Ricardone 145</a:t>
            </a:r>
            <a:endParaRPr sz="1200"/>
          </a:p>
        </p:txBody>
      </p:sp>
      <p:sp>
        <p:nvSpPr>
          <p:cNvPr id="9" name="Text 7">
            <a:extLst xmlns:a="http://schemas.openxmlformats.org/drawingml/2006/main">
              <a:ext uri="{FF2B5EF4-FFF2-40B4-BE49-F238E27FC236}">
                <a16:creationId xmlns:a16="http://schemas.microsoft.com/office/drawing/2014/main" id="{407A4DBE-61B3-42CB-8C0B-5F9FF2837F12}"/>
              </a:ext>
            </a:extLst>
          </p:cNvPr>
          <p:cNvSpPr>
            <a:spLocks xmlns:a="http://schemas.openxmlformats.org/drawingml/2006/main" noGrp="1"/>
          </p:cNvSpPr>
          <p:nvPr/>
        </p:nvSpPr>
        <p:spPr>
          <a:xfrm xmlns:a="http://schemas.openxmlformats.org/drawingml/2006/main">
            <a:off x="2013446" y="2994521"/>
            <a:ext cx="1225054"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2E1B4E"/>
                </a:solidFill>
                <a:latin typeface="IBM Plex Sans"/>
                <a:ea typeface="IBM Plex Sans"/>
                <a:cs typeface="IBM Plex Sans"/>
              </a:rPr>
              <a:t>San Lorenzo 151</a:t>
            </a:r>
            <a:endParaRPr sz="1200"/>
          </a:p>
        </p:txBody>
      </p:sp>
      <p:sp>
        <p:nvSpPr>
          <p:cNvPr id="10" name="Text 8">
            <a:extLst xmlns:a="http://schemas.openxmlformats.org/drawingml/2006/main">
              <a:ext uri="{FF2B5EF4-FFF2-40B4-BE49-F238E27FC236}">
                <a16:creationId xmlns:a16="http://schemas.microsoft.com/office/drawing/2014/main" id="{CA533E50-4AFD-44EC-A2B1-3082795809BD}"/>
              </a:ext>
            </a:extLst>
          </p:cNvPr>
          <p:cNvSpPr>
            <a:spLocks xmlns:a="http://schemas.openxmlformats.org/drawingml/2006/main" noGrp="1"/>
          </p:cNvSpPr>
          <p:nvPr/>
        </p:nvSpPr>
        <p:spPr>
          <a:xfrm xmlns:a="http://schemas.openxmlformats.org/drawingml/2006/main">
            <a:off x="984250" y="3497362"/>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Playa OSL 44 · descarga 80</a:t>
            </a:r>
            <a:endParaRPr sz="1200"/>
          </a:p>
        </p:txBody>
      </p:sp>
      <p:sp>
        <p:nvSpPr>
          <p:cNvPr id="11" name="Shape 9">
            <a:extLst xmlns:a="http://schemas.openxmlformats.org/drawingml/2006/main">
              <a:ext uri="{FF2B5EF4-FFF2-40B4-BE49-F238E27FC236}">
                <a16:creationId xmlns:a16="http://schemas.microsoft.com/office/drawing/2014/main" id="{DDFFFF76-7E7E-4DF7-958F-26552456E110}"/>
              </a:ext>
            </a:extLst>
          </p:cNvPr>
          <p:cNvSpPr>
            <a:spLocks xmlns:a="http://schemas.openxmlformats.org/drawingml/2006/main" noGrp="1"/>
          </p:cNvSpPr>
          <p:nvPr/>
        </p:nvSpPr>
        <p:spPr>
          <a:xfrm xmlns:a="http://schemas.openxmlformats.org/drawingml/2006/main">
            <a:off x="984250" y="378688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12" name="Text 10">
            <a:extLst xmlns:a="http://schemas.openxmlformats.org/drawingml/2006/main">
              <a:ext uri="{FF2B5EF4-FFF2-40B4-BE49-F238E27FC236}">
                <a16:creationId xmlns:a16="http://schemas.microsoft.com/office/drawing/2014/main" id="{72CB5ACD-6072-414A-B958-0B335D625516}"/>
              </a:ext>
            </a:extLst>
          </p:cNvPr>
          <p:cNvSpPr>
            <a:spLocks xmlns:a="http://schemas.openxmlformats.org/drawingml/2006/main" noGrp="1"/>
          </p:cNvSpPr>
          <p:nvPr/>
        </p:nvSpPr>
        <p:spPr>
          <a:xfrm xmlns:a="http://schemas.openxmlformats.org/drawingml/2006/main">
            <a:off x="1119981" y="383768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C8372D"/>
                </a:solidFill>
                <a:latin typeface="IBM Plex Sans"/>
                <a:ea typeface="IBM Plex Sans"/>
                <a:cs typeface="IBM Plex Sans"/>
              </a:rPr>
              <a:t>Q1</a:t>
            </a:r>
            <a:endParaRPr sz="1200"/>
          </a:p>
        </p:txBody>
      </p:sp>
      <p:sp>
        <p:nvSpPr>
          <p:cNvPr id="13" name="Text 11">
            <a:extLst xmlns:a="http://schemas.openxmlformats.org/drawingml/2006/main">
              <a:ext uri="{FF2B5EF4-FFF2-40B4-BE49-F238E27FC236}">
                <a16:creationId xmlns:a16="http://schemas.microsoft.com/office/drawing/2014/main" id="{9769668B-89A9-4EBC-BEB9-AAD455914015}"/>
              </a:ext>
            </a:extLst>
          </p:cNvPr>
          <p:cNvSpPr>
            <a:spLocks xmlns:a="http://schemas.openxmlformats.org/drawingml/2006/main" noGrp="1"/>
          </p:cNvSpPr>
          <p:nvPr/>
        </p:nvSpPr>
        <p:spPr>
          <a:xfrm xmlns:a="http://schemas.openxmlformats.org/drawingml/2006/main">
            <a:off x="1170384" y="4063702"/>
            <a:ext cx="14992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8</a:t>
            </a:r>
            <a:endParaRPr sz="1300"/>
          </a:p>
        </p:txBody>
      </p:sp>
      <p:sp>
        <p:nvSpPr>
          <p:cNvPr id="14" name="Shape 12">
            <a:extLst xmlns:a="http://schemas.openxmlformats.org/drawingml/2006/main">
              <a:ext uri="{FF2B5EF4-FFF2-40B4-BE49-F238E27FC236}">
                <a16:creationId xmlns:a16="http://schemas.microsoft.com/office/drawing/2014/main" id="{3105B222-D67A-42FE-A7CE-55644405F665}"/>
              </a:ext>
            </a:extLst>
          </p:cNvPr>
          <p:cNvSpPr>
            <a:spLocks xmlns:a="http://schemas.openxmlformats.org/drawingml/2006/main" noGrp="1"/>
          </p:cNvSpPr>
          <p:nvPr/>
        </p:nvSpPr>
        <p:spPr>
          <a:xfrm xmlns:a="http://schemas.openxmlformats.org/drawingml/2006/main">
            <a:off x="1544638" y="378688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15" name="Text 13">
            <a:extLst xmlns:a="http://schemas.openxmlformats.org/drawingml/2006/main">
              <a:ext uri="{FF2B5EF4-FFF2-40B4-BE49-F238E27FC236}">
                <a16:creationId xmlns:a16="http://schemas.microsoft.com/office/drawing/2014/main" id="{9228B954-8C01-4EA1-8580-8D5932FAD853}"/>
              </a:ext>
            </a:extLst>
          </p:cNvPr>
          <p:cNvSpPr>
            <a:spLocks xmlns:a="http://schemas.openxmlformats.org/drawingml/2006/main" noGrp="1"/>
          </p:cNvSpPr>
          <p:nvPr/>
        </p:nvSpPr>
        <p:spPr>
          <a:xfrm xmlns:a="http://schemas.openxmlformats.org/drawingml/2006/main">
            <a:off x="1680369" y="383768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C9651A"/>
                </a:solidFill>
                <a:latin typeface="IBM Plex Sans"/>
                <a:ea typeface="IBM Plex Sans"/>
                <a:cs typeface="IBM Plex Sans"/>
              </a:rPr>
              <a:t>Q2</a:t>
            </a:r>
            <a:endParaRPr sz="1200"/>
          </a:p>
        </p:txBody>
      </p:sp>
      <p:sp>
        <p:nvSpPr>
          <p:cNvPr id="16" name="Text 14">
            <a:extLst xmlns:a="http://schemas.openxmlformats.org/drawingml/2006/main">
              <a:ext uri="{FF2B5EF4-FFF2-40B4-BE49-F238E27FC236}">
                <a16:creationId xmlns:a16="http://schemas.microsoft.com/office/drawing/2014/main" id="{7A2C77D8-3F0F-4C67-A287-86127AF95F3A}"/>
              </a:ext>
            </a:extLst>
          </p:cNvPr>
          <p:cNvSpPr>
            <a:spLocks xmlns:a="http://schemas.openxmlformats.org/drawingml/2006/main" noGrp="1"/>
          </p:cNvSpPr>
          <p:nvPr/>
        </p:nvSpPr>
        <p:spPr>
          <a:xfrm xmlns:a="http://schemas.openxmlformats.org/drawingml/2006/main">
            <a:off x="1730772" y="4063702"/>
            <a:ext cx="14992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2</a:t>
            </a:r>
            <a:endParaRPr sz="1300"/>
          </a:p>
        </p:txBody>
      </p:sp>
      <p:sp>
        <p:nvSpPr>
          <p:cNvPr id="17" name="Shape 15">
            <a:extLst xmlns:a="http://schemas.openxmlformats.org/drawingml/2006/main">
              <a:ext uri="{FF2B5EF4-FFF2-40B4-BE49-F238E27FC236}">
                <a16:creationId xmlns:a16="http://schemas.microsoft.com/office/drawing/2014/main" id="{2F8AC396-6557-4430-8E20-13608E03C3F6}"/>
              </a:ext>
            </a:extLst>
          </p:cNvPr>
          <p:cNvSpPr>
            <a:spLocks xmlns:a="http://schemas.openxmlformats.org/drawingml/2006/main" noGrp="1"/>
          </p:cNvSpPr>
          <p:nvPr/>
        </p:nvSpPr>
        <p:spPr>
          <a:xfrm xmlns:a="http://schemas.openxmlformats.org/drawingml/2006/main">
            <a:off x="2105025" y="378688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18" name="Text 16">
            <a:extLst xmlns:a="http://schemas.openxmlformats.org/drawingml/2006/main">
              <a:ext uri="{FF2B5EF4-FFF2-40B4-BE49-F238E27FC236}">
                <a16:creationId xmlns:a16="http://schemas.microsoft.com/office/drawing/2014/main" id="{6752AEEF-D22B-46C8-B663-82D7303B1D86}"/>
              </a:ext>
            </a:extLst>
          </p:cNvPr>
          <p:cNvSpPr>
            <a:spLocks xmlns:a="http://schemas.openxmlformats.org/drawingml/2006/main" noGrp="1"/>
          </p:cNvSpPr>
          <p:nvPr/>
        </p:nvSpPr>
        <p:spPr>
          <a:xfrm xmlns:a="http://schemas.openxmlformats.org/drawingml/2006/main">
            <a:off x="2240756" y="383768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7B1E3A"/>
                </a:solidFill>
                <a:latin typeface="IBM Plex Sans"/>
                <a:ea typeface="IBM Plex Sans"/>
                <a:cs typeface="IBM Plex Sans"/>
              </a:rPr>
              <a:t>Q3</a:t>
            </a:r>
            <a:endParaRPr sz="1200"/>
          </a:p>
        </p:txBody>
      </p:sp>
      <p:sp>
        <p:nvSpPr>
          <p:cNvPr id="19" name="Text 17">
            <a:extLst xmlns:a="http://schemas.openxmlformats.org/drawingml/2006/main">
              <a:ext uri="{FF2B5EF4-FFF2-40B4-BE49-F238E27FC236}">
                <a16:creationId xmlns:a16="http://schemas.microsoft.com/office/drawing/2014/main" id="{A8C8E3DF-B2AB-4261-A6E7-1DA170E80B43}"/>
              </a:ext>
            </a:extLst>
          </p:cNvPr>
          <p:cNvSpPr>
            <a:spLocks xmlns:a="http://schemas.openxmlformats.org/drawingml/2006/main" noGrp="1"/>
          </p:cNvSpPr>
          <p:nvPr/>
        </p:nvSpPr>
        <p:spPr>
          <a:xfrm xmlns:a="http://schemas.openxmlformats.org/drawingml/2006/main">
            <a:off x="2291159" y="4063702"/>
            <a:ext cx="14992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0</a:t>
            </a:r>
            <a:endParaRPr sz="1300"/>
          </a:p>
        </p:txBody>
      </p:sp>
      <p:sp>
        <p:nvSpPr>
          <p:cNvPr id="20" name="Shape 18">
            <a:extLst xmlns:a="http://schemas.openxmlformats.org/drawingml/2006/main">
              <a:ext uri="{FF2B5EF4-FFF2-40B4-BE49-F238E27FC236}">
                <a16:creationId xmlns:a16="http://schemas.microsoft.com/office/drawing/2014/main" id="{2F7F2D08-F984-45A5-9061-7BC509530BE2}"/>
              </a:ext>
            </a:extLst>
          </p:cNvPr>
          <p:cNvSpPr>
            <a:spLocks xmlns:a="http://schemas.openxmlformats.org/drawingml/2006/main" noGrp="1"/>
          </p:cNvSpPr>
          <p:nvPr/>
        </p:nvSpPr>
        <p:spPr>
          <a:xfrm xmlns:a="http://schemas.openxmlformats.org/drawingml/2006/main">
            <a:off x="2665413" y="378688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21" name="Text 19">
            <a:extLst xmlns:a="http://schemas.openxmlformats.org/drawingml/2006/main">
              <a:ext uri="{FF2B5EF4-FFF2-40B4-BE49-F238E27FC236}">
                <a16:creationId xmlns:a16="http://schemas.microsoft.com/office/drawing/2014/main" id="{0ED3E742-5F85-4AD7-BFF3-C2868192D3C8}"/>
              </a:ext>
            </a:extLst>
          </p:cNvPr>
          <p:cNvSpPr>
            <a:spLocks xmlns:a="http://schemas.openxmlformats.org/drawingml/2006/main" noGrp="1"/>
          </p:cNvSpPr>
          <p:nvPr/>
        </p:nvSpPr>
        <p:spPr>
          <a:xfrm xmlns:a="http://schemas.openxmlformats.org/drawingml/2006/main">
            <a:off x="2801144" y="383768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Q4</a:t>
            </a:r>
            <a:endParaRPr sz="1200"/>
          </a:p>
        </p:txBody>
      </p:sp>
      <p:sp>
        <p:nvSpPr>
          <p:cNvPr id="22" name="Text 20">
            <a:extLst xmlns:a="http://schemas.openxmlformats.org/drawingml/2006/main">
              <a:ext uri="{FF2B5EF4-FFF2-40B4-BE49-F238E27FC236}">
                <a16:creationId xmlns:a16="http://schemas.microsoft.com/office/drawing/2014/main" id="{D59E8BDB-005F-4650-A51B-FC7CCDA950C6}"/>
              </a:ext>
            </a:extLst>
          </p:cNvPr>
          <p:cNvSpPr>
            <a:spLocks xmlns:a="http://schemas.openxmlformats.org/drawingml/2006/main" noGrp="1"/>
          </p:cNvSpPr>
          <p:nvPr/>
        </p:nvSpPr>
        <p:spPr>
          <a:xfrm xmlns:a="http://schemas.openxmlformats.org/drawingml/2006/main">
            <a:off x="2802037" y="406370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26</a:t>
            </a:r>
            <a:endParaRPr sz="1300"/>
          </a:p>
        </p:txBody>
      </p:sp>
      <p:sp>
        <p:nvSpPr>
          <p:cNvPr id="23" name="Text 21">
            <a:extLst xmlns:a="http://schemas.openxmlformats.org/drawingml/2006/main">
              <a:ext uri="{FF2B5EF4-FFF2-40B4-BE49-F238E27FC236}">
                <a16:creationId xmlns:a16="http://schemas.microsoft.com/office/drawing/2014/main" id="{A5D60A1B-2AEB-4C08-9D97-8662AEF285A7}"/>
              </a:ext>
            </a:extLst>
          </p:cNvPr>
          <p:cNvSpPr>
            <a:spLocks xmlns:a="http://schemas.openxmlformats.org/drawingml/2006/main" noGrp="1"/>
          </p:cNvSpPr>
          <p:nvPr/>
        </p:nvSpPr>
        <p:spPr>
          <a:xfrm xmlns:a="http://schemas.openxmlformats.org/drawingml/2006/main">
            <a:off x="984250" y="4421783"/>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41 viajes</a:t>
            </a:r>
            <a:endParaRPr sz="1200"/>
          </a:p>
        </p:txBody>
      </p:sp>
      <p:sp>
        <p:nvSpPr>
          <p:cNvPr id="24" name="Shape 22">
            <a:extLst xmlns:a="http://schemas.openxmlformats.org/drawingml/2006/main">
              <a:ext uri="{FF2B5EF4-FFF2-40B4-BE49-F238E27FC236}">
                <a16:creationId xmlns:a16="http://schemas.microsoft.com/office/drawing/2014/main" id="{79F561F3-F5B6-43FA-9B24-CE01A0680F71}"/>
              </a:ext>
            </a:extLst>
          </p:cNvPr>
          <p:cNvSpPr>
            <a:spLocks xmlns:a="http://schemas.openxmlformats.org/drawingml/2006/main" noGrp="1"/>
          </p:cNvSpPr>
          <p:nvPr/>
        </p:nvSpPr>
        <p:spPr>
          <a:xfrm xmlns:a="http://schemas.openxmlformats.org/drawingml/2006/main">
            <a:off x="3489325" y="1730276"/>
            <a:ext cx="2540000" cy="3060402"/>
          </a:xfrm>
          <a:prstGeom xmlns:a="http://schemas.openxmlformats.org/drawingml/2006/main" prst="roundRect">
            <a:avLst>
              <a:gd name="adj" fmla="val 3875"/>
            </a:avLst>
          </a:prstGeom>
          <a:solidFill xmlns:a="http://schemas.openxmlformats.org/drawingml/2006/main">
            <a:srgbClr val="FCFDFB"/>
          </a:solidFill>
          <a:ln xmlns:a="http://schemas.openxmlformats.org/drawingml/2006/main" w="6350">
            <a:solidFill>
              <a:srgbClr val="D3E2D7"/>
            </a:solidFill>
            <a:prstDash val="solid"/>
          </a:ln>
        </p:spPr>
      </p:sp>
      <p:sp>
        <p:nvSpPr>
          <p:cNvPr id="25" name="Text 23">
            <a:extLst xmlns:a="http://schemas.openxmlformats.org/drawingml/2006/main">
              <a:ext uri="{FF2B5EF4-FFF2-40B4-BE49-F238E27FC236}">
                <a16:creationId xmlns:a16="http://schemas.microsoft.com/office/drawing/2014/main" id="{B32ED87C-F184-4F9B-88A4-530B58313BF6}"/>
              </a:ext>
            </a:extLst>
          </p:cNvPr>
          <p:cNvSpPr>
            <a:spLocks xmlns:a="http://schemas.openxmlformats.org/drawingml/2006/main" noGrp="1"/>
          </p:cNvSpPr>
          <p:nvPr/>
        </p:nvSpPr>
        <p:spPr>
          <a:xfrm xmlns:a="http://schemas.openxmlformats.org/drawingml/2006/main">
            <a:off x="3657600" y="1885851"/>
            <a:ext cx="2269554"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14281E"/>
                </a:solidFill>
                <a:latin typeface="IBM Plex Sans"/>
                <a:ea typeface="IBM Plex Sans"/>
                <a:cs typeface="IBM Plex Sans"/>
              </a:rPr>
              <a:t>Vie 25</a:t>
            </a:r>
            <a:endParaRPr sz="1500"/>
          </a:p>
        </p:txBody>
      </p:sp>
      <p:sp>
        <p:nvSpPr>
          <p:cNvPr id="26" name="Text 24">
            <a:extLst xmlns:a="http://schemas.openxmlformats.org/drawingml/2006/main">
              <a:ext uri="{FF2B5EF4-FFF2-40B4-BE49-F238E27FC236}">
                <a16:creationId xmlns:a16="http://schemas.microsoft.com/office/drawing/2014/main" id="{404486F8-BB39-4C82-84C7-55A69E7B302A}"/>
              </a:ext>
            </a:extLst>
          </p:cNvPr>
          <p:cNvSpPr>
            <a:spLocks xmlns:a="http://schemas.openxmlformats.org/drawingml/2006/main" noGrp="1"/>
          </p:cNvSpPr>
          <p:nvPr/>
        </p:nvSpPr>
        <p:spPr>
          <a:xfrm xmlns:a="http://schemas.openxmlformats.org/drawingml/2006/main">
            <a:off x="3657600" y="2228751"/>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Ciclo</a:t>
            </a:r>
            <a:endParaRPr sz="1200"/>
          </a:p>
        </p:txBody>
      </p:sp>
      <p:sp>
        <p:nvSpPr>
          <p:cNvPr id="27" name="Text 25">
            <a:extLst xmlns:a="http://schemas.openxmlformats.org/drawingml/2006/main">
              <a:ext uri="{FF2B5EF4-FFF2-40B4-BE49-F238E27FC236}">
                <a16:creationId xmlns:a16="http://schemas.microsoft.com/office/drawing/2014/main" id="{6A67EE83-EB7D-4307-AF94-CD4279F2C1D5}"/>
              </a:ext>
            </a:extLst>
          </p:cNvPr>
          <p:cNvSpPr>
            <a:spLocks xmlns:a="http://schemas.openxmlformats.org/drawingml/2006/main" noGrp="1"/>
          </p:cNvSpPr>
          <p:nvPr/>
        </p:nvSpPr>
        <p:spPr>
          <a:xfrm xmlns:a="http://schemas.openxmlformats.org/drawingml/2006/main">
            <a:off x="3657600" y="2518271"/>
            <a:ext cx="2269554" cy="425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150"/>
              </a:lnSpc>
              <a:buNone/>
            </a:pPr>
            <a:r>
              <a:rPr sz="3000" b="1">
                <a:solidFill>
                  <a:srgbClr val="5E4428"/>
                </a:solidFill>
                <a:latin typeface="IBM Plex Sans"/>
                <a:ea typeface="IBM Plex Sans"/>
                <a:cs typeface="IBM Plex Sans"/>
              </a:rPr>
              <a:t>312 min</a:t>
            </a:r>
            <a:endParaRPr sz="3000"/>
          </a:p>
        </p:txBody>
      </p:sp>
      <p:sp>
        <p:nvSpPr>
          <p:cNvPr id="28" name="Text 26">
            <a:extLst xmlns:a="http://schemas.openxmlformats.org/drawingml/2006/main">
              <a:ext uri="{FF2B5EF4-FFF2-40B4-BE49-F238E27FC236}">
                <a16:creationId xmlns:a16="http://schemas.microsoft.com/office/drawing/2014/main" id="{AE835D96-0332-4849-8199-381621CED4CC}"/>
              </a:ext>
            </a:extLst>
          </p:cNvPr>
          <p:cNvSpPr>
            <a:spLocks xmlns:a="http://schemas.openxmlformats.org/drawingml/2006/main" noGrp="1"/>
          </p:cNvSpPr>
          <p:nvPr/>
        </p:nvSpPr>
        <p:spPr>
          <a:xfrm xmlns:a="http://schemas.openxmlformats.org/drawingml/2006/main">
            <a:off x="3657600" y="2994521"/>
            <a:ext cx="99754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0B5638"/>
                </a:solidFill>
                <a:latin typeface="IBM Plex Sans"/>
                <a:ea typeface="IBM Plex Sans"/>
                <a:cs typeface="IBM Plex Sans"/>
              </a:rPr>
              <a:t>Ricardone 62</a:t>
            </a:r>
            <a:endParaRPr sz="1200"/>
          </a:p>
        </p:txBody>
      </p:sp>
      <p:sp>
        <p:nvSpPr>
          <p:cNvPr id="29" name="Text 27">
            <a:extLst xmlns:a="http://schemas.openxmlformats.org/drawingml/2006/main">
              <a:ext uri="{FF2B5EF4-FFF2-40B4-BE49-F238E27FC236}">
                <a16:creationId xmlns:a16="http://schemas.microsoft.com/office/drawing/2014/main" id="{3F152281-ADAE-47DD-A8C1-7F58F32B5FDC}"/>
              </a:ext>
            </a:extLst>
          </p:cNvPr>
          <p:cNvSpPr>
            <a:spLocks xmlns:a="http://schemas.openxmlformats.org/drawingml/2006/main" noGrp="1"/>
          </p:cNvSpPr>
          <p:nvPr/>
        </p:nvSpPr>
        <p:spPr>
          <a:xfrm xmlns:a="http://schemas.openxmlformats.org/drawingml/2006/main">
            <a:off x="4625777" y="2994521"/>
            <a:ext cx="123527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2E1B4E"/>
                </a:solidFill>
                <a:latin typeface="IBM Plex Sans"/>
                <a:ea typeface="IBM Plex Sans"/>
                <a:cs typeface="IBM Plex Sans"/>
              </a:rPr>
              <a:t>San Lorenzo 245</a:t>
            </a:r>
            <a:endParaRPr sz="1200"/>
          </a:p>
        </p:txBody>
      </p:sp>
      <p:sp>
        <p:nvSpPr>
          <p:cNvPr id="30" name="Text 28">
            <a:extLst xmlns:a="http://schemas.openxmlformats.org/drawingml/2006/main">
              <a:ext uri="{FF2B5EF4-FFF2-40B4-BE49-F238E27FC236}">
                <a16:creationId xmlns:a16="http://schemas.microsoft.com/office/drawing/2014/main" id="{2679FE0C-F57D-4273-9B18-66D075EC5C03}"/>
              </a:ext>
            </a:extLst>
          </p:cNvPr>
          <p:cNvSpPr>
            <a:spLocks xmlns:a="http://schemas.openxmlformats.org/drawingml/2006/main" noGrp="1"/>
          </p:cNvSpPr>
          <p:nvPr/>
        </p:nvSpPr>
        <p:spPr>
          <a:xfrm xmlns:a="http://schemas.openxmlformats.org/drawingml/2006/main">
            <a:off x="3657600" y="3284041"/>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Playa OSL 173 · descarga 73</a:t>
            </a:r>
            <a:endParaRPr sz="1200"/>
          </a:p>
        </p:txBody>
      </p:sp>
      <p:sp>
        <p:nvSpPr>
          <p:cNvPr id="31" name="Shape 29">
            <a:extLst xmlns:a="http://schemas.openxmlformats.org/drawingml/2006/main">
              <a:ext uri="{FF2B5EF4-FFF2-40B4-BE49-F238E27FC236}">
                <a16:creationId xmlns:a16="http://schemas.microsoft.com/office/drawing/2014/main" id="{16160485-3E7B-4A1D-8425-1E5A160279BA}"/>
              </a:ext>
            </a:extLst>
          </p:cNvPr>
          <p:cNvSpPr>
            <a:spLocks xmlns:a="http://schemas.openxmlformats.org/drawingml/2006/main" noGrp="1"/>
          </p:cNvSpPr>
          <p:nvPr/>
        </p:nvSpPr>
        <p:spPr>
          <a:xfrm xmlns:a="http://schemas.openxmlformats.org/drawingml/2006/main">
            <a:off x="3657600"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32" name="Text 30">
            <a:extLst xmlns:a="http://schemas.openxmlformats.org/drawingml/2006/main">
              <a:ext uri="{FF2B5EF4-FFF2-40B4-BE49-F238E27FC236}">
                <a16:creationId xmlns:a16="http://schemas.microsoft.com/office/drawing/2014/main" id="{A7269139-5910-466C-B5FA-2ACFA96C9DFD}"/>
              </a:ext>
            </a:extLst>
          </p:cNvPr>
          <p:cNvSpPr>
            <a:spLocks xmlns:a="http://schemas.openxmlformats.org/drawingml/2006/main" noGrp="1"/>
          </p:cNvSpPr>
          <p:nvPr/>
        </p:nvSpPr>
        <p:spPr>
          <a:xfrm xmlns:a="http://schemas.openxmlformats.org/drawingml/2006/main">
            <a:off x="3793331"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C8372D"/>
                </a:solidFill>
                <a:latin typeface="IBM Plex Sans"/>
                <a:ea typeface="IBM Plex Sans"/>
                <a:cs typeface="IBM Plex Sans"/>
              </a:rPr>
              <a:t>Q1</a:t>
            </a:r>
            <a:endParaRPr sz="1200"/>
          </a:p>
        </p:txBody>
      </p:sp>
      <p:sp>
        <p:nvSpPr>
          <p:cNvPr id="33" name="Text 31">
            <a:extLst xmlns:a="http://schemas.openxmlformats.org/drawingml/2006/main">
              <a:ext uri="{FF2B5EF4-FFF2-40B4-BE49-F238E27FC236}">
                <a16:creationId xmlns:a16="http://schemas.microsoft.com/office/drawing/2014/main" id="{CD4FF697-E3CA-4F39-B706-850F596E7283}"/>
              </a:ext>
            </a:extLst>
          </p:cNvPr>
          <p:cNvSpPr>
            <a:spLocks xmlns:a="http://schemas.openxmlformats.org/drawingml/2006/main" noGrp="1"/>
          </p:cNvSpPr>
          <p:nvPr/>
        </p:nvSpPr>
        <p:spPr>
          <a:xfrm xmlns:a="http://schemas.openxmlformats.org/drawingml/2006/main">
            <a:off x="3794224" y="385038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21</a:t>
            </a:r>
            <a:endParaRPr sz="1300"/>
          </a:p>
        </p:txBody>
      </p:sp>
      <p:sp>
        <p:nvSpPr>
          <p:cNvPr id="34" name="Shape 32">
            <a:extLst xmlns:a="http://schemas.openxmlformats.org/drawingml/2006/main">
              <a:ext uri="{FF2B5EF4-FFF2-40B4-BE49-F238E27FC236}">
                <a16:creationId xmlns:a16="http://schemas.microsoft.com/office/drawing/2014/main" id="{6D94C4DA-BCF6-40C1-940A-7382616F2C3E}"/>
              </a:ext>
            </a:extLst>
          </p:cNvPr>
          <p:cNvSpPr>
            <a:spLocks xmlns:a="http://schemas.openxmlformats.org/drawingml/2006/main" noGrp="1"/>
          </p:cNvSpPr>
          <p:nvPr/>
        </p:nvSpPr>
        <p:spPr>
          <a:xfrm xmlns:a="http://schemas.openxmlformats.org/drawingml/2006/main">
            <a:off x="4217988"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35" name="Text 33">
            <a:extLst xmlns:a="http://schemas.openxmlformats.org/drawingml/2006/main">
              <a:ext uri="{FF2B5EF4-FFF2-40B4-BE49-F238E27FC236}">
                <a16:creationId xmlns:a16="http://schemas.microsoft.com/office/drawing/2014/main" id="{B79DBC51-2203-4B29-A131-4031587703B0}"/>
              </a:ext>
            </a:extLst>
          </p:cNvPr>
          <p:cNvSpPr>
            <a:spLocks xmlns:a="http://schemas.openxmlformats.org/drawingml/2006/main" noGrp="1"/>
          </p:cNvSpPr>
          <p:nvPr/>
        </p:nvSpPr>
        <p:spPr>
          <a:xfrm xmlns:a="http://schemas.openxmlformats.org/drawingml/2006/main">
            <a:off x="4353719"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C9651A"/>
                </a:solidFill>
                <a:latin typeface="IBM Plex Sans"/>
                <a:ea typeface="IBM Plex Sans"/>
                <a:cs typeface="IBM Plex Sans"/>
              </a:rPr>
              <a:t>Q2</a:t>
            </a:r>
            <a:endParaRPr sz="1200"/>
          </a:p>
        </p:txBody>
      </p:sp>
      <p:sp>
        <p:nvSpPr>
          <p:cNvPr id="36" name="Text 34">
            <a:extLst xmlns:a="http://schemas.openxmlformats.org/drawingml/2006/main">
              <a:ext uri="{FF2B5EF4-FFF2-40B4-BE49-F238E27FC236}">
                <a16:creationId xmlns:a16="http://schemas.microsoft.com/office/drawing/2014/main" id="{172C0A05-9812-444E-AD7C-B2408000F2DA}"/>
              </a:ext>
            </a:extLst>
          </p:cNvPr>
          <p:cNvSpPr>
            <a:spLocks xmlns:a="http://schemas.openxmlformats.org/drawingml/2006/main" noGrp="1"/>
          </p:cNvSpPr>
          <p:nvPr/>
        </p:nvSpPr>
        <p:spPr>
          <a:xfrm xmlns:a="http://schemas.openxmlformats.org/drawingml/2006/main">
            <a:off x="4354612" y="385038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30</a:t>
            </a:r>
            <a:endParaRPr sz="1300"/>
          </a:p>
        </p:txBody>
      </p:sp>
      <p:sp>
        <p:nvSpPr>
          <p:cNvPr id="37" name="Shape 35">
            <a:extLst xmlns:a="http://schemas.openxmlformats.org/drawingml/2006/main">
              <a:ext uri="{FF2B5EF4-FFF2-40B4-BE49-F238E27FC236}">
                <a16:creationId xmlns:a16="http://schemas.microsoft.com/office/drawing/2014/main" id="{2497CA7C-48AB-4D09-9683-B4653AE867B5}"/>
              </a:ext>
            </a:extLst>
          </p:cNvPr>
          <p:cNvSpPr>
            <a:spLocks xmlns:a="http://schemas.openxmlformats.org/drawingml/2006/main" noGrp="1"/>
          </p:cNvSpPr>
          <p:nvPr/>
        </p:nvSpPr>
        <p:spPr>
          <a:xfrm xmlns:a="http://schemas.openxmlformats.org/drawingml/2006/main">
            <a:off x="4778375"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38" name="Text 36">
            <a:extLst xmlns:a="http://schemas.openxmlformats.org/drawingml/2006/main">
              <a:ext uri="{FF2B5EF4-FFF2-40B4-BE49-F238E27FC236}">
                <a16:creationId xmlns:a16="http://schemas.microsoft.com/office/drawing/2014/main" id="{764C76A9-89FC-4FBF-A1F4-92C8F9CB50E9}"/>
              </a:ext>
            </a:extLst>
          </p:cNvPr>
          <p:cNvSpPr>
            <a:spLocks xmlns:a="http://schemas.openxmlformats.org/drawingml/2006/main" noGrp="1"/>
          </p:cNvSpPr>
          <p:nvPr/>
        </p:nvSpPr>
        <p:spPr>
          <a:xfrm xmlns:a="http://schemas.openxmlformats.org/drawingml/2006/main">
            <a:off x="4914106"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7B1E3A"/>
                </a:solidFill>
                <a:latin typeface="IBM Plex Sans"/>
                <a:ea typeface="IBM Plex Sans"/>
                <a:cs typeface="IBM Plex Sans"/>
              </a:rPr>
              <a:t>Q3</a:t>
            </a:r>
            <a:endParaRPr sz="1200"/>
          </a:p>
        </p:txBody>
      </p:sp>
      <p:sp>
        <p:nvSpPr>
          <p:cNvPr id="39" name="Text 37">
            <a:extLst xmlns:a="http://schemas.openxmlformats.org/drawingml/2006/main">
              <a:ext uri="{FF2B5EF4-FFF2-40B4-BE49-F238E27FC236}">
                <a16:creationId xmlns:a16="http://schemas.microsoft.com/office/drawing/2014/main" id="{FD5AD407-B06E-4C8A-806E-7AF598C615CD}"/>
              </a:ext>
            </a:extLst>
          </p:cNvPr>
          <p:cNvSpPr>
            <a:spLocks xmlns:a="http://schemas.openxmlformats.org/drawingml/2006/main" noGrp="1"/>
          </p:cNvSpPr>
          <p:nvPr/>
        </p:nvSpPr>
        <p:spPr>
          <a:xfrm xmlns:a="http://schemas.openxmlformats.org/drawingml/2006/main">
            <a:off x="4964509" y="3850382"/>
            <a:ext cx="14992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2</a:t>
            </a:r>
            <a:endParaRPr sz="1300"/>
          </a:p>
        </p:txBody>
      </p:sp>
      <p:sp>
        <p:nvSpPr>
          <p:cNvPr id="40" name="Shape 38">
            <a:extLst xmlns:a="http://schemas.openxmlformats.org/drawingml/2006/main">
              <a:ext uri="{FF2B5EF4-FFF2-40B4-BE49-F238E27FC236}">
                <a16:creationId xmlns:a16="http://schemas.microsoft.com/office/drawing/2014/main" id="{21AD4626-8458-444D-918B-C2797B33E1B4}"/>
              </a:ext>
            </a:extLst>
          </p:cNvPr>
          <p:cNvSpPr>
            <a:spLocks xmlns:a="http://schemas.openxmlformats.org/drawingml/2006/main" noGrp="1"/>
          </p:cNvSpPr>
          <p:nvPr/>
        </p:nvSpPr>
        <p:spPr>
          <a:xfrm xmlns:a="http://schemas.openxmlformats.org/drawingml/2006/main">
            <a:off x="5338763"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41" name="Text 39">
            <a:extLst xmlns:a="http://schemas.openxmlformats.org/drawingml/2006/main">
              <a:ext uri="{FF2B5EF4-FFF2-40B4-BE49-F238E27FC236}">
                <a16:creationId xmlns:a16="http://schemas.microsoft.com/office/drawing/2014/main" id="{6B6C2780-7B08-4063-9631-8F7A07F5675D}"/>
              </a:ext>
            </a:extLst>
          </p:cNvPr>
          <p:cNvSpPr>
            <a:spLocks xmlns:a="http://schemas.openxmlformats.org/drawingml/2006/main" noGrp="1"/>
          </p:cNvSpPr>
          <p:nvPr/>
        </p:nvSpPr>
        <p:spPr>
          <a:xfrm xmlns:a="http://schemas.openxmlformats.org/drawingml/2006/main">
            <a:off x="5474494"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Q4</a:t>
            </a:r>
            <a:endParaRPr sz="1200"/>
          </a:p>
        </p:txBody>
      </p:sp>
      <p:sp>
        <p:nvSpPr>
          <p:cNvPr id="42" name="Text 40">
            <a:extLst xmlns:a="http://schemas.openxmlformats.org/drawingml/2006/main">
              <a:ext uri="{FF2B5EF4-FFF2-40B4-BE49-F238E27FC236}">
                <a16:creationId xmlns:a16="http://schemas.microsoft.com/office/drawing/2014/main" id="{F24FBD2C-3DB7-4487-9264-FEF69A60C2C5}"/>
              </a:ext>
            </a:extLst>
          </p:cNvPr>
          <p:cNvSpPr>
            <a:spLocks xmlns:a="http://schemas.openxmlformats.org/drawingml/2006/main" noGrp="1"/>
          </p:cNvSpPr>
          <p:nvPr/>
        </p:nvSpPr>
        <p:spPr>
          <a:xfrm xmlns:a="http://schemas.openxmlformats.org/drawingml/2006/main">
            <a:off x="5524897" y="3850382"/>
            <a:ext cx="14992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3</a:t>
            </a:r>
            <a:endParaRPr sz="1300"/>
          </a:p>
        </p:txBody>
      </p:sp>
      <p:sp>
        <p:nvSpPr>
          <p:cNvPr id="43" name="Text 41">
            <a:extLst xmlns:a="http://schemas.openxmlformats.org/drawingml/2006/main">
              <a:ext uri="{FF2B5EF4-FFF2-40B4-BE49-F238E27FC236}">
                <a16:creationId xmlns:a16="http://schemas.microsoft.com/office/drawing/2014/main" id="{2243085D-9E1D-41AE-8ED3-FFE5C82A92D5}"/>
              </a:ext>
            </a:extLst>
          </p:cNvPr>
          <p:cNvSpPr>
            <a:spLocks xmlns:a="http://schemas.openxmlformats.org/drawingml/2006/main" noGrp="1"/>
          </p:cNvSpPr>
          <p:nvPr/>
        </p:nvSpPr>
        <p:spPr>
          <a:xfrm xmlns:a="http://schemas.openxmlformats.org/drawingml/2006/main">
            <a:off x="3657600" y="4208463"/>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70 viajes</a:t>
            </a:r>
            <a:endParaRPr sz="1200"/>
          </a:p>
        </p:txBody>
      </p:sp>
      <p:sp>
        <p:nvSpPr>
          <p:cNvPr id="44" name="Shape 42">
            <a:extLst xmlns:a="http://schemas.openxmlformats.org/drawingml/2006/main">
              <a:ext uri="{FF2B5EF4-FFF2-40B4-BE49-F238E27FC236}">
                <a16:creationId xmlns:a16="http://schemas.microsoft.com/office/drawing/2014/main" id="{AFC510DE-F5C1-4558-AB90-0D6009CFD1DB}"/>
              </a:ext>
            </a:extLst>
          </p:cNvPr>
          <p:cNvSpPr>
            <a:spLocks xmlns:a="http://schemas.openxmlformats.org/drawingml/2006/main" noGrp="1"/>
          </p:cNvSpPr>
          <p:nvPr/>
        </p:nvSpPr>
        <p:spPr>
          <a:xfrm xmlns:a="http://schemas.openxmlformats.org/drawingml/2006/main">
            <a:off x="6162675" y="1730276"/>
            <a:ext cx="2540000" cy="3060402"/>
          </a:xfrm>
          <a:prstGeom xmlns:a="http://schemas.openxmlformats.org/drawingml/2006/main" prst="roundRect">
            <a:avLst>
              <a:gd name="adj" fmla="val 3875"/>
            </a:avLst>
          </a:prstGeom>
          <a:solidFill xmlns:a="http://schemas.openxmlformats.org/drawingml/2006/main">
            <a:srgbClr val="FCFDFB"/>
          </a:solidFill>
          <a:ln xmlns:a="http://schemas.openxmlformats.org/drawingml/2006/main" w="6350">
            <a:solidFill>
              <a:srgbClr val="D3E2D7"/>
            </a:solidFill>
            <a:prstDash val="solid"/>
          </a:ln>
        </p:spPr>
      </p:sp>
      <p:sp>
        <p:nvSpPr>
          <p:cNvPr id="45" name="Text 43">
            <a:extLst xmlns:a="http://schemas.openxmlformats.org/drawingml/2006/main">
              <a:ext uri="{FF2B5EF4-FFF2-40B4-BE49-F238E27FC236}">
                <a16:creationId xmlns:a16="http://schemas.microsoft.com/office/drawing/2014/main" id="{323139C0-BC5B-4F0F-B82B-9EDDE2ED8A50}"/>
              </a:ext>
            </a:extLst>
          </p:cNvPr>
          <p:cNvSpPr>
            <a:spLocks xmlns:a="http://schemas.openxmlformats.org/drawingml/2006/main" noGrp="1"/>
          </p:cNvSpPr>
          <p:nvPr/>
        </p:nvSpPr>
        <p:spPr>
          <a:xfrm xmlns:a="http://schemas.openxmlformats.org/drawingml/2006/main">
            <a:off x="6330950" y="1885851"/>
            <a:ext cx="2269554"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14281E"/>
                </a:solidFill>
                <a:latin typeface="IBM Plex Sans"/>
                <a:ea typeface="IBM Plex Sans"/>
                <a:cs typeface="IBM Plex Sans"/>
              </a:rPr>
              <a:t>Sáb 26</a:t>
            </a:r>
            <a:endParaRPr sz="1500"/>
          </a:p>
        </p:txBody>
      </p:sp>
      <p:sp>
        <p:nvSpPr>
          <p:cNvPr id="46" name="Text 44">
            <a:extLst xmlns:a="http://schemas.openxmlformats.org/drawingml/2006/main">
              <a:ext uri="{FF2B5EF4-FFF2-40B4-BE49-F238E27FC236}">
                <a16:creationId xmlns:a16="http://schemas.microsoft.com/office/drawing/2014/main" id="{0CA864D2-AB9F-4865-AE14-61D67B571252}"/>
              </a:ext>
            </a:extLst>
          </p:cNvPr>
          <p:cNvSpPr>
            <a:spLocks xmlns:a="http://schemas.openxmlformats.org/drawingml/2006/main" noGrp="1"/>
          </p:cNvSpPr>
          <p:nvPr/>
        </p:nvSpPr>
        <p:spPr>
          <a:xfrm xmlns:a="http://schemas.openxmlformats.org/drawingml/2006/main">
            <a:off x="6330950" y="2228751"/>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Ciclo</a:t>
            </a:r>
            <a:endParaRPr sz="1200"/>
          </a:p>
        </p:txBody>
      </p:sp>
      <p:sp>
        <p:nvSpPr>
          <p:cNvPr id="47" name="Text 45">
            <a:extLst xmlns:a="http://schemas.openxmlformats.org/drawingml/2006/main">
              <a:ext uri="{FF2B5EF4-FFF2-40B4-BE49-F238E27FC236}">
                <a16:creationId xmlns:a16="http://schemas.microsoft.com/office/drawing/2014/main" id="{34FBABD3-943E-406F-8E8B-864212408F61}"/>
              </a:ext>
            </a:extLst>
          </p:cNvPr>
          <p:cNvSpPr>
            <a:spLocks xmlns:a="http://schemas.openxmlformats.org/drawingml/2006/main" noGrp="1"/>
          </p:cNvSpPr>
          <p:nvPr/>
        </p:nvSpPr>
        <p:spPr>
          <a:xfrm xmlns:a="http://schemas.openxmlformats.org/drawingml/2006/main">
            <a:off x="6330950" y="2518271"/>
            <a:ext cx="2269554" cy="425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150"/>
              </a:lnSpc>
              <a:buNone/>
            </a:pPr>
            <a:r>
              <a:rPr sz="3000" b="1">
                <a:solidFill>
                  <a:srgbClr val="5E4428"/>
                </a:solidFill>
                <a:latin typeface="IBM Plex Sans"/>
                <a:ea typeface="IBM Plex Sans"/>
                <a:cs typeface="IBM Plex Sans"/>
              </a:rPr>
              <a:t>232 min</a:t>
            </a:r>
            <a:endParaRPr sz="3000"/>
          </a:p>
        </p:txBody>
      </p:sp>
      <p:sp>
        <p:nvSpPr>
          <p:cNvPr id="48" name="Text 46">
            <a:extLst xmlns:a="http://schemas.openxmlformats.org/drawingml/2006/main">
              <a:ext uri="{FF2B5EF4-FFF2-40B4-BE49-F238E27FC236}">
                <a16:creationId xmlns:a16="http://schemas.microsoft.com/office/drawing/2014/main" id="{8FC02B23-791C-40B3-82C6-4BC1B0743B3A}"/>
              </a:ext>
            </a:extLst>
          </p:cNvPr>
          <p:cNvSpPr>
            <a:spLocks xmlns:a="http://schemas.openxmlformats.org/drawingml/2006/main" noGrp="1"/>
          </p:cNvSpPr>
          <p:nvPr/>
        </p:nvSpPr>
        <p:spPr>
          <a:xfrm xmlns:a="http://schemas.openxmlformats.org/drawingml/2006/main">
            <a:off x="6330950" y="2994521"/>
            <a:ext cx="99754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0B5638"/>
                </a:solidFill>
                <a:latin typeface="IBM Plex Sans"/>
                <a:ea typeface="IBM Plex Sans"/>
                <a:cs typeface="IBM Plex Sans"/>
              </a:rPr>
              <a:t>Ricardone 93</a:t>
            </a:r>
            <a:endParaRPr sz="1200"/>
          </a:p>
        </p:txBody>
      </p:sp>
      <p:sp>
        <p:nvSpPr>
          <p:cNvPr id="49" name="Text 47">
            <a:extLst xmlns:a="http://schemas.openxmlformats.org/drawingml/2006/main">
              <a:ext uri="{FF2B5EF4-FFF2-40B4-BE49-F238E27FC236}">
                <a16:creationId xmlns:a16="http://schemas.microsoft.com/office/drawing/2014/main" id="{0B2FBFDE-4D56-4C28-A1D8-7CB618400B18}"/>
              </a:ext>
            </a:extLst>
          </p:cNvPr>
          <p:cNvSpPr>
            <a:spLocks xmlns:a="http://schemas.openxmlformats.org/drawingml/2006/main" noGrp="1"/>
          </p:cNvSpPr>
          <p:nvPr/>
        </p:nvSpPr>
        <p:spPr>
          <a:xfrm xmlns:a="http://schemas.openxmlformats.org/drawingml/2006/main">
            <a:off x="7299127" y="2994521"/>
            <a:ext cx="123527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2E1B4E"/>
                </a:solidFill>
                <a:latin typeface="IBM Plex Sans"/>
                <a:ea typeface="IBM Plex Sans"/>
                <a:cs typeface="IBM Plex Sans"/>
              </a:rPr>
              <a:t>San Lorenzo 122</a:t>
            </a:r>
            <a:endParaRPr sz="1200"/>
          </a:p>
        </p:txBody>
      </p:sp>
      <p:sp>
        <p:nvSpPr>
          <p:cNvPr id="50" name="Text 48">
            <a:extLst xmlns:a="http://schemas.openxmlformats.org/drawingml/2006/main">
              <a:ext uri="{FF2B5EF4-FFF2-40B4-BE49-F238E27FC236}">
                <a16:creationId xmlns:a16="http://schemas.microsoft.com/office/drawing/2014/main" id="{CE293FC3-796C-4686-9D34-84E5DA688472}"/>
              </a:ext>
            </a:extLst>
          </p:cNvPr>
          <p:cNvSpPr>
            <a:spLocks xmlns:a="http://schemas.openxmlformats.org/drawingml/2006/main" noGrp="1"/>
          </p:cNvSpPr>
          <p:nvPr/>
        </p:nvSpPr>
        <p:spPr>
          <a:xfrm xmlns:a="http://schemas.openxmlformats.org/drawingml/2006/main">
            <a:off x="6330950" y="3284041"/>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Playa OSL 20 · descarga 82</a:t>
            </a:r>
            <a:endParaRPr sz="1200"/>
          </a:p>
        </p:txBody>
      </p:sp>
      <p:sp>
        <p:nvSpPr>
          <p:cNvPr id="51" name="Shape 49">
            <a:extLst xmlns:a="http://schemas.openxmlformats.org/drawingml/2006/main">
              <a:ext uri="{FF2B5EF4-FFF2-40B4-BE49-F238E27FC236}">
                <a16:creationId xmlns:a16="http://schemas.microsoft.com/office/drawing/2014/main" id="{A8DEA900-17CE-431C-B4C2-0F687730401D}"/>
              </a:ext>
            </a:extLst>
          </p:cNvPr>
          <p:cNvSpPr>
            <a:spLocks xmlns:a="http://schemas.openxmlformats.org/drawingml/2006/main" noGrp="1"/>
          </p:cNvSpPr>
          <p:nvPr/>
        </p:nvSpPr>
        <p:spPr>
          <a:xfrm xmlns:a="http://schemas.openxmlformats.org/drawingml/2006/main">
            <a:off x="6330950"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52" name="Text 50">
            <a:extLst xmlns:a="http://schemas.openxmlformats.org/drawingml/2006/main">
              <a:ext uri="{FF2B5EF4-FFF2-40B4-BE49-F238E27FC236}">
                <a16:creationId xmlns:a16="http://schemas.microsoft.com/office/drawing/2014/main" id="{F771DBEC-90AB-440A-B17A-022AF5117EA6}"/>
              </a:ext>
            </a:extLst>
          </p:cNvPr>
          <p:cNvSpPr>
            <a:spLocks xmlns:a="http://schemas.openxmlformats.org/drawingml/2006/main" noGrp="1"/>
          </p:cNvSpPr>
          <p:nvPr/>
        </p:nvSpPr>
        <p:spPr>
          <a:xfrm xmlns:a="http://schemas.openxmlformats.org/drawingml/2006/main">
            <a:off x="6466681"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C8372D"/>
                </a:solidFill>
                <a:latin typeface="IBM Plex Sans"/>
                <a:ea typeface="IBM Plex Sans"/>
                <a:cs typeface="IBM Plex Sans"/>
              </a:rPr>
              <a:t>Q1</a:t>
            </a:r>
            <a:endParaRPr sz="1200"/>
          </a:p>
        </p:txBody>
      </p:sp>
      <p:sp>
        <p:nvSpPr>
          <p:cNvPr id="53" name="Text 51">
            <a:extLst xmlns:a="http://schemas.openxmlformats.org/drawingml/2006/main">
              <a:ext uri="{FF2B5EF4-FFF2-40B4-BE49-F238E27FC236}">
                <a16:creationId xmlns:a16="http://schemas.microsoft.com/office/drawing/2014/main" id="{865598EE-C086-4C0D-8A15-38C451CCE033}"/>
              </a:ext>
            </a:extLst>
          </p:cNvPr>
          <p:cNvSpPr>
            <a:spLocks xmlns:a="http://schemas.openxmlformats.org/drawingml/2006/main" noGrp="1"/>
          </p:cNvSpPr>
          <p:nvPr/>
        </p:nvSpPr>
        <p:spPr>
          <a:xfrm xmlns:a="http://schemas.openxmlformats.org/drawingml/2006/main">
            <a:off x="6517084" y="3850382"/>
            <a:ext cx="14992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2</a:t>
            </a:r>
            <a:endParaRPr sz="1300"/>
          </a:p>
        </p:txBody>
      </p:sp>
      <p:sp>
        <p:nvSpPr>
          <p:cNvPr id="54" name="Shape 52">
            <a:extLst xmlns:a="http://schemas.openxmlformats.org/drawingml/2006/main">
              <a:ext uri="{FF2B5EF4-FFF2-40B4-BE49-F238E27FC236}">
                <a16:creationId xmlns:a16="http://schemas.microsoft.com/office/drawing/2014/main" id="{02480E6B-C03C-4E83-B7A4-84C261F66283}"/>
              </a:ext>
            </a:extLst>
          </p:cNvPr>
          <p:cNvSpPr>
            <a:spLocks xmlns:a="http://schemas.openxmlformats.org/drawingml/2006/main" noGrp="1"/>
          </p:cNvSpPr>
          <p:nvPr/>
        </p:nvSpPr>
        <p:spPr>
          <a:xfrm xmlns:a="http://schemas.openxmlformats.org/drawingml/2006/main">
            <a:off x="6891338"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55" name="Text 53">
            <a:extLst xmlns:a="http://schemas.openxmlformats.org/drawingml/2006/main">
              <a:ext uri="{FF2B5EF4-FFF2-40B4-BE49-F238E27FC236}">
                <a16:creationId xmlns:a16="http://schemas.microsoft.com/office/drawing/2014/main" id="{DE6667B0-3B99-4F0B-92D8-83DB548B13BF}"/>
              </a:ext>
            </a:extLst>
          </p:cNvPr>
          <p:cNvSpPr>
            <a:spLocks xmlns:a="http://schemas.openxmlformats.org/drawingml/2006/main" noGrp="1"/>
          </p:cNvSpPr>
          <p:nvPr/>
        </p:nvSpPr>
        <p:spPr>
          <a:xfrm xmlns:a="http://schemas.openxmlformats.org/drawingml/2006/main">
            <a:off x="7027069"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C9651A"/>
                </a:solidFill>
                <a:latin typeface="IBM Plex Sans"/>
                <a:ea typeface="IBM Plex Sans"/>
                <a:cs typeface="IBM Plex Sans"/>
              </a:rPr>
              <a:t>Q2</a:t>
            </a:r>
            <a:endParaRPr sz="1200"/>
          </a:p>
        </p:txBody>
      </p:sp>
      <p:sp>
        <p:nvSpPr>
          <p:cNvPr id="56" name="Text 54">
            <a:extLst xmlns:a="http://schemas.openxmlformats.org/drawingml/2006/main">
              <a:ext uri="{FF2B5EF4-FFF2-40B4-BE49-F238E27FC236}">
                <a16:creationId xmlns:a16="http://schemas.microsoft.com/office/drawing/2014/main" id="{0FC55594-62F8-41B7-8AF0-A44EBEA92CEA}"/>
              </a:ext>
            </a:extLst>
          </p:cNvPr>
          <p:cNvSpPr>
            <a:spLocks xmlns:a="http://schemas.openxmlformats.org/drawingml/2006/main" noGrp="1"/>
          </p:cNvSpPr>
          <p:nvPr/>
        </p:nvSpPr>
        <p:spPr>
          <a:xfrm xmlns:a="http://schemas.openxmlformats.org/drawingml/2006/main">
            <a:off x="7027962" y="385038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33</a:t>
            </a:r>
            <a:endParaRPr sz="1300"/>
          </a:p>
        </p:txBody>
      </p:sp>
      <p:sp>
        <p:nvSpPr>
          <p:cNvPr id="57" name="Shape 55">
            <a:extLst xmlns:a="http://schemas.openxmlformats.org/drawingml/2006/main">
              <a:ext uri="{FF2B5EF4-FFF2-40B4-BE49-F238E27FC236}">
                <a16:creationId xmlns:a16="http://schemas.microsoft.com/office/drawing/2014/main" id="{82BADD2A-C527-4E38-8DE7-ABCD85E9A9A2}"/>
              </a:ext>
            </a:extLst>
          </p:cNvPr>
          <p:cNvSpPr>
            <a:spLocks xmlns:a="http://schemas.openxmlformats.org/drawingml/2006/main" noGrp="1"/>
          </p:cNvSpPr>
          <p:nvPr/>
        </p:nvSpPr>
        <p:spPr>
          <a:xfrm xmlns:a="http://schemas.openxmlformats.org/drawingml/2006/main">
            <a:off x="7451725"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58" name="Text 56">
            <a:extLst xmlns:a="http://schemas.openxmlformats.org/drawingml/2006/main">
              <a:ext uri="{FF2B5EF4-FFF2-40B4-BE49-F238E27FC236}">
                <a16:creationId xmlns:a16="http://schemas.microsoft.com/office/drawing/2014/main" id="{2940BB03-B195-4B29-A125-D5125EF9186E}"/>
              </a:ext>
            </a:extLst>
          </p:cNvPr>
          <p:cNvSpPr>
            <a:spLocks xmlns:a="http://schemas.openxmlformats.org/drawingml/2006/main" noGrp="1"/>
          </p:cNvSpPr>
          <p:nvPr/>
        </p:nvSpPr>
        <p:spPr>
          <a:xfrm xmlns:a="http://schemas.openxmlformats.org/drawingml/2006/main">
            <a:off x="7587456"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7B1E3A"/>
                </a:solidFill>
                <a:latin typeface="IBM Plex Sans"/>
                <a:ea typeface="IBM Plex Sans"/>
                <a:cs typeface="IBM Plex Sans"/>
              </a:rPr>
              <a:t>Q3</a:t>
            </a:r>
            <a:endParaRPr sz="1200"/>
          </a:p>
        </p:txBody>
      </p:sp>
      <p:sp>
        <p:nvSpPr>
          <p:cNvPr id="59" name="Text 57">
            <a:extLst xmlns:a="http://schemas.openxmlformats.org/drawingml/2006/main">
              <a:ext uri="{FF2B5EF4-FFF2-40B4-BE49-F238E27FC236}">
                <a16:creationId xmlns:a16="http://schemas.microsoft.com/office/drawing/2014/main" id="{F76706DA-0C38-44C2-9630-70269272E513}"/>
              </a:ext>
            </a:extLst>
          </p:cNvPr>
          <p:cNvSpPr>
            <a:spLocks xmlns:a="http://schemas.openxmlformats.org/drawingml/2006/main" noGrp="1"/>
          </p:cNvSpPr>
          <p:nvPr/>
        </p:nvSpPr>
        <p:spPr>
          <a:xfrm xmlns:a="http://schemas.openxmlformats.org/drawingml/2006/main">
            <a:off x="7588349" y="385038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36</a:t>
            </a:r>
            <a:endParaRPr sz="1300"/>
          </a:p>
        </p:txBody>
      </p:sp>
      <p:sp>
        <p:nvSpPr>
          <p:cNvPr id="60" name="Shape 58">
            <a:extLst xmlns:a="http://schemas.openxmlformats.org/drawingml/2006/main">
              <a:ext uri="{FF2B5EF4-FFF2-40B4-BE49-F238E27FC236}">
                <a16:creationId xmlns:a16="http://schemas.microsoft.com/office/drawing/2014/main" id="{155E6873-6BBB-4AFE-A981-0CA0DEC78908}"/>
              </a:ext>
            </a:extLst>
          </p:cNvPr>
          <p:cNvSpPr>
            <a:spLocks xmlns:a="http://schemas.openxmlformats.org/drawingml/2006/main" noGrp="1"/>
          </p:cNvSpPr>
          <p:nvPr/>
        </p:nvSpPr>
        <p:spPr>
          <a:xfrm xmlns:a="http://schemas.openxmlformats.org/drawingml/2006/main">
            <a:off x="8012113"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61" name="Text 59">
            <a:extLst xmlns:a="http://schemas.openxmlformats.org/drawingml/2006/main">
              <a:ext uri="{FF2B5EF4-FFF2-40B4-BE49-F238E27FC236}">
                <a16:creationId xmlns:a16="http://schemas.microsoft.com/office/drawing/2014/main" id="{EFAB65EC-3C12-4C0C-AB2C-1842C9DE61A9}"/>
              </a:ext>
            </a:extLst>
          </p:cNvPr>
          <p:cNvSpPr>
            <a:spLocks xmlns:a="http://schemas.openxmlformats.org/drawingml/2006/main" noGrp="1"/>
          </p:cNvSpPr>
          <p:nvPr/>
        </p:nvSpPr>
        <p:spPr>
          <a:xfrm xmlns:a="http://schemas.openxmlformats.org/drawingml/2006/main">
            <a:off x="8147844"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Q4</a:t>
            </a:r>
            <a:endParaRPr sz="1200"/>
          </a:p>
        </p:txBody>
      </p:sp>
      <p:sp>
        <p:nvSpPr>
          <p:cNvPr id="62" name="Text 60">
            <a:extLst xmlns:a="http://schemas.openxmlformats.org/drawingml/2006/main">
              <a:ext uri="{FF2B5EF4-FFF2-40B4-BE49-F238E27FC236}">
                <a16:creationId xmlns:a16="http://schemas.microsoft.com/office/drawing/2014/main" id="{7CD69A80-46F3-4983-A503-18372D086973}"/>
              </a:ext>
            </a:extLst>
          </p:cNvPr>
          <p:cNvSpPr>
            <a:spLocks xmlns:a="http://schemas.openxmlformats.org/drawingml/2006/main" noGrp="1"/>
          </p:cNvSpPr>
          <p:nvPr/>
        </p:nvSpPr>
        <p:spPr>
          <a:xfrm xmlns:a="http://schemas.openxmlformats.org/drawingml/2006/main">
            <a:off x="8148737" y="385038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13</a:t>
            </a:r>
            <a:endParaRPr sz="1300"/>
          </a:p>
        </p:txBody>
      </p:sp>
      <p:sp>
        <p:nvSpPr>
          <p:cNvPr id="63" name="Text 61">
            <a:extLst xmlns:a="http://schemas.openxmlformats.org/drawingml/2006/main">
              <a:ext uri="{FF2B5EF4-FFF2-40B4-BE49-F238E27FC236}">
                <a16:creationId xmlns:a16="http://schemas.microsoft.com/office/drawing/2014/main" id="{61B75ECB-AFC6-4A61-84D7-3CAF13940BC4}"/>
              </a:ext>
            </a:extLst>
          </p:cNvPr>
          <p:cNvSpPr>
            <a:spLocks xmlns:a="http://schemas.openxmlformats.org/drawingml/2006/main" noGrp="1"/>
          </p:cNvSpPr>
          <p:nvPr/>
        </p:nvSpPr>
        <p:spPr>
          <a:xfrm xmlns:a="http://schemas.openxmlformats.org/drawingml/2006/main">
            <a:off x="6330950" y="4208463"/>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90 viajes</a:t>
            </a:r>
            <a:endParaRPr sz="1200"/>
          </a:p>
        </p:txBody>
      </p:sp>
      <p:sp>
        <p:nvSpPr>
          <p:cNvPr id="64" name="Shape 62">
            <a:extLst xmlns:a="http://schemas.openxmlformats.org/drawingml/2006/main">
              <a:ext uri="{FF2B5EF4-FFF2-40B4-BE49-F238E27FC236}">
                <a16:creationId xmlns:a16="http://schemas.microsoft.com/office/drawing/2014/main" id="{795FB219-CB5B-4701-A100-61C7EB525BC0}"/>
              </a:ext>
            </a:extLst>
          </p:cNvPr>
          <p:cNvSpPr>
            <a:spLocks xmlns:a="http://schemas.openxmlformats.org/drawingml/2006/main" noGrp="1"/>
          </p:cNvSpPr>
          <p:nvPr/>
        </p:nvSpPr>
        <p:spPr>
          <a:xfrm xmlns:a="http://schemas.openxmlformats.org/drawingml/2006/main">
            <a:off x="8836025" y="1730276"/>
            <a:ext cx="2540000" cy="3060402"/>
          </a:xfrm>
          <a:prstGeom xmlns:a="http://schemas.openxmlformats.org/drawingml/2006/main" prst="roundRect">
            <a:avLst>
              <a:gd name="adj" fmla="val 3875"/>
            </a:avLst>
          </a:prstGeom>
          <a:solidFill xmlns:a="http://schemas.openxmlformats.org/drawingml/2006/main">
            <a:srgbClr val="FCFDFB"/>
          </a:solidFill>
          <a:ln xmlns:a="http://schemas.openxmlformats.org/drawingml/2006/main" w="6350">
            <a:solidFill>
              <a:srgbClr val="D3E2D7"/>
            </a:solidFill>
            <a:prstDash val="solid"/>
          </a:ln>
        </p:spPr>
      </p:sp>
      <p:sp>
        <p:nvSpPr>
          <p:cNvPr id="65" name="Text 63">
            <a:extLst xmlns:a="http://schemas.openxmlformats.org/drawingml/2006/main">
              <a:ext uri="{FF2B5EF4-FFF2-40B4-BE49-F238E27FC236}">
                <a16:creationId xmlns:a16="http://schemas.microsoft.com/office/drawing/2014/main" id="{97DC45AB-8130-488B-8D8C-359301DFF629}"/>
              </a:ext>
            </a:extLst>
          </p:cNvPr>
          <p:cNvSpPr>
            <a:spLocks xmlns:a="http://schemas.openxmlformats.org/drawingml/2006/main" noGrp="1"/>
          </p:cNvSpPr>
          <p:nvPr/>
        </p:nvSpPr>
        <p:spPr>
          <a:xfrm xmlns:a="http://schemas.openxmlformats.org/drawingml/2006/main">
            <a:off x="9004300" y="1885851"/>
            <a:ext cx="2269554"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14281E"/>
                </a:solidFill>
                <a:latin typeface="IBM Plex Sans"/>
                <a:ea typeface="IBM Plex Sans"/>
                <a:cs typeface="IBM Plex Sans"/>
              </a:rPr>
              <a:t>Mié 30</a:t>
            </a:r>
            <a:endParaRPr sz="1500"/>
          </a:p>
        </p:txBody>
      </p:sp>
      <p:sp>
        <p:nvSpPr>
          <p:cNvPr id="66" name="Text 64">
            <a:extLst xmlns:a="http://schemas.openxmlformats.org/drawingml/2006/main">
              <a:ext uri="{FF2B5EF4-FFF2-40B4-BE49-F238E27FC236}">
                <a16:creationId xmlns:a16="http://schemas.microsoft.com/office/drawing/2014/main" id="{900A87F6-5B35-4825-BCB9-D560D9E1FC5D}"/>
              </a:ext>
            </a:extLst>
          </p:cNvPr>
          <p:cNvSpPr>
            <a:spLocks xmlns:a="http://schemas.openxmlformats.org/drawingml/2006/main" noGrp="1"/>
          </p:cNvSpPr>
          <p:nvPr/>
        </p:nvSpPr>
        <p:spPr>
          <a:xfrm xmlns:a="http://schemas.openxmlformats.org/drawingml/2006/main">
            <a:off x="9004300" y="2228751"/>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Ciclo</a:t>
            </a:r>
            <a:endParaRPr sz="1200"/>
          </a:p>
        </p:txBody>
      </p:sp>
      <p:sp>
        <p:nvSpPr>
          <p:cNvPr id="67" name="Text 65">
            <a:extLst xmlns:a="http://schemas.openxmlformats.org/drawingml/2006/main">
              <a:ext uri="{FF2B5EF4-FFF2-40B4-BE49-F238E27FC236}">
                <a16:creationId xmlns:a16="http://schemas.microsoft.com/office/drawing/2014/main" id="{B8A77535-28DD-41D0-BE2C-5EE18FBA00A9}"/>
              </a:ext>
            </a:extLst>
          </p:cNvPr>
          <p:cNvSpPr>
            <a:spLocks xmlns:a="http://schemas.openxmlformats.org/drawingml/2006/main" noGrp="1"/>
          </p:cNvSpPr>
          <p:nvPr/>
        </p:nvSpPr>
        <p:spPr>
          <a:xfrm xmlns:a="http://schemas.openxmlformats.org/drawingml/2006/main">
            <a:off x="9004300" y="2518271"/>
            <a:ext cx="2269554" cy="425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150"/>
              </a:lnSpc>
              <a:buNone/>
            </a:pPr>
            <a:r>
              <a:rPr sz="3000" b="1">
                <a:solidFill>
                  <a:srgbClr val="5E4428"/>
                </a:solidFill>
                <a:latin typeface="IBM Plex Sans"/>
                <a:ea typeface="IBM Plex Sans"/>
                <a:cs typeface="IBM Plex Sans"/>
              </a:rPr>
              <a:t>311 min</a:t>
            </a:r>
            <a:endParaRPr sz="3000"/>
          </a:p>
        </p:txBody>
      </p:sp>
      <p:sp>
        <p:nvSpPr>
          <p:cNvPr id="68" name="Text 66">
            <a:extLst xmlns:a="http://schemas.openxmlformats.org/drawingml/2006/main">
              <a:ext uri="{FF2B5EF4-FFF2-40B4-BE49-F238E27FC236}">
                <a16:creationId xmlns:a16="http://schemas.microsoft.com/office/drawing/2014/main" id="{39F72400-8478-4435-A220-9D448EE4E72B}"/>
              </a:ext>
            </a:extLst>
          </p:cNvPr>
          <p:cNvSpPr>
            <a:spLocks xmlns:a="http://schemas.openxmlformats.org/drawingml/2006/main" noGrp="1"/>
          </p:cNvSpPr>
          <p:nvPr/>
        </p:nvSpPr>
        <p:spPr>
          <a:xfrm xmlns:a="http://schemas.openxmlformats.org/drawingml/2006/main">
            <a:off x="9004300" y="2994521"/>
            <a:ext cx="99754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0B5638"/>
                </a:solidFill>
                <a:latin typeface="IBM Plex Sans"/>
                <a:ea typeface="IBM Plex Sans"/>
                <a:cs typeface="IBM Plex Sans"/>
              </a:rPr>
              <a:t>Ricardone 86</a:t>
            </a:r>
            <a:endParaRPr sz="1200"/>
          </a:p>
        </p:txBody>
      </p:sp>
      <p:sp>
        <p:nvSpPr>
          <p:cNvPr id="69" name="Text 67">
            <a:extLst xmlns:a="http://schemas.openxmlformats.org/drawingml/2006/main">
              <a:ext uri="{FF2B5EF4-FFF2-40B4-BE49-F238E27FC236}">
                <a16:creationId xmlns:a16="http://schemas.microsoft.com/office/drawing/2014/main" id="{C551784D-3316-47D6-97AB-4E36F4A24ECF}"/>
              </a:ext>
            </a:extLst>
          </p:cNvPr>
          <p:cNvSpPr>
            <a:spLocks xmlns:a="http://schemas.openxmlformats.org/drawingml/2006/main" noGrp="1"/>
          </p:cNvSpPr>
          <p:nvPr/>
        </p:nvSpPr>
        <p:spPr>
          <a:xfrm xmlns:a="http://schemas.openxmlformats.org/drawingml/2006/main">
            <a:off x="9972477" y="2994521"/>
            <a:ext cx="123527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2E1B4E"/>
                </a:solidFill>
                <a:latin typeface="IBM Plex Sans"/>
                <a:ea typeface="IBM Plex Sans"/>
                <a:cs typeface="IBM Plex Sans"/>
              </a:rPr>
              <a:t>San Lorenzo 208</a:t>
            </a:r>
            <a:endParaRPr sz="1200"/>
          </a:p>
        </p:txBody>
      </p:sp>
      <p:sp>
        <p:nvSpPr>
          <p:cNvPr id="70" name="Text 68">
            <a:extLst xmlns:a="http://schemas.openxmlformats.org/drawingml/2006/main">
              <a:ext uri="{FF2B5EF4-FFF2-40B4-BE49-F238E27FC236}">
                <a16:creationId xmlns:a16="http://schemas.microsoft.com/office/drawing/2014/main" id="{5791D6FE-FCA9-4D15-84BA-31A0853B227B}"/>
              </a:ext>
            </a:extLst>
          </p:cNvPr>
          <p:cNvSpPr>
            <a:spLocks xmlns:a="http://schemas.openxmlformats.org/drawingml/2006/main" noGrp="1"/>
          </p:cNvSpPr>
          <p:nvPr/>
        </p:nvSpPr>
        <p:spPr>
          <a:xfrm xmlns:a="http://schemas.openxmlformats.org/drawingml/2006/main">
            <a:off x="9004300" y="3284041"/>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Playa OSL 106 · descarga 86</a:t>
            </a:r>
            <a:endParaRPr sz="1200"/>
          </a:p>
        </p:txBody>
      </p:sp>
      <p:sp>
        <p:nvSpPr>
          <p:cNvPr id="71" name="Shape 69">
            <a:extLst xmlns:a="http://schemas.openxmlformats.org/drawingml/2006/main">
              <a:ext uri="{FF2B5EF4-FFF2-40B4-BE49-F238E27FC236}">
                <a16:creationId xmlns:a16="http://schemas.microsoft.com/office/drawing/2014/main" id="{CFD0F0E0-5EAB-4038-8BC3-FCF55A2F8806}"/>
              </a:ext>
            </a:extLst>
          </p:cNvPr>
          <p:cNvSpPr>
            <a:spLocks xmlns:a="http://schemas.openxmlformats.org/drawingml/2006/main" noGrp="1"/>
          </p:cNvSpPr>
          <p:nvPr/>
        </p:nvSpPr>
        <p:spPr>
          <a:xfrm xmlns:a="http://schemas.openxmlformats.org/drawingml/2006/main">
            <a:off x="9004300"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72" name="Text 70">
            <a:extLst xmlns:a="http://schemas.openxmlformats.org/drawingml/2006/main">
              <a:ext uri="{FF2B5EF4-FFF2-40B4-BE49-F238E27FC236}">
                <a16:creationId xmlns:a16="http://schemas.microsoft.com/office/drawing/2014/main" id="{31D8E798-AD64-412A-ACE0-235246FEE3E7}"/>
              </a:ext>
            </a:extLst>
          </p:cNvPr>
          <p:cNvSpPr>
            <a:spLocks xmlns:a="http://schemas.openxmlformats.org/drawingml/2006/main" noGrp="1"/>
          </p:cNvSpPr>
          <p:nvPr/>
        </p:nvSpPr>
        <p:spPr>
          <a:xfrm xmlns:a="http://schemas.openxmlformats.org/drawingml/2006/main">
            <a:off x="9140031"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C8372D"/>
                </a:solidFill>
                <a:latin typeface="IBM Plex Sans"/>
                <a:ea typeface="IBM Plex Sans"/>
                <a:cs typeface="IBM Plex Sans"/>
              </a:rPr>
              <a:t>Q1</a:t>
            </a:r>
            <a:endParaRPr sz="1200"/>
          </a:p>
        </p:txBody>
      </p:sp>
      <p:sp>
        <p:nvSpPr>
          <p:cNvPr id="73" name="Text 71">
            <a:extLst xmlns:a="http://schemas.openxmlformats.org/drawingml/2006/main">
              <a:ext uri="{FF2B5EF4-FFF2-40B4-BE49-F238E27FC236}">
                <a16:creationId xmlns:a16="http://schemas.microsoft.com/office/drawing/2014/main" id="{6593D14B-7B2B-4116-B632-7B7A660BEF77}"/>
              </a:ext>
            </a:extLst>
          </p:cNvPr>
          <p:cNvSpPr>
            <a:spLocks xmlns:a="http://schemas.openxmlformats.org/drawingml/2006/main" noGrp="1"/>
          </p:cNvSpPr>
          <p:nvPr/>
        </p:nvSpPr>
        <p:spPr>
          <a:xfrm xmlns:a="http://schemas.openxmlformats.org/drawingml/2006/main">
            <a:off x="9190434" y="3850382"/>
            <a:ext cx="14992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7</a:t>
            </a:r>
            <a:endParaRPr sz="1300"/>
          </a:p>
        </p:txBody>
      </p:sp>
      <p:sp>
        <p:nvSpPr>
          <p:cNvPr id="74" name="Shape 72">
            <a:extLst xmlns:a="http://schemas.openxmlformats.org/drawingml/2006/main">
              <a:ext uri="{FF2B5EF4-FFF2-40B4-BE49-F238E27FC236}">
                <a16:creationId xmlns:a16="http://schemas.microsoft.com/office/drawing/2014/main" id="{928E9F79-52B1-439B-BAC7-2A1FE39251B2}"/>
              </a:ext>
            </a:extLst>
          </p:cNvPr>
          <p:cNvSpPr>
            <a:spLocks xmlns:a="http://schemas.openxmlformats.org/drawingml/2006/main" noGrp="1"/>
          </p:cNvSpPr>
          <p:nvPr/>
        </p:nvSpPr>
        <p:spPr>
          <a:xfrm xmlns:a="http://schemas.openxmlformats.org/drawingml/2006/main">
            <a:off x="9564688"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75" name="Text 73">
            <a:extLst xmlns:a="http://schemas.openxmlformats.org/drawingml/2006/main">
              <a:ext uri="{FF2B5EF4-FFF2-40B4-BE49-F238E27FC236}">
                <a16:creationId xmlns:a16="http://schemas.microsoft.com/office/drawing/2014/main" id="{47393F9B-70B3-4959-84CF-E43FE6BC9718}"/>
              </a:ext>
            </a:extLst>
          </p:cNvPr>
          <p:cNvSpPr>
            <a:spLocks xmlns:a="http://schemas.openxmlformats.org/drawingml/2006/main" noGrp="1"/>
          </p:cNvSpPr>
          <p:nvPr/>
        </p:nvSpPr>
        <p:spPr>
          <a:xfrm xmlns:a="http://schemas.openxmlformats.org/drawingml/2006/main">
            <a:off x="9700419"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C9651A"/>
                </a:solidFill>
                <a:latin typeface="IBM Plex Sans"/>
                <a:ea typeface="IBM Plex Sans"/>
                <a:cs typeface="IBM Plex Sans"/>
              </a:rPr>
              <a:t>Q2</a:t>
            </a:r>
            <a:endParaRPr sz="1200"/>
          </a:p>
        </p:txBody>
      </p:sp>
      <p:sp>
        <p:nvSpPr>
          <p:cNvPr id="76" name="Text 74">
            <a:extLst xmlns:a="http://schemas.openxmlformats.org/drawingml/2006/main">
              <a:ext uri="{FF2B5EF4-FFF2-40B4-BE49-F238E27FC236}">
                <a16:creationId xmlns:a16="http://schemas.microsoft.com/office/drawing/2014/main" id="{25477B09-E078-435E-832A-AAF61F3FB444}"/>
              </a:ext>
            </a:extLst>
          </p:cNvPr>
          <p:cNvSpPr>
            <a:spLocks xmlns:a="http://schemas.openxmlformats.org/drawingml/2006/main" noGrp="1"/>
          </p:cNvSpPr>
          <p:nvPr/>
        </p:nvSpPr>
        <p:spPr>
          <a:xfrm xmlns:a="http://schemas.openxmlformats.org/drawingml/2006/main">
            <a:off x="9701312" y="385038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20</a:t>
            </a:r>
            <a:endParaRPr sz="1300"/>
          </a:p>
        </p:txBody>
      </p:sp>
      <p:sp>
        <p:nvSpPr>
          <p:cNvPr id="77" name="Shape 75">
            <a:extLst xmlns:a="http://schemas.openxmlformats.org/drawingml/2006/main">
              <a:ext uri="{FF2B5EF4-FFF2-40B4-BE49-F238E27FC236}">
                <a16:creationId xmlns:a16="http://schemas.microsoft.com/office/drawing/2014/main" id="{945EA329-6E94-47BA-B75C-77849CDCD874}"/>
              </a:ext>
            </a:extLst>
          </p:cNvPr>
          <p:cNvSpPr>
            <a:spLocks xmlns:a="http://schemas.openxmlformats.org/drawingml/2006/main" noGrp="1"/>
          </p:cNvSpPr>
          <p:nvPr/>
        </p:nvSpPr>
        <p:spPr>
          <a:xfrm xmlns:a="http://schemas.openxmlformats.org/drawingml/2006/main">
            <a:off x="10125075"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78" name="Text 76">
            <a:extLst xmlns:a="http://schemas.openxmlformats.org/drawingml/2006/main">
              <a:ext uri="{FF2B5EF4-FFF2-40B4-BE49-F238E27FC236}">
                <a16:creationId xmlns:a16="http://schemas.microsoft.com/office/drawing/2014/main" id="{845F9F46-08A4-4E14-A593-BC2074542D7E}"/>
              </a:ext>
            </a:extLst>
          </p:cNvPr>
          <p:cNvSpPr>
            <a:spLocks xmlns:a="http://schemas.openxmlformats.org/drawingml/2006/main" noGrp="1"/>
          </p:cNvSpPr>
          <p:nvPr/>
        </p:nvSpPr>
        <p:spPr>
          <a:xfrm xmlns:a="http://schemas.openxmlformats.org/drawingml/2006/main">
            <a:off x="10260806"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7B1E3A"/>
                </a:solidFill>
                <a:latin typeface="IBM Plex Sans"/>
                <a:ea typeface="IBM Plex Sans"/>
                <a:cs typeface="IBM Plex Sans"/>
              </a:rPr>
              <a:t>Q3</a:t>
            </a:r>
            <a:endParaRPr sz="1200"/>
          </a:p>
        </p:txBody>
      </p:sp>
      <p:sp>
        <p:nvSpPr>
          <p:cNvPr id="79" name="Text 77">
            <a:extLst xmlns:a="http://schemas.openxmlformats.org/drawingml/2006/main">
              <a:ext uri="{FF2B5EF4-FFF2-40B4-BE49-F238E27FC236}">
                <a16:creationId xmlns:a16="http://schemas.microsoft.com/office/drawing/2014/main" id="{71E57AD7-1621-40E1-AF23-4AFCEF954A5C}"/>
              </a:ext>
            </a:extLst>
          </p:cNvPr>
          <p:cNvSpPr>
            <a:spLocks xmlns:a="http://schemas.openxmlformats.org/drawingml/2006/main" noGrp="1"/>
          </p:cNvSpPr>
          <p:nvPr/>
        </p:nvSpPr>
        <p:spPr>
          <a:xfrm xmlns:a="http://schemas.openxmlformats.org/drawingml/2006/main">
            <a:off x="10261699" y="385038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30</a:t>
            </a:r>
            <a:endParaRPr sz="1300"/>
          </a:p>
        </p:txBody>
      </p:sp>
      <p:sp>
        <p:nvSpPr>
          <p:cNvPr id="80" name="Shape 78">
            <a:extLst xmlns:a="http://schemas.openxmlformats.org/drawingml/2006/main">
              <a:ext uri="{FF2B5EF4-FFF2-40B4-BE49-F238E27FC236}">
                <a16:creationId xmlns:a16="http://schemas.microsoft.com/office/drawing/2014/main" id="{A654742E-3AA9-4B09-A571-93F62681BCC0}"/>
              </a:ext>
            </a:extLst>
          </p:cNvPr>
          <p:cNvSpPr>
            <a:spLocks xmlns:a="http://schemas.openxmlformats.org/drawingml/2006/main" noGrp="1"/>
          </p:cNvSpPr>
          <p:nvPr/>
        </p:nvSpPr>
        <p:spPr>
          <a:xfrm xmlns:a="http://schemas.openxmlformats.org/drawingml/2006/main">
            <a:off x="10685463"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81" name="Text 79">
            <a:extLst xmlns:a="http://schemas.openxmlformats.org/drawingml/2006/main">
              <a:ext uri="{FF2B5EF4-FFF2-40B4-BE49-F238E27FC236}">
                <a16:creationId xmlns:a16="http://schemas.microsoft.com/office/drawing/2014/main" id="{06D560F0-1FE2-489B-8903-322F23FD5597}"/>
              </a:ext>
            </a:extLst>
          </p:cNvPr>
          <p:cNvSpPr>
            <a:spLocks xmlns:a="http://schemas.openxmlformats.org/drawingml/2006/main" noGrp="1"/>
          </p:cNvSpPr>
          <p:nvPr/>
        </p:nvSpPr>
        <p:spPr>
          <a:xfrm xmlns:a="http://schemas.openxmlformats.org/drawingml/2006/main">
            <a:off x="10821194"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Q4</a:t>
            </a:r>
            <a:endParaRPr sz="1200"/>
          </a:p>
        </p:txBody>
      </p:sp>
      <p:sp>
        <p:nvSpPr>
          <p:cNvPr id="82" name="Text 80">
            <a:extLst xmlns:a="http://schemas.openxmlformats.org/drawingml/2006/main">
              <a:ext uri="{FF2B5EF4-FFF2-40B4-BE49-F238E27FC236}">
                <a16:creationId xmlns:a16="http://schemas.microsoft.com/office/drawing/2014/main" id="{8EE6C638-237F-4B52-8EEE-7962422580B8}"/>
              </a:ext>
            </a:extLst>
          </p:cNvPr>
          <p:cNvSpPr>
            <a:spLocks xmlns:a="http://schemas.openxmlformats.org/drawingml/2006/main" noGrp="1"/>
          </p:cNvSpPr>
          <p:nvPr/>
        </p:nvSpPr>
        <p:spPr>
          <a:xfrm xmlns:a="http://schemas.openxmlformats.org/drawingml/2006/main">
            <a:off x="10822087" y="385038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33</a:t>
            </a:r>
            <a:endParaRPr sz="1300"/>
          </a:p>
        </p:txBody>
      </p:sp>
      <p:sp>
        <p:nvSpPr>
          <p:cNvPr id="83" name="Text 81">
            <a:extLst xmlns:a="http://schemas.openxmlformats.org/drawingml/2006/main">
              <a:ext uri="{FF2B5EF4-FFF2-40B4-BE49-F238E27FC236}">
                <a16:creationId xmlns:a16="http://schemas.microsoft.com/office/drawing/2014/main" id="{742ED0B9-DC38-4246-B4EF-D78AF76942EE}"/>
              </a:ext>
            </a:extLst>
          </p:cNvPr>
          <p:cNvSpPr>
            <a:spLocks xmlns:a="http://schemas.openxmlformats.org/drawingml/2006/main" noGrp="1"/>
          </p:cNvSpPr>
          <p:nvPr/>
        </p:nvSpPr>
        <p:spPr>
          <a:xfrm xmlns:a="http://schemas.openxmlformats.org/drawingml/2006/main">
            <a:off x="9004300" y="4208463"/>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106 viajes</a:t>
            </a:r>
            <a:endParaRPr sz="1200"/>
          </a:p>
        </p:txBody>
      </p:sp>
      <p:sp>
        <p:nvSpPr>
          <p:cNvPr id="84" name="Shape 82">
            <a:extLst xmlns:a="http://schemas.openxmlformats.org/drawingml/2006/main">
              <a:ext uri="{FF2B5EF4-FFF2-40B4-BE49-F238E27FC236}">
                <a16:creationId xmlns:a16="http://schemas.microsoft.com/office/drawing/2014/main" id="{81B2B966-E4E6-4D0A-8443-29728907D1D0}"/>
              </a:ext>
            </a:extLst>
          </p:cNvPr>
          <p:cNvSpPr>
            <a:spLocks xmlns:a="http://schemas.openxmlformats.org/drawingml/2006/main" noGrp="1"/>
          </p:cNvSpPr>
          <p:nvPr/>
        </p:nvSpPr>
        <p:spPr>
          <a:xfrm xmlns:a="http://schemas.openxmlformats.org/drawingml/2006/main">
            <a:off x="831850" y="4971653"/>
            <a:ext cx="0" cy="51296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85" name="Text 83">
            <a:extLst xmlns:a="http://schemas.openxmlformats.org/drawingml/2006/main">
              <a:ext uri="{FF2B5EF4-FFF2-40B4-BE49-F238E27FC236}">
                <a16:creationId xmlns:a16="http://schemas.microsoft.com/office/drawing/2014/main" id="{F450263F-B641-4125-A47E-96C800CE7C5D}"/>
              </a:ext>
            </a:extLst>
          </p:cNvPr>
          <p:cNvSpPr>
            <a:spLocks xmlns:a="http://schemas.openxmlformats.org/drawingml/2006/main" noGrp="1"/>
          </p:cNvSpPr>
          <p:nvPr/>
        </p:nvSpPr>
        <p:spPr>
          <a:xfrm xmlns:a="http://schemas.openxmlformats.org/drawingml/2006/main">
            <a:off x="977900" y="4997053"/>
            <a:ext cx="10713339"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El día más rápido fue el sábado 26 (232 min, Playa OSL en 20). El viernes 25 Playa OSL llegó a 173 min; ese día la soja también esperó en el puerto (San Lorenzo 178 min): pellet y soja comparten la playa.</a:t>
            </a:r>
            <a:endParaRPr sz="1300"/>
          </a:p>
        </p:txBody>
      </p:sp>
      <p:pic>
        <p:nvPicPr>
          <p:cNvPr id="174" name="Image 0"/>
          <p:cNvPicPr>
            <a:picLocks xmlns:a="http://schemas.openxmlformats.org/drawingml/2006/main" noChangeAspect="1"/>
          </p:cNvPicPr>
          <p:nvPr/>
        </p:nvPicPr>
        <p:blipFill>
          <a:blip xmlns:r="http://schemas.openxmlformats.org/officeDocument/2006/relationships" xmlns:a="http://schemas.openxmlformats.org/drawingml/2006/main" r:embed="Rb825ae8e5ad24edf"/>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87" name="Text 84">
            <a:extLst xmlns:a="http://schemas.openxmlformats.org/drawingml/2006/main">
              <a:ext uri="{FF2B5EF4-FFF2-40B4-BE49-F238E27FC236}">
                <a16:creationId xmlns:a16="http://schemas.microsoft.com/office/drawing/2014/main" id="{EE2D4255-5823-4777-BA6A-8834B4FCE6EA}"/>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16</a:t>
            </a:r>
            <a:endParaRPr sz="1200"/>
          </a:p>
        </p:txBody>
      </p:sp>
      <p:pic>
        <p:nvPicPr>
          <p:cNvPr id="176" name="Image 1"/>
          <p:cNvPicPr>
            <a:picLocks xmlns:a="http://schemas.openxmlformats.org/drawingml/2006/main" noChangeAspect="1"/>
          </p:cNvPicPr>
          <p:nvPr/>
        </p:nvPicPr>
        <p:blipFill>
          <a:blip xmlns:r="http://schemas.openxmlformats.org/officeDocument/2006/relationships" xmlns:a="http://schemas.openxmlformats.org/drawingml/2006/main" r:embed="R02f4b9d472084a61"/>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461254964"/>
      </p:ext>
    </p:extLst>
  </p:cSld>
</p:sld>
</file>

<file path=ppt/slides/slide17.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A6670B1-B55E-445C-B8D5-F6B6C01FE394}"/>
              </a:ext>
            </a:extLst>
          </p:cNvPr>
          <p:cNvSpPr>
            <a:spLocks xmlns:a="http://schemas.openxmlformats.org/drawingml/2006/main" noGrp="1"/>
          </p:cNvSpPr>
          <p:nvPr/>
        </p:nvSpPr>
        <p:spPr>
          <a:xfrm xmlns:a="http://schemas.openxmlformats.org/drawingml/2006/main">
            <a:off x="812800" y="711200"/>
            <a:ext cx="1893193" cy="289520"/>
          </a:xfrm>
          <a:custGeom xmlns:a="http://schemas.openxmlformats.org/drawingml/2006/main">
            <a:rect l="l" t="t" r="r" b="b"/>
            <a:pathLst>
              <a:path w="1893193" h="289520">
                <a:moveTo>
                  <a:pt x="144760" y="0"/>
                </a:moveTo>
                <a:lnTo>
                  <a:pt x="1748433" y="0"/>
                </a:lnTo>
                <a:arcTo wR="144760" hR="144760" stAng="16200000" swAng="5400000"/>
                <a:lnTo>
                  <a:pt x="1893193"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5E442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PELLET · R30/31/32</a:t>
            </a:r>
            <a:endParaRPr sz="1200"/>
          </a:p>
        </p:txBody>
      </p:sp>
      <p:sp>
        <p:nvSpPr>
          <p:cNvPr id="3" name="Text 1">
            <a:extLst xmlns:a="http://schemas.openxmlformats.org/drawingml/2006/main">
              <a:ext uri="{FF2B5EF4-FFF2-40B4-BE49-F238E27FC236}">
                <a16:creationId xmlns:a16="http://schemas.microsoft.com/office/drawing/2014/main" id="{136388B0-7C58-4168-A96C-387FC9A7892F}"/>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Los operativos de pellet desde junio</a:t>
            </a:r>
            <a:endParaRPr sz="3200"/>
          </a:p>
        </p:txBody>
      </p:sp>
      <p:sp>
        <p:nvSpPr>
          <p:cNvPr id="4" name="Text 2">
            <a:extLst xmlns:a="http://schemas.openxmlformats.org/drawingml/2006/main">
              <a:ext uri="{FF2B5EF4-FFF2-40B4-BE49-F238E27FC236}">
                <a16:creationId xmlns:a16="http://schemas.microsoft.com/office/drawing/2014/main" id="{39396C9A-57C7-430A-88B2-0495B9AC9387}"/>
              </a:ext>
            </a:extLst>
          </p:cNvPr>
          <p:cNvSpPr>
            <a:spLocks xmlns:a="http://schemas.openxmlformats.org/drawingml/2006/main" noGrp="1"/>
          </p:cNvSpPr>
          <p:nvPr/>
        </p:nvSpPr>
        <p:spPr>
          <a:xfrm xmlns:a="http://schemas.openxmlformats.org/drawingml/2006/main">
            <a:off x="812800" y="1701701"/>
            <a:ext cx="10033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Comité</a:t>
            </a:r>
            <a:endParaRPr sz="1200"/>
          </a:p>
        </p:txBody>
      </p:sp>
      <p:sp>
        <p:nvSpPr>
          <p:cNvPr id="5" name="Text 3">
            <a:extLst xmlns:a="http://schemas.openxmlformats.org/drawingml/2006/main">
              <a:ext uri="{FF2B5EF4-FFF2-40B4-BE49-F238E27FC236}">
                <a16:creationId xmlns:a16="http://schemas.microsoft.com/office/drawing/2014/main" id="{D6CC901C-6491-4966-B132-8772936C0AD7}"/>
              </a:ext>
            </a:extLst>
          </p:cNvPr>
          <p:cNvSpPr>
            <a:spLocks xmlns:a="http://schemas.openxmlformats.org/drawingml/2006/main" noGrp="1"/>
          </p:cNvSpPr>
          <p:nvPr/>
        </p:nvSpPr>
        <p:spPr>
          <a:xfrm xmlns:a="http://schemas.openxmlformats.org/drawingml/2006/main">
            <a:off x="1765300" y="1701701"/>
            <a:ext cx="15113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Período</a:t>
            </a:r>
            <a:endParaRPr sz="1200"/>
          </a:p>
        </p:txBody>
      </p:sp>
      <p:sp>
        <p:nvSpPr>
          <p:cNvPr id="6" name="Text 4">
            <a:extLst xmlns:a="http://schemas.openxmlformats.org/drawingml/2006/main">
              <a:ext uri="{FF2B5EF4-FFF2-40B4-BE49-F238E27FC236}">
                <a16:creationId xmlns:a16="http://schemas.microsoft.com/office/drawing/2014/main" id="{1D19B4FF-0434-4550-A0CA-B4BFC8D4C804}"/>
              </a:ext>
            </a:extLst>
          </p:cNvPr>
          <p:cNvSpPr>
            <a:spLocks xmlns:a="http://schemas.openxmlformats.org/drawingml/2006/main" noGrp="1"/>
          </p:cNvSpPr>
          <p:nvPr/>
        </p:nvSpPr>
        <p:spPr>
          <a:xfrm xmlns:a="http://schemas.openxmlformats.org/drawingml/2006/main">
            <a:off x="3175000" y="1701701"/>
            <a:ext cx="7493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4A5D52"/>
                </a:solidFill>
                <a:latin typeface="IBM Plex Sans"/>
                <a:ea typeface="IBM Plex Sans"/>
                <a:cs typeface="IBM Plex Sans"/>
              </a:rPr>
              <a:t>Viajes</a:t>
            </a:r>
            <a:endParaRPr sz="1200"/>
          </a:p>
        </p:txBody>
      </p:sp>
      <p:sp>
        <p:nvSpPr>
          <p:cNvPr id="7" name="Text 5">
            <a:extLst xmlns:a="http://schemas.openxmlformats.org/drawingml/2006/main">
              <a:ext uri="{FF2B5EF4-FFF2-40B4-BE49-F238E27FC236}">
                <a16:creationId xmlns:a16="http://schemas.microsoft.com/office/drawing/2014/main" id="{F2C7C758-8AF3-43F7-8E01-7D32BF6D05A1}"/>
              </a:ext>
            </a:extLst>
          </p:cNvPr>
          <p:cNvSpPr>
            <a:spLocks xmlns:a="http://schemas.openxmlformats.org/drawingml/2006/main" noGrp="1"/>
          </p:cNvSpPr>
          <p:nvPr/>
        </p:nvSpPr>
        <p:spPr>
          <a:xfrm xmlns:a="http://schemas.openxmlformats.org/drawingml/2006/main">
            <a:off x="3873500" y="1701701"/>
            <a:ext cx="9398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4A5D52"/>
                </a:solidFill>
                <a:latin typeface="IBM Plex Sans"/>
                <a:ea typeface="IBM Plex Sans"/>
                <a:cs typeface="IBM Plex Sans"/>
              </a:rPr>
              <a:t>Camiones</a:t>
            </a:r>
            <a:endParaRPr sz="1200"/>
          </a:p>
        </p:txBody>
      </p:sp>
      <p:sp>
        <p:nvSpPr>
          <p:cNvPr id="8" name="Text 6">
            <a:extLst xmlns:a="http://schemas.openxmlformats.org/drawingml/2006/main">
              <a:ext uri="{FF2B5EF4-FFF2-40B4-BE49-F238E27FC236}">
                <a16:creationId xmlns:a16="http://schemas.microsoft.com/office/drawing/2014/main" id="{172E691F-DE80-40BF-BF59-99266A56137C}"/>
              </a:ext>
            </a:extLst>
          </p:cNvPr>
          <p:cNvSpPr>
            <a:spLocks xmlns:a="http://schemas.openxmlformats.org/drawingml/2006/main" noGrp="1"/>
          </p:cNvSpPr>
          <p:nvPr/>
        </p:nvSpPr>
        <p:spPr>
          <a:xfrm xmlns:a="http://schemas.openxmlformats.org/drawingml/2006/main">
            <a:off x="4762500" y="1701701"/>
            <a:ext cx="12573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4A5D52"/>
                </a:solidFill>
                <a:latin typeface="IBM Plex Sans"/>
                <a:ea typeface="IBM Plex Sans"/>
                <a:cs typeface="IBM Plex Sans"/>
              </a:rPr>
              <a:t>Viajes por camión y día</a:t>
            </a:r>
            <a:endParaRPr sz="1200"/>
          </a:p>
        </p:txBody>
      </p:sp>
      <p:sp>
        <p:nvSpPr>
          <p:cNvPr id="9" name="Text 7">
            <a:extLst xmlns:a="http://schemas.openxmlformats.org/drawingml/2006/main">
              <a:ext uri="{FF2B5EF4-FFF2-40B4-BE49-F238E27FC236}">
                <a16:creationId xmlns:a16="http://schemas.microsoft.com/office/drawing/2014/main" id="{4F3B3D98-167E-4766-8342-2DCFCB8D526F}"/>
              </a:ext>
            </a:extLst>
          </p:cNvPr>
          <p:cNvSpPr>
            <a:spLocks xmlns:a="http://schemas.openxmlformats.org/drawingml/2006/main" noGrp="1"/>
          </p:cNvSpPr>
          <p:nvPr/>
        </p:nvSpPr>
        <p:spPr>
          <a:xfrm xmlns:a="http://schemas.openxmlformats.org/drawingml/2006/main">
            <a:off x="5969000" y="1701701"/>
            <a:ext cx="11303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4A5D52"/>
                </a:solidFill>
                <a:latin typeface="IBM Plex Sans"/>
                <a:ea typeface="IBM Plex Sans"/>
                <a:cs typeface="IBM Plex Sans"/>
              </a:rPr>
              <a:t>Toneladas</a:t>
            </a:r>
            <a:endParaRPr sz="1200"/>
          </a:p>
        </p:txBody>
      </p:sp>
      <p:sp>
        <p:nvSpPr>
          <p:cNvPr id="10" name="Text 8">
            <a:extLst xmlns:a="http://schemas.openxmlformats.org/drawingml/2006/main">
              <a:ext uri="{FF2B5EF4-FFF2-40B4-BE49-F238E27FC236}">
                <a16:creationId xmlns:a16="http://schemas.microsoft.com/office/drawing/2014/main" id="{BFED5FB5-B06A-4294-AD8C-0C1E3F022829}"/>
              </a:ext>
            </a:extLst>
          </p:cNvPr>
          <p:cNvSpPr>
            <a:spLocks xmlns:a="http://schemas.openxmlformats.org/drawingml/2006/main" noGrp="1"/>
          </p:cNvSpPr>
          <p:nvPr/>
        </p:nvSpPr>
        <p:spPr>
          <a:xfrm xmlns:a="http://schemas.openxmlformats.org/drawingml/2006/main">
            <a:off x="7048500" y="1701701"/>
            <a:ext cx="11303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4A5D52"/>
                </a:solidFill>
                <a:latin typeface="IBM Plex Sans"/>
                <a:ea typeface="IBM Plex Sans"/>
                <a:cs typeface="IBM Plex Sans"/>
              </a:rPr>
              <a:t>Flete</a:t>
            </a:r>
            <a:endParaRPr sz="1200"/>
          </a:p>
        </p:txBody>
      </p:sp>
      <p:sp>
        <p:nvSpPr>
          <p:cNvPr id="11" name="Text 9">
            <a:extLst xmlns:a="http://schemas.openxmlformats.org/drawingml/2006/main">
              <a:ext uri="{FF2B5EF4-FFF2-40B4-BE49-F238E27FC236}">
                <a16:creationId xmlns:a16="http://schemas.microsoft.com/office/drawing/2014/main" id="{D3168DC9-7259-4710-8C1B-7EC5B19C1E22}"/>
              </a:ext>
            </a:extLst>
          </p:cNvPr>
          <p:cNvSpPr>
            <a:spLocks xmlns:a="http://schemas.openxmlformats.org/drawingml/2006/main" noGrp="1"/>
          </p:cNvSpPr>
          <p:nvPr/>
        </p:nvSpPr>
        <p:spPr>
          <a:xfrm xmlns:a="http://schemas.openxmlformats.org/drawingml/2006/main">
            <a:off x="8128000" y="1701701"/>
            <a:ext cx="8128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4A5D52"/>
                </a:solidFill>
                <a:latin typeface="IBM Plex Sans"/>
                <a:ea typeface="IBM Plex Sans"/>
                <a:cs typeface="IBM Plex Sans"/>
              </a:rPr>
              <a:t>Horas</a:t>
            </a:r>
            <a:endParaRPr sz="1200"/>
          </a:p>
        </p:txBody>
      </p:sp>
      <p:sp>
        <p:nvSpPr>
          <p:cNvPr id="12" name="Text 10">
            <a:extLst xmlns:a="http://schemas.openxmlformats.org/drawingml/2006/main">
              <a:ext uri="{FF2B5EF4-FFF2-40B4-BE49-F238E27FC236}">
                <a16:creationId xmlns:a16="http://schemas.microsoft.com/office/drawing/2014/main" id="{8EDCAF90-4782-4918-849F-225FDAFA6700}"/>
              </a:ext>
            </a:extLst>
          </p:cNvPr>
          <p:cNvSpPr>
            <a:spLocks xmlns:a="http://schemas.openxmlformats.org/drawingml/2006/main" noGrp="1"/>
          </p:cNvSpPr>
          <p:nvPr/>
        </p:nvSpPr>
        <p:spPr>
          <a:xfrm xmlns:a="http://schemas.openxmlformats.org/drawingml/2006/main">
            <a:off x="8890000" y="1701701"/>
            <a:ext cx="9398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4A5D52"/>
                </a:solidFill>
                <a:latin typeface="IBM Plex Sans"/>
                <a:ea typeface="IBM Plex Sans"/>
                <a:cs typeface="IBM Plex Sans"/>
              </a:rPr>
              <a:t>Ciclo</a:t>
            </a:r>
            <a:endParaRPr sz="1200"/>
          </a:p>
        </p:txBody>
      </p:sp>
      <p:sp>
        <p:nvSpPr>
          <p:cNvPr id="13" name="Shape 11">
            <a:extLst xmlns:a="http://schemas.openxmlformats.org/drawingml/2006/main">
              <a:ext uri="{FF2B5EF4-FFF2-40B4-BE49-F238E27FC236}">
                <a16:creationId xmlns:a16="http://schemas.microsoft.com/office/drawing/2014/main" id="{88CF4EF6-EABF-4192-AC5B-347847EBE448}"/>
              </a:ext>
            </a:extLst>
          </p:cNvPr>
          <p:cNvSpPr>
            <a:spLocks xmlns:a="http://schemas.openxmlformats.org/drawingml/2006/main" noGrp="1"/>
          </p:cNvSpPr>
          <p:nvPr/>
        </p:nvSpPr>
        <p:spPr>
          <a:xfrm xmlns:a="http://schemas.openxmlformats.org/drawingml/2006/main">
            <a:off x="812800" y="2169616"/>
            <a:ext cx="105664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14" name="Text 12">
            <a:extLst xmlns:a="http://schemas.openxmlformats.org/drawingml/2006/main">
              <a:ext uri="{FF2B5EF4-FFF2-40B4-BE49-F238E27FC236}">
                <a16:creationId xmlns:a16="http://schemas.microsoft.com/office/drawing/2014/main" id="{1541A13F-A94F-4E7E-A8ED-6C1A21117BD3}"/>
              </a:ext>
            </a:extLst>
          </p:cNvPr>
          <p:cNvSpPr>
            <a:spLocks xmlns:a="http://schemas.openxmlformats.org/drawingml/2006/main" noGrp="1"/>
          </p:cNvSpPr>
          <p:nvPr/>
        </p:nvSpPr>
        <p:spPr>
          <a:xfrm xmlns:a="http://schemas.openxmlformats.org/drawingml/2006/main">
            <a:off x="812800" y="2236291"/>
            <a:ext cx="1003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a:t>
            </a:r>
            <a:endParaRPr sz="1300"/>
          </a:p>
        </p:txBody>
      </p:sp>
      <p:sp>
        <p:nvSpPr>
          <p:cNvPr id="15" name="Text 13">
            <a:extLst xmlns:a="http://schemas.openxmlformats.org/drawingml/2006/main">
              <a:ext uri="{FF2B5EF4-FFF2-40B4-BE49-F238E27FC236}">
                <a16:creationId xmlns:a16="http://schemas.microsoft.com/office/drawing/2014/main" id="{56972616-83E0-453E-8218-DD0C373F82E5}"/>
              </a:ext>
            </a:extLst>
          </p:cNvPr>
          <p:cNvSpPr>
            <a:spLocks xmlns:a="http://schemas.openxmlformats.org/drawingml/2006/main" noGrp="1"/>
          </p:cNvSpPr>
          <p:nvPr/>
        </p:nvSpPr>
        <p:spPr>
          <a:xfrm xmlns:a="http://schemas.openxmlformats.org/drawingml/2006/main">
            <a:off x="1765300" y="2236291"/>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30/06 a 04/07</a:t>
            </a:r>
            <a:endParaRPr sz="1300"/>
          </a:p>
        </p:txBody>
      </p:sp>
      <p:sp>
        <p:nvSpPr>
          <p:cNvPr id="16" name="Text 14">
            <a:extLst xmlns:a="http://schemas.openxmlformats.org/drawingml/2006/main">
              <a:ext uri="{FF2B5EF4-FFF2-40B4-BE49-F238E27FC236}">
                <a16:creationId xmlns:a16="http://schemas.microsoft.com/office/drawing/2014/main" id="{BB7C25E2-9F7A-4CBA-96B5-D38F0B4C0EF9}"/>
              </a:ext>
            </a:extLst>
          </p:cNvPr>
          <p:cNvSpPr>
            <a:spLocks xmlns:a="http://schemas.openxmlformats.org/drawingml/2006/main" noGrp="1"/>
          </p:cNvSpPr>
          <p:nvPr/>
        </p:nvSpPr>
        <p:spPr>
          <a:xfrm xmlns:a="http://schemas.openxmlformats.org/drawingml/2006/main">
            <a:off x="3175000" y="2236291"/>
            <a:ext cx="749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337</a:t>
            </a:r>
            <a:endParaRPr sz="1300"/>
          </a:p>
        </p:txBody>
      </p:sp>
      <p:sp>
        <p:nvSpPr>
          <p:cNvPr id="17" name="Text 15">
            <a:extLst xmlns:a="http://schemas.openxmlformats.org/drawingml/2006/main">
              <a:ext uri="{FF2B5EF4-FFF2-40B4-BE49-F238E27FC236}">
                <a16:creationId xmlns:a16="http://schemas.microsoft.com/office/drawing/2014/main" id="{08B2DDD2-202D-4E4E-A695-EF52DA30B1B4}"/>
              </a:ext>
            </a:extLst>
          </p:cNvPr>
          <p:cNvSpPr>
            <a:spLocks xmlns:a="http://schemas.openxmlformats.org/drawingml/2006/main" noGrp="1"/>
          </p:cNvSpPr>
          <p:nvPr/>
        </p:nvSpPr>
        <p:spPr>
          <a:xfrm xmlns:a="http://schemas.openxmlformats.org/drawingml/2006/main">
            <a:off x="3873500" y="2236291"/>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49</a:t>
            </a:r>
            <a:endParaRPr sz="1300"/>
          </a:p>
        </p:txBody>
      </p:sp>
      <p:sp>
        <p:nvSpPr>
          <p:cNvPr id="18" name="Text 16">
            <a:extLst xmlns:a="http://schemas.openxmlformats.org/drawingml/2006/main">
              <a:ext uri="{FF2B5EF4-FFF2-40B4-BE49-F238E27FC236}">
                <a16:creationId xmlns:a16="http://schemas.microsoft.com/office/drawing/2014/main" id="{05E06CCB-88E4-477C-B7EC-7F47C1EA7E3B}"/>
              </a:ext>
            </a:extLst>
          </p:cNvPr>
          <p:cNvSpPr>
            <a:spLocks xmlns:a="http://schemas.openxmlformats.org/drawingml/2006/main" noGrp="1"/>
          </p:cNvSpPr>
          <p:nvPr/>
        </p:nvSpPr>
        <p:spPr>
          <a:xfrm xmlns:a="http://schemas.openxmlformats.org/drawingml/2006/main">
            <a:off x="4762500" y="2236291"/>
            <a:ext cx="1257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a:t>
            </a:r>
            <a:endParaRPr sz="1300"/>
          </a:p>
        </p:txBody>
      </p:sp>
      <p:sp>
        <p:nvSpPr>
          <p:cNvPr id="19" name="Text 17">
            <a:extLst xmlns:a="http://schemas.openxmlformats.org/drawingml/2006/main">
              <a:ext uri="{FF2B5EF4-FFF2-40B4-BE49-F238E27FC236}">
                <a16:creationId xmlns:a16="http://schemas.microsoft.com/office/drawing/2014/main" id="{F180BFF7-61A3-401E-A543-E705324B3BDF}"/>
              </a:ext>
            </a:extLst>
          </p:cNvPr>
          <p:cNvSpPr>
            <a:spLocks xmlns:a="http://schemas.openxmlformats.org/drawingml/2006/main" noGrp="1"/>
          </p:cNvSpPr>
          <p:nvPr/>
        </p:nvSpPr>
        <p:spPr>
          <a:xfrm xmlns:a="http://schemas.openxmlformats.org/drawingml/2006/main">
            <a:off x="5969000" y="2236291"/>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10.110 t</a:t>
            </a:r>
            <a:endParaRPr sz="1300"/>
          </a:p>
        </p:txBody>
      </p:sp>
      <p:sp>
        <p:nvSpPr>
          <p:cNvPr id="20" name="Text 18">
            <a:extLst xmlns:a="http://schemas.openxmlformats.org/drawingml/2006/main">
              <a:ext uri="{FF2B5EF4-FFF2-40B4-BE49-F238E27FC236}">
                <a16:creationId xmlns:a16="http://schemas.microsoft.com/office/drawing/2014/main" id="{78EC9BF6-6516-4C3A-83FE-CC13F69CAEA3}"/>
              </a:ext>
            </a:extLst>
          </p:cNvPr>
          <p:cNvSpPr>
            <a:spLocks xmlns:a="http://schemas.openxmlformats.org/drawingml/2006/main" noGrp="1"/>
          </p:cNvSpPr>
          <p:nvPr/>
        </p:nvSpPr>
        <p:spPr>
          <a:xfrm xmlns:a="http://schemas.openxmlformats.org/drawingml/2006/main">
            <a:off x="7048500" y="2236291"/>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$ 60,7 M</a:t>
            </a:r>
            <a:endParaRPr sz="1300"/>
          </a:p>
        </p:txBody>
      </p:sp>
      <p:sp>
        <p:nvSpPr>
          <p:cNvPr id="21" name="Text 19">
            <a:extLst xmlns:a="http://schemas.openxmlformats.org/drawingml/2006/main">
              <a:ext uri="{FF2B5EF4-FFF2-40B4-BE49-F238E27FC236}">
                <a16:creationId xmlns:a16="http://schemas.microsoft.com/office/drawing/2014/main" id="{446E1969-83CE-4F2A-A605-427310A7AEB3}"/>
              </a:ext>
            </a:extLst>
          </p:cNvPr>
          <p:cNvSpPr>
            <a:spLocks xmlns:a="http://schemas.openxmlformats.org/drawingml/2006/main" noGrp="1"/>
          </p:cNvSpPr>
          <p:nvPr/>
        </p:nvSpPr>
        <p:spPr>
          <a:xfrm xmlns:a="http://schemas.openxmlformats.org/drawingml/2006/main">
            <a:off x="8128000" y="2236291"/>
            <a:ext cx="812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62,7</a:t>
            </a:r>
            <a:endParaRPr sz="1300"/>
          </a:p>
        </p:txBody>
      </p:sp>
      <p:sp>
        <p:nvSpPr>
          <p:cNvPr id="22" name="Text 20">
            <a:extLst xmlns:a="http://schemas.openxmlformats.org/drawingml/2006/main">
              <a:ext uri="{FF2B5EF4-FFF2-40B4-BE49-F238E27FC236}">
                <a16:creationId xmlns:a16="http://schemas.microsoft.com/office/drawing/2014/main" id="{CDC580EF-EF98-4DC0-BC11-0D07B6D28C93}"/>
              </a:ext>
            </a:extLst>
          </p:cNvPr>
          <p:cNvSpPr>
            <a:spLocks xmlns:a="http://schemas.openxmlformats.org/drawingml/2006/main" noGrp="1"/>
          </p:cNvSpPr>
          <p:nvPr/>
        </p:nvSpPr>
        <p:spPr>
          <a:xfrm xmlns:a="http://schemas.openxmlformats.org/drawingml/2006/main">
            <a:off x="8890000" y="2236291"/>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a:t>
            </a:r>
            <a:endParaRPr sz="1300"/>
          </a:p>
        </p:txBody>
      </p:sp>
      <p:sp>
        <p:nvSpPr>
          <p:cNvPr id="23" name="Shape 21">
            <a:extLst xmlns:a="http://schemas.openxmlformats.org/drawingml/2006/main">
              <a:ext uri="{FF2B5EF4-FFF2-40B4-BE49-F238E27FC236}">
                <a16:creationId xmlns:a16="http://schemas.microsoft.com/office/drawing/2014/main" id="{DBA40CF2-47F0-456D-BB4B-EAFDA51874CF}"/>
              </a:ext>
            </a:extLst>
          </p:cNvPr>
          <p:cNvSpPr>
            <a:spLocks xmlns:a="http://schemas.openxmlformats.org/drawingml/2006/main" noGrp="1"/>
          </p:cNvSpPr>
          <p:nvPr/>
        </p:nvSpPr>
        <p:spPr>
          <a:xfrm xmlns:a="http://schemas.openxmlformats.org/drawingml/2006/main">
            <a:off x="812800" y="2534047"/>
            <a:ext cx="105664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24" name="Text 22">
            <a:extLst xmlns:a="http://schemas.openxmlformats.org/drawingml/2006/main">
              <a:ext uri="{FF2B5EF4-FFF2-40B4-BE49-F238E27FC236}">
                <a16:creationId xmlns:a16="http://schemas.microsoft.com/office/drawing/2014/main" id="{3A536BFC-CE69-4BF1-B93C-3F6B66B45952}"/>
              </a:ext>
            </a:extLst>
          </p:cNvPr>
          <p:cNvSpPr>
            <a:spLocks xmlns:a="http://schemas.openxmlformats.org/drawingml/2006/main" noGrp="1"/>
          </p:cNvSpPr>
          <p:nvPr/>
        </p:nvSpPr>
        <p:spPr>
          <a:xfrm xmlns:a="http://schemas.openxmlformats.org/drawingml/2006/main">
            <a:off x="812800" y="2600722"/>
            <a:ext cx="1003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a:t>
            </a:r>
            <a:endParaRPr sz="1300"/>
          </a:p>
        </p:txBody>
      </p:sp>
      <p:sp>
        <p:nvSpPr>
          <p:cNvPr id="25" name="Text 23">
            <a:extLst xmlns:a="http://schemas.openxmlformats.org/drawingml/2006/main">
              <a:ext uri="{FF2B5EF4-FFF2-40B4-BE49-F238E27FC236}">
                <a16:creationId xmlns:a16="http://schemas.microsoft.com/office/drawing/2014/main" id="{5AA7C259-20AB-45EF-9A47-35EEE8035BD7}"/>
              </a:ext>
            </a:extLst>
          </p:cNvPr>
          <p:cNvSpPr>
            <a:spLocks xmlns:a="http://schemas.openxmlformats.org/drawingml/2006/main" noGrp="1"/>
          </p:cNvSpPr>
          <p:nvPr/>
        </p:nvSpPr>
        <p:spPr>
          <a:xfrm xmlns:a="http://schemas.openxmlformats.org/drawingml/2006/main">
            <a:off x="1765300" y="2600722"/>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08/07 a 15/07</a:t>
            </a:r>
            <a:endParaRPr sz="1300"/>
          </a:p>
        </p:txBody>
      </p:sp>
      <p:sp>
        <p:nvSpPr>
          <p:cNvPr id="26" name="Text 24">
            <a:extLst xmlns:a="http://schemas.openxmlformats.org/drawingml/2006/main">
              <a:ext uri="{FF2B5EF4-FFF2-40B4-BE49-F238E27FC236}">
                <a16:creationId xmlns:a16="http://schemas.microsoft.com/office/drawing/2014/main" id="{EAB637B4-5C22-417D-9247-DA40A203C0D7}"/>
              </a:ext>
            </a:extLst>
          </p:cNvPr>
          <p:cNvSpPr>
            <a:spLocks xmlns:a="http://schemas.openxmlformats.org/drawingml/2006/main" noGrp="1"/>
          </p:cNvSpPr>
          <p:nvPr/>
        </p:nvSpPr>
        <p:spPr>
          <a:xfrm xmlns:a="http://schemas.openxmlformats.org/drawingml/2006/main">
            <a:off x="3175000" y="2600722"/>
            <a:ext cx="749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768</a:t>
            </a:r>
            <a:endParaRPr sz="1300"/>
          </a:p>
        </p:txBody>
      </p:sp>
      <p:sp>
        <p:nvSpPr>
          <p:cNvPr id="27" name="Text 25">
            <a:extLst xmlns:a="http://schemas.openxmlformats.org/drawingml/2006/main">
              <a:ext uri="{FF2B5EF4-FFF2-40B4-BE49-F238E27FC236}">
                <a16:creationId xmlns:a16="http://schemas.microsoft.com/office/drawing/2014/main" id="{8E868AE3-408A-498D-907E-01C451ED8080}"/>
              </a:ext>
            </a:extLst>
          </p:cNvPr>
          <p:cNvSpPr>
            <a:spLocks xmlns:a="http://schemas.openxmlformats.org/drawingml/2006/main" noGrp="1"/>
          </p:cNvSpPr>
          <p:nvPr/>
        </p:nvSpPr>
        <p:spPr>
          <a:xfrm xmlns:a="http://schemas.openxmlformats.org/drawingml/2006/main">
            <a:off x="3873500" y="2600722"/>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74</a:t>
            </a:r>
            <a:endParaRPr sz="1300"/>
          </a:p>
        </p:txBody>
      </p:sp>
      <p:sp>
        <p:nvSpPr>
          <p:cNvPr id="28" name="Text 26">
            <a:extLst xmlns:a="http://schemas.openxmlformats.org/drawingml/2006/main">
              <a:ext uri="{FF2B5EF4-FFF2-40B4-BE49-F238E27FC236}">
                <a16:creationId xmlns:a16="http://schemas.microsoft.com/office/drawing/2014/main" id="{ADA3B1B1-5932-4EA3-A0EB-973286D00113}"/>
              </a:ext>
            </a:extLst>
          </p:cNvPr>
          <p:cNvSpPr>
            <a:spLocks xmlns:a="http://schemas.openxmlformats.org/drawingml/2006/main" noGrp="1"/>
          </p:cNvSpPr>
          <p:nvPr/>
        </p:nvSpPr>
        <p:spPr>
          <a:xfrm xmlns:a="http://schemas.openxmlformats.org/drawingml/2006/main">
            <a:off x="4762500" y="2600722"/>
            <a:ext cx="1257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a:t>
            </a:r>
            <a:endParaRPr sz="1300"/>
          </a:p>
        </p:txBody>
      </p:sp>
      <p:sp>
        <p:nvSpPr>
          <p:cNvPr id="29" name="Text 27">
            <a:extLst xmlns:a="http://schemas.openxmlformats.org/drawingml/2006/main">
              <a:ext uri="{FF2B5EF4-FFF2-40B4-BE49-F238E27FC236}">
                <a16:creationId xmlns:a16="http://schemas.microsoft.com/office/drawing/2014/main" id="{33BE24B2-D71E-4EB1-92E7-C8527ED79960}"/>
              </a:ext>
            </a:extLst>
          </p:cNvPr>
          <p:cNvSpPr>
            <a:spLocks xmlns:a="http://schemas.openxmlformats.org/drawingml/2006/main" noGrp="1"/>
          </p:cNvSpPr>
          <p:nvPr/>
        </p:nvSpPr>
        <p:spPr>
          <a:xfrm xmlns:a="http://schemas.openxmlformats.org/drawingml/2006/main">
            <a:off x="5969000" y="2600722"/>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23.040 t</a:t>
            </a:r>
            <a:endParaRPr sz="1300"/>
          </a:p>
        </p:txBody>
      </p:sp>
      <p:sp>
        <p:nvSpPr>
          <p:cNvPr id="30" name="Text 28">
            <a:extLst xmlns:a="http://schemas.openxmlformats.org/drawingml/2006/main">
              <a:ext uri="{FF2B5EF4-FFF2-40B4-BE49-F238E27FC236}">
                <a16:creationId xmlns:a16="http://schemas.microsoft.com/office/drawing/2014/main" id="{FDD8CD0B-276C-410B-B0DD-91DAE91C7C24}"/>
              </a:ext>
            </a:extLst>
          </p:cNvPr>
          <p:cNvSpPr>
            <a:spLocks xmlns:a="http://schemas.openxmlformats.org/drawingml/2006/main" noGrp="1"/>
          </p:cNvSpPr>
          <p:nvPr/>
        </p:nvSpPr>
        <p:spPr>
          <a:xfrm xmlns:a="http://schemas.openxmlformats.org/drawingml/2006/main">
            <a:off x="7048500" y="2600722"/>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$ 138,2 M</a:t>
            </a:r>
            <a:endParaRPr sz="1300"/>
          </a:p>
        </p:txBody>
      </p:sp>
      <p:sp>
        <p:nvSpPr>
          <p:cNvPr id="31" name="Text 29">
            <a:extLst xmlns:a="http://schemas.openxmlformats.org/drawingml/2006/main">
              <a:ext uri="{FF2B5EF4-FFF2-40B4-BE49-F238E27FC236}">
                <a16:creationId xmlns:a16="http://schemas.microsoft.com/office/drawing/2014/main" id="{0E2F2AF8-8C04-4838-AB25-EB1836731636}"/>
              </a:ext>
            </a:extLst>
          </p:cNvPr>
          <p:cNvSpPr>
            <a:spLocks xmlns:a="http://schemas.openxmlformats.org/drawingml/2006/main" noGrp="1"/>
          </p:cNvSpPr>
          <p:nvPr/>
        </p:nvSpPr>
        <p:spPr>
          <a:xfrm xmlns:a="http://schemas.openxmlformats.org/drawingml/2006/main">
            <a:off x="8128000" y="2600722"/>
            <a:ext cx="812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126,2</a:t>
            </a:r>
            <a:endParaRPr sz="1300"/>
          </a:p>
        </p:txBody>
      </p:sp>
      <p:sp>
        <p:nvSpPr>
          <p:cNvPr id="32" name="Text 30">
            <a:extLst xmlns:a="http://schemas.openxmlformats.org/drawingml/2006/main">
              <a:ext uri="{FF2B5EF4-FFF2-40B4-BE49-F238E27FC236}">
                <a16:creationId xmlns:a16="http://schemas.microsoft.com/office/drawing/2014/main" id="{69A424B5-C57B-4D3C-AE09-C0AC44AD28C5}"/>
              </a:ext>
            </a:extLst>
          </p:cNvPr>
          <p:cNvSpPr>
            <a:spLocks xmlns:a="http://schemas.openxmlformats.org/drawingml/2006/main" noGrp="1"/>
          </p:cNvSpPr>
          <p:nvPr/>
        </p:nvSpPr>
        <p:spPr>
          <a:xfrm xmlns:a="http://schemas.openxmlformats.org/drawingml/2006/main">
            <a:off x="8890000" y="2600722"/>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a:t>
            </a:r>
            <a:endParaRPr sz="1300"/>
          </a:p>
        </p:txBody>
      </p:sp>
      <p:sp>
        <p:nvSpPr>
          <p:cNvPr id="33" name="Shape 31">
            <a:extLst xmlns:a="http://schemas.openxmlformats.org/drawingml/2006/main">
              <a:ext uri="{FF2B5EF4-FFF2-40B4-BE49-F238E27FC236}">
                <a16:creationId xmlns:a16="http://schemas.microsoft.com/office/drawing/2014/main" id="{F6C2F335-0B87-41DD-A914-F911614A3DA1}"/>
              </a:ext>
            </a:extLst>
          </p:cNvPr>
          <p:cNvSpPr>
            <a:spLocks xmlns:a="http://schemas.openxmlformats.org/drawingml/2006/main" noGrp="1"/>
          </p:cNvSpPr>
          <p:nvPr/>
        </p:nvSpPr>
        <p:spPr>
          <a:xfrm xmlns:a="http://schemas.openxmlformats.org/drawingml/2006/main">
            <a:off x="812800" y="2898477"/>
            <a:ext cx="105664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4" name="Text 32">
            <a:extLst xmlns:a="http://schemas.openxmlformats.org/drawingml/2006/main">
              <a:ext uri="{FF2B5EF4-FFF2-40B4-BE49-F238E27FC236}">
                <a16:creationId xmlns:a16="http://schemas.microsoft.com/office/drawing/2014/main" id="{F6536684-D488-4BC7-97DA-0C62B3C84D30}"/>
              </a:ext>
            </a:extLst>
          </p:cNvPr>
          <p:cNvSpPr>
            <a:spLocks xmlns:a="http://schemas.openxmlformats.org/drawingml/2006/main" noGrp="1"/>
          </p:cNvSpPr>
          <p:nvPr/>
        </p:nvSpPr>
        <p:spPr>
          <a:xfrm xmlns:a="http://schemas.openxmlformats.org/drawingml/2006/main">
            <a:off x="812800" y="2965152"/>
            <a:ext cx="1003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28/8</a:t>
            </a:r>
            <a:endParaRPr sz="1300"/>
          </a:p>
        </p:txBody>
      </p:sp>
      <p:sp>
        <p:nvSpPr>
          <p:cNvPr id="35" name="Text 33">
            <a:extLst xmlns:a="http://schemas.openxmlformats.org/drawingml/2006/main">
              <a:ext uri="{FF2B5EF4-FFF2-40B4-BE49-F238E27FC236}">
                <a16:creationId xmlns:a16="http://schemas.microsoft.com/office/drawing/2014/main" id="{589544F8-A1DB-4F23-877D-E83515A84444}"/>
              </a:ext>
            </a:extLst>
          </p:cNvPr>
          <p:cNvSpPr>
            <a:spLocks xmlns:a="http://schemas.openxmlformats.org/drawingml/2006/main" noGrp="1"/>
          </p:cNvSpPr>
          <p:nvPr/>
        </p:nvSpPr>
        <p:spPr>
          <a:xfrm xmlns:a="http://schemas.openxmlformats.org/drawingml/2006/main">
            <a:off x="1765300" y="2965152"/>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18/08 a 22/08</a:t>
            </a:r>
            <a:endParaRPr sz="1300"/>
          </a:p>
        </p:txBody>
      </p:sp>
      <p:sp>
        <p:nvSpPr>
          <p:cNvPr id="36" name="Text 34">
            <a:extLst xmlns:a="http://schemas.openxmlformats.org/drawingml/2006/main">
              <a:ext uri="{FF2B5EF4-FFF2-40B4-BE49-F238E27FC236}">
                <a16:creationId xmlns:a16="http://schemas.microsoft.com/office/drawing/2014/main" id="{5335C11B-3669-4380-A2EF-80BCD8F5D8E9}"/>
              </a:ext>
            </a:extLst>
          </p:cNvPr>
          <p:cNvSpPr>
            <a:spLocks xmlns:a="http://schemas.openxmlformats.org/drawingml/2006/main" noGrp="1"/>
          </p:cNvSpPr>
          <p:nvPr/>
        </p:nvSpPr>
        <p:spPr>
          <a:xfrm xmlns:a="http://schemas.openxmlformats.org/drawingml/2006/main">
            <a:off x="3175000" y="2965152"/>
            <a:ext cx="749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532</a:t>
            </a:r>
            <a:endParaRPr sz="1300"/>
          </a:p>
        </p:txBody>
      </p:sp>
      <p:sp>
        <p:nvSpPr>
          <p:cNvPr id="37" name="Text 35">
            <a:extLst xmlns:a="http://schemas.openxmlformats.org/drawingml/2006/main">
              <a:ext uri="{FF2B5EF4-FFF2-40B4-BE49-F238E27FC236}">
                <a16:creationId xmlns:a16="http://schemas.microsoft.com/office/drawing/2014/main" id="{A193AD6C-6707-4CCE-BB36-701C9E347E98}"/>
              </a:ext>
            </a:extLst>
          </p:cNvPr>
          <p:cNvSpPr>
            <a:spLocks xmlns:a="http://schemas.openxmlformats.org/drawingml/2006/main" noGrp="1"/>
          </p:cNvSpPr>
          <p:nvPr/>
        </p:nvSpPr>
        <p:spPr>
          <a:xfrm xmlns:a="http://schemas.openxmlformats.org/drawingml/2006/main">
            <a:off x="3873500" y="2965152"/>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60</a:t>
            </a:r>
            <a:endParaRPr sz="1300"/>
          </a:p>
        </p:txBody>
      </p:sp>
      <p:sp>
        <p:nvSpPr>
          <p:cNvPr id="38" name="Text 36">
            <a:extLst xmlns:a="http://schemas.openxmlformats.org/drawingml/2006/main">
              <a:ext uri="{FF2B5EF4-FFF2-40B4-BE49-F238E27FC236}">
                <a16:creationId xmlns:a16="http://schemas.microsoft.com/office/drawing/2014/main" id="{7B63DD0F-11F3-446A-8443-9E76061CE25E}"/>
              </a:ext>
            </a:extLst>
          </p:cNvPr>
          <p:cNvSpPr>
            <a:spLocks xmlns:a="http://schemas.openxmlformats.org/drawingml/2006/main" noGrp="1"/>
          </p:cNvSpPr>
          <p:nvPr/>
        </p:nvSpPr>
        <p:spPr>
          <a:xfrm xmlns:a="http://schemas.openxmlformats.org/drawingml/2006/main">
            <a:off x="4762500" y="2965152"/>
            <a:ext cx="1257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a:t>
            </a:r>
            <a:endParaRPr sz="1300"/>
          </a:p>
        </p:txBody>
      </p:sp>
      <p:sp>
        <p:nvSpPr>
          <p:cNvPr id="39" name="Text 37">
            <a:extLst xmlns:a="http://schemas.openxmlformats.org/drawingml/2006/main">
              <a:ext uri="{FF2B5EF4-FFF2-40B4-BE49-F238E27FC236}">
                <a16:creationId xmlns:a16="http://schemas.microsoft.com/office/drawing/2014/main" id="{E2A97EDA-1C23-4BB0-B5BE-5C5A2314BE51}"/>
              </a:ext>
            </a:extLst>
          </p:cNvPr>
          <p:cNvSpPr>
            <a:spLocks xmlns:a="http://schemas.openxmlformats.org/drawingml/2006/main" noGrp="1"/>
          </p:cNvSpPr>
          <p:nvPr/>
        </p:nvSpPr>
        <p:spPr>
          <a:xfrm xmlns:a="http://schemas.openxmlformats.org/drawingml/2006/main">
            <a:off x="5969000" y="2965152"/>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15.960 t</a:t>
            </a:r>
            <a:endParaRPr sz="1300"/>
          </a:p>
        </p:txBody>
      </p:sp>
      <p:sp>
        <p:nvSpPr>
          <p:cNvPr id="40" name="Text 38">
            <a:extLst xmlns:a="http://schemas.openxmlformats.org/drawingml/2006/main">
              <a:ext uri="{FF2B5EF4-FFF2-40B4-BE49-F238E27FC236}">
                <a16:creationId xmlns:a16="http://schemas.microsoft.com/office/drawing/2014/main" id="{49B59DF0-1274-4CA3-8DF5-652A0E64E44D}"/>
              </a:ext>
            </a:extLst>
          </p:cNvPr>
          <p:cNvSpPr>
            <a:spLocks xmlns:a="http://schemas.openxmlformats.org/drawingml/2006/main" noGrp="1"/>
          </p:cNvSpPr>
          <p:nvPr/>
        </p:nvSpPr>
        <p:spPr>
          <a:xfrm xmlns:a="http://schemas.openxmlformats.org/drawingml/2006/main">
            <a:off x="7048500" y="2965152"/>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$ 95,8 M</a:t>
            </a:r>
            <a:endParaRPr sz="1300"/>
          </a:p>
        </p:txBody>
      </p:sp>
      <p:sp>
        <p:nvSpPr>
          <p:cNvPr id="41" name="Text 39">
            <a:extLst xmlns:a="http://schemas.openxmlformats.org/drawingml/2006/main">
              <a:ext uri="{FF2B5EF4-FFF2-40B4-BE49-F238E27FC236}">
                <a16:creationId xmlns:a16="http://schemas.microsoft.com/office/drawing/2014/main" id="{B6A85CD6-5784-4FCA-AE38-3EA11B71DF19}"/>
              </a:ext>
            </a:extLst>
          </p:cNvPr>
          <p:cNvSpPr>
            <a:spLocks xmlns:a="http://schemas.openxmlformats.org/drawingml/2006/main" noGrp="1"/>
          </p:cNvSpPr>
          <p:nvPr/>
        </p:nvSpPr>
        <p:spPr>
          <a:xfrm xmlns:a="http://schemas.openxmlformats.org/drawingml/2006/main">
            <a:off x="8128000" y="2965152"/>
            <a:ext cx="812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89,2</a:t>
            </a:r>
            <a:endParaRPr sz="1300"/>
          </a:p>
        </p:txBody>
      </p:sp>
      <p:sp>
        <p:nvSpPr>
          <p:cNvPr id="42" name="Text 40">
            <a:extLst xmlns:a="http://schemas.openxmlformats.org/drawingml/2006/main">
              <a:ext uri="{FF2B5EF4-FFF2-40B4-BE49-F238E27FC236}">
                <a16:creationId xmlns:a16="http://schemas.microsoft.com/office/drawing/2014/main" id="{C5BA1F3D-54A7-49BE-A590-2F0A0CD9C608}"/>
              </a:ext>
            </a:extLst>
          </p:cNvPr>
          <p:cNvSpPr>
            <a:spLocks xmlns:a="http://schemas.openxmlformats.org/drawingml/2006/main" noGrp="1"/>
          </p:cNvSpPr>
          <p:nvPr/>
        </p:nvSpPr>
        <p:spPr>
          <a:xfrm xmlns:a="http://schemas.openxmlformats.org/drawingml/2006/main">
            <a:off x="8890000" y="2965152"/>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396 min</a:t>
            </a:r>
            <a:endParaRPr sz="1300"/>
          </a:p>
        </p:txBody>
      </p:sp>
      <p:sp>
        <p:nvSpPr>
          <p:cNvPr id="43" name="Shape 41">
            <a:extLst xmlns:a="http://schemas.openxmlformats.org/drawingml/2006/main">
              <a:ext uri="{FF2B5EF4-FFF2-40B4-BE49-F238E27FC236}">
                <a16:creationId xmlns:a16="http://schemas.microsoft.com/office/drawing/2014/main" id="{F888ACFA-52E2-4B28-B2C1-2079CFEADB1C}"/>
              </a:ext>
            </a:extLst>
          </p:cNvPr>
          <p:cNvSpPr>
            <a:spLocks xmlns:a="http://schemas.openxmlformats.org/drawingml/2006/main" noGrp="1"/>
          </p:cNvSpPr>
          <p:nvPr/>
        </p:nvSpPr>
        <p:spPr>
          <a:xfrm xmlns:a="http://schemas.openxmlformats.org/drawingml/2006/main">
            <a:off x="812800" y="3262908"/>
            <a:ext cx="105664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44" name="Text 42">
            <a:extLst xmlns:a="http://schemas.openxmlformats.org/drawingml/2006/main">
              <a:ext uri="{FF2B5EF4-FFF2-40B4-BE49-F238E27FC236}">
                <a16:creationId xmlns:a16="http://schemas.microsoft.com/office/drawing/2014/main" id="{8D3594EC-0460-4B53-80E7-E7696A2023F1}"/>
              </a:ext>
            </a:extLst>
          </p:cNvPr>
          <p:cNvSpPr>
            <a:spLocks xmlns:a="http://schemas.openxmlformats.org/drawingml/2006/main" noGrp="1"/>
          </p:cNvSpPr>
          <p:nvPr/>
        </p:nvSpPr>
        <p:spPr>
          <a:xfrm xmlns:a="http://schemas.openxmlformats.org/drawingml/2006/main">
            <a:off x="812800" y="3329583"/>
            <a:ext cx="1003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4/9</a:t>
            </a:r>
            <a:endParaRPr sz="1300"/>
          </a:p>
        </p:txBody>
      </p:sp>
      <p:sp>
        <p:nvSpPr>
          <p:cNvPr id="45" name="Text 43">
            <a:extLst xmlns:a="http://schemas.openxmlformats.org/drawingml/2006/main">
              <a:ext uri="{FF2B5EF4-FFF2-40B4-BE49-F238E27FC236}">
                <a16:creationId xmlns:a16="http://schemas.microsoft.com/office/drawing/2014/main" id="{E69316F1-1F6A-4381-B0D9-478A3B6B3033}"/>
              </a:ext>
            </a:extLst>
          </p:cNvPr>
          <p:cNvSpPr>
            <a:spLocks xmlns:a="http://schemas.openxmlformats.org/drawingml/2006/main" noGrp="1"/>
          </p:cNvSpPr>
          <p:nvPr/>
        </p:nvSpPr>
        <p:spPr>
          <a:xfrm xmlns:a="http://schemas.openxmlformats.org/drawingml/2006/main">
            <a:off x="1765300" y="3329583"/>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28/08 a 02/09</a:t>
            </a:r>
            <a:endParaRPr sz="1300"/>
          </a:p>
        </p:txBody>
      </p:sp>
      <p:sp>
        <p:nvSpPr>
          <p:cNvPr id="46" name="Text 44">
            <a:extLst xmlns:a="http://schemas.openxmlformats.org/drawingml/2006/main">
              <a:ext uri="{FF2B5EF4-FFF2-40B4-BE49-F238E27FC236}">
                <a16:creationId xmlns:a16="http://schemas.microsoft.com/office/drawing/2014/main" id="{BC7DC275-8E12-4573-8E82-24ACA0DC1101}"/>
              </a:ext>
            </a:extLst>
          </p:cNvPr>
          <p:cNvSpPr>
            <a:spLocks xmlns:a="http://schemas.openxmlformats.org/drawingml/2006/main" noGrp="1"/>
          </p:cNvSpPr>
          <p:nvPr/>
        </p:nvSpPr>
        <p:spPr>
          <a:xfrm xmlns:a="http://schemas.openxmlformats.org/drawingml/2006/main">
            <a:off x="3175000" y="3329583"/>
            <a:ext cx="749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723</a:t>
            </a:r>
            <a:endParaRPr sz="1300"/>
          </a:p>
        </p:txBody>
      </p:sp>
      <p:sp>
        <p:nvSpPr>
          <p:cNvPr id="47" name="Text 45">
            <a:extLst xmlns:a="http://schemas.openxmlformats.org/drawingml/2006/main">
              <a:ext uri="{FF2B5EF4-FFF2-40B4-BE49-F238E27FC236}">
                <a16:creationId xmlns:a16="http://schemas.microsoft.com/office/drawing/2014/main" id="{BE69616B-2BD6-473C-A6C7-1A6E6F1BC371}"/>
              </a:ext>
            </a:extLst>
          </p:cNvPr>
          <p:cNvSpPr>
            <a:spLocks xmlns:a="http://schemas.openxmlformats.org/drawingml/2006/main" noGrp="1"/>
          </p:cNvSpPr>
          <p:nvPr/>
        </p:nvSpPr>
        <p:spPr>
          <a:xfrm xmlns:a="http://schemas.openxmlformats.org/drawingml/2006/main">
            <a:off x="3873500" y="3329583"/>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63</a:t>
            </a:r>
            <a:endParaRPr sz="1300"/>
          </a:p>
        </p:txBody>
      </p:sp>
      <p:sp>
        <p:nvSpPr>
          <p:cNvPr id="48" name="Text 46">
            <a:extLst xmlns:a="http://schemas.openxmlformats.org/drawingml/2006/main">
              <a:ext uri="{FF2B5EF4-FFF2-40B4-BE49-F238E27FC236}">
                <a16:creationId xmlns:a16="http://schemas.microsoft.com/office/drawing/2014/main" id="{B142200E-1044-4C74-86DA-5DD14A24A53C}"/>
              </a:ext>
            </a:extLst>
          </p:cNvPr>
          <p:cNvSpPr>
            <a:spLocks xmlns:a="http://schemas.openxmlformats.org/drawingml/2006/main" noGrp="1"/>
          </p:cNvSpPr>
          <p:nvPr/>
        </p:nvSpPr>
        <p:spPr>
          <a:xfrm xmlns:a="http://schemas.openxmlformats.org/drawingml/2006/main">
            <a:off x="4762500" y="3329583"/>
            <a:ext cx="1257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3</a:t>
            </a:r>
            <a:endParaRPr sz="1300"/>
          </a:p>
        </p:txBody>
      </p:sp>
      <p:sp>
        <p:nvSpPr>
          <p:cNvPr id="49" name="Text 47">
            <a:extLst xmlns:a="http://schemas.openxmlformats.org/drawingml/2006/main">
              <a:ext uri="{FF2B5EF4-FFF2-40B4-BE49-F238E27FC236}">
                <a16:creationId xmlns:a16="http://schemas.microsoft.com/office/drawing/2014/main" id="{B2BD7E46-388C-4F45-A752-7E3AB39E6B87}"/>
              </a:ext>
            </a:extLst>
          </p:cNvPr>
          <p:cNvSpPr>
            <a:spLocks xmlns:a="http://schemas.openxmlformats.org/drawingml/2006/main" noGrp="1"/>
          </p:cNvSpPr>
          <p:nvPr/>
        </p:nvSpPr>
        <p:spPr>
          <a:xfrm xmlns:a="http://schemas.openxmlformats.org/drawingml/2006/main">
            <a:off x="5969000" y="3329583"/>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21.690 t</a:t>
            </a:r>
            <a:endParaRPr sz="1300"/>
          </a:p>
        </p:txBody>
      </p:sp>
      <p:sp>
        <p:nvSpPr>
          <p:cNvPr id="50" name="Text 48">
            <a:extLst xmlns:a="http://schemas.openxmlformats.org/drawingml/2006/main">
              <a:ext uri="{FF2B5EF4-FFF2-40B4-BE49-F238E27FC236}">
                <a16:creationId xmlns:a16="http://schemas.microsoft.com/office/drawing/2014/main" id="{A4C5C10D-9022-49DE-BE51-2242B980E243}"/>
              </a:ext>
            </a:extLst>
          </p:cNvPr>
          <p:cNvSpPr>
            <a:spLocks xmlns:a="http://schemas.openxmlformats.org/drawingml/2006/main" noGrp="1"/>
          </p:cNvSpPr>
          <p:nvPr/>
        </p:nvSpPr>
        <p:spPr>
          <a:xfrm xmlns:a="http://schemas.openxmlformats.org/drawingml/2006/main">
            <a:off x="7048500" y="3329583"/>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$ 130,1 M</a:t>
            </a:r>
            <a:endParaRPr sz="1300"/>
          </a:p>
        </p:txBody>
      </p:sp>
      <p:sp>
        <p:nvSpPr>
          <p:cNvPr id="51" name="Text 49">
            <a:extLst xmlns:a="http://schemas.openxmlformats.org/drawingml/2006/main">
              <a:ext uri="{FF2B5EF4-FFF2-40B4-BE49-F238E27FC236}">
                <a16:creationId xmlns:a16="http://schemas.microsoft.com/office/drawing/2014/main" id="{04992A1B-7455-4409-BCC1-91D4FB119EA8}"/>
              </a:ext>
            </a:extLst>
          </p:cNvPr>
          <p:cNvSpPr>
            <a:spLocks xmlns:a="http://schemas.openxmlformats.org/drawingml/2006/main" noGrp="1"/>
          </p:cNvSpPr>
          <p:nvPr/>
        </p:nvSpPr>
        <p:spPr>
          <a:xfrm xmlns:a="http://schemas.openxmlformats.org/drawingml/2006/main">
            <a:off x="8128000" y="3329583"/>
            <a:ext cx="812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121,6</a:t>
            </a:r>
            <a:endParaRPr sz="1300"/>
          </a:p>
        </p:txBody>
      </p:sp>
      <p:sp>
        <p:nvSpPr>
          <p:cNvPr id="52" name="Text 50">
            <a:extLst xmlns:a="http://schemas.openxmlformats.org/drawingml/2006/main">
              <a:ext uri="{FF2B5EF4-FFF2-40B4-BE49-F238E27FC236}">
                <a16:creationId xmlns:a16="http://schemas.microsoft.com/office/drawing/2014/main" id="{5A7AA01E-8ED3-42A6-8E9D-E31D73327DCB}"/>
              </a:ext>
            </a:extLst>
          </p:cNvPr>
          <p:cNvSpPr>
            <a:spLocks xmlns:a="http://schemas.openxmlformats.org/drawingml/2006/main" noGrp="1"/>
          </p:cNvSpPr>
          <p:nvPr/>
        </p:nvSpPr>
        <p:spPr>
          <a:xfrm xmlns:a="http://schemas.openxmlformats.org/drawingml/2006/main">
            <a:off x="8890000" y="3329583"/>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381 min</a:t>
            </a:r>
            <a:endParaRPr sz="1300"/>
          </a:p>
        </p:txBody>
      </p:sp>
      <p:sp>
        <p:nvSpPr>
          <p:cNvPr id="53" name="Shape 51">
            <a:extLst xmlns:a="http://schemas.openxmlformats.org/drawingml/2006/main">
              <a:ext uri="{FF2B5EF4-FFF2-40B4-BE49-F238E27FC236}">
                <a16:creationId xmlns:a16="http://schemas.microsoft.com/office/drawing/2014/main" id="{40E8D142-A89C-41F4-9C3D-6D829868A6B9}"/>
              </a:ext>
            </a:extLst>
          </p:cNvPr>
          <p:cNvSpPr>
            <a:spLocks xmlns:a="http://schemas.openxmlformats.org/drawingml/2006/main" noGrp="1"/>
          </p:cNvSpPr>
          <p:nvPr/>
        </p:nvSpPr>
        <p:spPr>
          <a:xfrm xmlns:a="http://schemas.openxmlformats.org/drawingml/2006/main">
            <a:off x="812800" y="3627338"/>
            <a:ext cx="105664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54" name="Text 52">
            <a:extLst xmlns:a="http://schemas.openxmlformats.org/drawingml/2006/main">
              <a:ext uri="{FF2B5EF4-FFF2-40B4-BE49-F238E27FC236}">
                <a16:creationId xmlns:a16="http://schemas.microsoft.com/office/drawing/2014/main" id="{0AFFEAB1-7265-4E07-9B0B-E24904E67313}"/>
              </a:ext>
            </a:extLst>
          </p:cNvPr>
          <p:cNvSpPr>
            <a:spLocks xmlns:a="http://schemas.openxmlformats.org/drawingml/2006/main" noGrp="1"/>
          </p:cNvSpPr>
          <p:nvPr/>
        </p:nvSpPr>
        <p:spPr>
          <a:xfrm xmlns:a="http://schemas.openxmlformats.org/drawingml/2006/main">
            <a:off x="812800" y="3694013"/>
            <a:ext cx="1003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11/9</a:t>
            </a:r>
            <a:endParaRPr sz="1300"/>
          </a:p>
        </p:txBody>
      </p:sp>
      <p:sp>
        <p:nvSpPr>
          <p:cNvPr id="55" name="Text 53">
            <a:extLst xmlns:a="http://schemas.openxmlformats.org/drawingml/2006/main">
              <a:ext uri="{FF2B5EF4-FFF2-40B4-BE49-F238E27FC236}">
                <a16:creationId xmlns:a16="http://schemas.microsoft.com/office/drawing/2014/main" id="{3DF11482-0F82-4F31-A54F-AA7532E23B94}"/>
              </a:ext>
            </a:extLst>
          </p:cNvPr>
          <p:cNvSpPr>
            <a:spLocks xmlns:a="http://schemas.openxmlformats.org/drawingml/2006/main" noGrp="1"/>
          </p:cNvSpPr>
          <p:nvPr/>
        </p:nvSpPr>
        <p:spPr>
          <a:xfrm xmlns:a="http://schemas.openxmlformats.org/drawingml/2006/main">
            <a:off x="1765300" y="3694013"/>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03/09 a 05/09</a:t>
            </a:r>
            <a:endParaRPr sz="1300"/>
          </a:p>
        </p:txBody>
      </p:sp>
      <p:sp>
        <p:nvSpPr>
          <p:cNvPr id="56" name="Text 54">
            <a:extLst xmlns:a="http://schemas.openxmlformats.org/drawingml/2006/main">
              <a:ext uri="{FF2B5EF4-FFF2-40B4-BE49-F238E27FC236}">
                <a16:creationId xmlns:a16="http://schemas.microsoft.com/office/drawing/2014/main" id="{C32B8B4C-9CA9-473D-B137-88B283198808}"/>
              </a:ext>
            </a:extLst>
          </p:cNvPr>
          <p:cNvSpPr>
            <a:spLocks xmlns:a="http://schemas.openxmlformats.org/drawingml/2006/main" noGrp="1"/>
          </p:cNvSpPr>
          <p:nvPr/>
        </p:nvSpPr>
        <p:spPr>
          <a:xfrm xmlns:a="http://schemas.openxmlformats.org/drawingml/2006/main">
            <a:off x="3175000" y="3694013"/>
            <a:ext cx="749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383</a:t>
            </a:r>
            <a:endParaRPr sz="1300"/>
          </a:p>
        </p:txBody>
      </p:sp>
      <p:sp>
        <p:nvSpPr>
          <p:cNvPr id="57" name="Text 55">
            <a:extLst xmlns:a="http://schemas.openxmlformats.org/drawingml/2006/main">
              <a:ext uri="{FF2B5EF4-FFF2-40B4-BE49-F238E27FC236}">
                <a16:creationId xmlns:a16="http://schemas.microsoft.com/office/drawing/2014/main" id="{41CDE910-DF0D-4DD4-84CD-63F2680DB146}"/>
              </a:ext>
            </a:extLst>
          </p:cNvPr>
          <p:cNvSpPr>
            <a:spLocks xmlns:a="http://schemas.openxmlformats.org/drawingml/2006/main" noGrp="1"/>
          </p:cNvSpPr>
          <p:nvPr/>
        </p:nvSpPr>
        <p:spPr>
          <a:xfrm xmlns:a="http://schemas.openxmlformats.org/drawingml/2006/main">
            <a:off x="3873500" y="3694013"/>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65</a:t>
            </a:r>
            <a:endParaRPr sz="1300"/>
          </a:p>
        </p:txBody>
      </p:sp>
      <p:sp>
        <p:nvSpPr>
          <p:cNvPr id="58" name="Text 56">
            <a:extLst xmlns:a="http://schemas.openxmlformats.org/drawingml/2006/main">
              <a:ext uri="{FF2B5EF4-FFF2-40B4-BE49-F238E27FC236}">
                <a16:creationId xmlns:a16="http://schemas.microsoft.com/office/drawing/2014/main" id="{3A3C109B-9634-4FCD-8415-E02850FCC6D1}"/>
              </a:ext>
            </a:extLst>
          </p:cNvPr>
          <p:cNvSpPr>
            <a:spLocks xmlns:a="http://schemas.openxmlformats.org/drawingml/2006/main" noGrp="1"/>
          </p:cNvSpPr>
          <p:nvPr/>
        </p:nvSpPr>
        <p:spPr>
          <a:xfrm xmlns:a="http://schemas.openxmlformats.org/drawingml/2006/main">
            <a:off x="4762500" y="3694013"/>
            <a:ext cx="1257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a:t>
            </a:r>
            <a:endParaRPr sz="1300"/>
          </a:p>
        </p:txBody>
      </p:sp>
      <p:sp>
        <p:nvSpPr>
          <p:cNvPr id="59" name="Text 57">
            <a:extLst xmlns:a="http://schemas.openxmlformats.org/drawingml/2006/main">
              <a:ext uri="{FF2B5EF4-FFF2-40B4-BE49-F238E27FC236}">
                <a16:creationId xmlns:a16="http://schemas.microsoft.com/office/drawing/2014/main" id="{DC4F655B-2B55-4584-810F-7860BB9B6B60}"/>
              </a:ext>
            </a:extLst>
          </p:cNvPr>
          <p:cNvSpPr>
            <a:spLocks xmlns:a="http://schemas.openxmlformats.org/drawingml/2006/main" noGrp="1"/>
          </p:cNvSpPr>
          <p:nvPr/>
        </p:nvSpPr>
        <p:spPr>
          <a:xfrm xmlns:a="http://schemas.openxmlformats.org/drawingml/2006/main">
            <a:off x="5969000" y="3694013"/>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11.490 t</a:t>
            </a:r>
            <a:endParaRPr sz="1300"/>
          </a:p>
        </p:txBody>
      </p:sp>
      <p:sp>
        <p:nvSpPr>
          <p:cNvPr id="60" name="Text 58">
            <a:extLst xmlns:a="http://schemas.openxmlformats.org/drawingml/2006/main">
              <a:ext uri="{FF2B5EF4-FFF2-40B4-BE49-F238E27FC236}">
                <a16:creationId xmlns:a16="http://schemas.microsoft.com/office/drawing/2014/main" id="{918846A0-C5ED-4E82-9D6F-891B46B567A7}"/>
              </a:ext>
            </a:extLst>
          </p:cNvPr>
          <p:cNvSpPr>
            <a:spLocks xmlns:a="http://schemas.openxmlformats.org/drawingml/2006/main" noGrp="1"/>
          </p:cNvSpPr>
          <p:nvPr/>
        </p:nvSpPr>
        <p:spPr>
          <a:xfrm xmlns:a="http://schemas.openxmlformats.org/drawingml/2006/main">
            <a:off x="7048500" y="3694013"/>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$ 68,9 M</a:t>
            </a:r>
            <a:endParaRPr sz="1300"/>
          </a:p>
        </p:txBody>
      </p:sp>
      <p:sp>
        <p:nvSpPr>
          <p:cNvPr id="61" name="Text 59">
            <a:extLst xmlns:a="http://schemas.openxmlformats.org/drawingml/2006/main">
              <a:ext uri="{FF2B5EF4-FFF2-40B4-BE49-F238E27FC236}">
                <a16:creationId xmlns:a16="http://schemas.microsoft.com/office/drawing/2014/main" id="{21A42B75-9B38-4B88-A703-9400FD61F199}"/>
              </a:ext>
            </a:extLst>
          </p:cNvPr>
          <p:cNvSpPr>
            <a:spLocks xmlns:a="http://schemas.openxmlformats.org/drawingml/2006/main" noGrp="1"/>
          </p:cNvSpPr>
          <p:nvPr/>
        </p:nvSpPr>
        <p:spPr>
          <a:xfrm xmlns:a="http://schemas.openxmlformats.org/drawingml/2006/main">
            <a:off x="8128000" y="3694013"/>
            <a:ext cx="812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60,1</a:t>
            </a:r>
            <a:endParaRPr sz="1300"/>
          </a:p>
        </p:txBody>
      </p:sp>
      <p:sp>
        <p:nvSpPr>
          <p:cNvPr id="62" name="Text 60">
            <a:extLst xmlns:a="http://schemas.openxmlformats.org/drawingml/2006/main">
              <a:ext uri="{FF2B5EF4-FFF2-40B4-BE49-F238E27FC236}">
                <a16:creationId xmlns:a16="http://schemas.microsoft.com/office/drawing/2014/main" id="{BA7FE7A1-A574-483B-A5BD-C48624C3AF59}"/>
              </a:ext>
            </a:extLst>
          </p:cNvPr>
          <p:cNvSpPr>
            <a:spLocks xmlns:a="http://schemas.openxmlformats.org/drawingml/2006/main" noGrp="1"/>
          </p:cNvSpPr>
          <p:nvPr/>
        </p:nvSpPr>
        <p:spPr>
          <a:xfrm xmlns:a="http://schemas.openxmlformats.org/drawingml/2006/main">
            <a:off x="8890000" y="3694013"/>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392 min</a:t>
            </a:r>
            <a:endParaRPr sz="1300"/>
          </a:p>
        </p:txBody>
      </p:sp>
      <p:sp>
        <p:nvSpPr>
          <p:cNvPr id="63" name="Shape 61">
            <a:extLst xmlns:a="http://schemas.openxmlformats.org/drawingml/2006/main">
              <a:ext uri="{FF2B5EF4-FFF2-40B4-BE49-F238E27FC236}">
                <a16:creationId xmlns:a16="http://schemas.microsoft.com/office/drawing/2014/main" id="{BA11928D-84D2-4936-ADCD-814521D86268}"/>
              </a:ext>
            </a:extLst>
          </p:cNvPr>
          <p:cNvSpPr>
            <a:spLocks xmlns:a="http://schemas.openxmlformats.org/drawingml/2006/main" noGrp="1"/>
          </p:cNvSpPr>
          <p:nvPr/>
        </p:nvSpPr>
        <p:spPr>
          <a:xfrm xmlns:a="http://schemas.openxmlformats.org/drawingml/2006/main">
            <a:off x="812800" y="3991769"/>
            <a:ext cx="105664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64" name="Text 62">
            <a:extLst xmlns:a="http://schemas.openxmlformats.org/drawingml/2006/main">
              <a:ext uri="{FF2B5EF4-FFF2-40B4-BE49-F238E27FC236}">
                <a16:creationId xmlns:a16="http://schemas.microsoft.com/office/drawing/2014/main" id="{33E690E0-67EE-490C-965B-C44ECD81665E}"/>
              </a:ext>
            </a:extLst>
          </p:cNvPr>
          <p:cNvSpPr>
            <a:spLocks xmlns:a="http://schemas.openxmlformats.org/drawingml/2006/main" noGrp="1"/>
          </p:cNvSpPr>
          <p:nvPr/>
        </p:nvSpPr>
        <p:spPr>
          <a:xfrm xmlns:a="http://schemas.openxmlformats.org/drawingml/2006/main">
            <a:off x="812800" y="4058444"/>
            <a:ext cx="1003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18/9</a:t>
            </a:r>
            <a:endParaRPr sz="1300"/>
          </a:p>
        </p:txBody>
      </p:sp>
      <p:sp>
        <p:nvSpPr>
          <p:cNvPr id="65" name="Text 63">
            <a:extLst xmlns:a="http://schemas.openxmlformats.org/drawingml/2006/main">
              <a:ext uri="{FF2B5EF4-FFF2-40B4-BE49-F238E27FC236}">
                <a16:creationId xmlns:a16="http://schemas.microsoft.com/office/drawing/2014/main" id="{95959743-5B19-43E2-BC36-A757B2D49311}"/>
              </a:ext>
            </a:extLst>
          </p:cNvPr>
          <p:cNvSpPr>
            <a:spLocks xmlns:a="http://schemas.openxmlformats.org/drawingml/2006/main" noGrp="1"/>
          </p:cNvSpPr>
          <p:nvPr/>
        </p:nvSpPr>
        <p:spPr>
          <a:xfrm xmlns:a="http://schemas.openxmlformats.org/drawingml/2006/main">
            <a:off x="1765300" y="4058444"/>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14/09 a 15/09</a:t>
            </a:r>
            <a:endParaRPr sz="1300"/>
          </a:p>
        </p:txBody>
      </p:sp>
      <p:sp>
        <p:nvSpPr>
          <p:cNvPr id="66" name="Text 64">
            <a:extLst xmlns:a="http://schemas.openxmlformats.org/drawingml/2006/main">
              <a:ext uri="{FF2B5EF4-FFF2-40B4-BE49-F238E27FC236}">
                <a16:creationId xmlns:a16="http://schemas.microsoft.com/office/drawing/2014/main" id="{7B22A669-AB0D-4A23-8F58-FC13A1273EE5}"/>
              </a:ext>
            </a:extLst>
          </p:cNvPr>
          <p:cNvSpPr>
            <a:spLocks xmlns:a="http://schemas.openxmlformats.org/drawingml/2006/main" noGrp="1"/>
          </p:cNvSpPr>
          <p:nvPr/>
        </p:nvSpPr>
        <p:spPr>
          <a:xfrm xmlns:a="http://schemas.openxmlformats.org/drawingml/2006/main">
            <a:off x="3175000" y="4058444"/>
            <a:ext cx="749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189</a:t>
            </a:r>
            <a:endParaRPr sz="1300"/>
          </a:p>
        </p:txBody>
      </p:sp>
      <p:sp>
        <p:nvSpPr>
          <p:cNvPr id="67" name="Text 65">
            <a:extLst xmlns:a="http://schemas.openxmlformats.org/drawingml/2006/main">
              <a:ext uri="{FF2B5EF4-FFF2-40B4-BE49-F238E27FC236}">
                <a16:creationId xmlns:a16="http://schemas.microsoft.com/office/drawing/2014/main" id="{C505A0E6-FB2D-46C9-B604-7818DFEC5577}"/>
              </a:ext>
            </a:extLst>
          </p:cNvPr>
          <p:cNvSpPr>
            <a:spLocks xmlns:a="http://schemas.openxmlformats.org/drawingml/2006/main" noGrp="1"/>
          </p:cNvSpPr>
          <p:nvPr/>
        </p:nvSpPr>
        <p:spPr>
          <a:xfrm xmlns:a="http://schemas.openxmlformats.org/drawingml/2006/main">
            <a:off x="3873500" y="4058444"/>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48</a:t>
            </a:r>
            <a:endParaRPr sz="1300"/>
          </a:p>
        </p:txBody>
      </p:sp>
      <p:sp>
        <p:nvSpPr>
          <p:cNvPr id="68" name="Text 66">
            <a:extLst xmlns:a="http://schemas.openxmlformats.org/drawingml/2006/main">
              <a:ext uri="{FF2B5EF4-FFF2-40B4-BE49-F238E27FC236}">
                <a16:creationId xmlns:a16="http://schemas.microsoft.com/office/drawing/2014/main" id="{0267CE21-BA1F-44DC-A4DA-34E37C1AD183}"/>
              </a:ext>
            </a:extLst>
          </p:cNvPr>
          <p:cNvSpPr>
            <a:spLocks xmlns:a="http://schemas.openxmlformats.org/drawingml/2006/main" noGrp="1"/>
          </p:cNvSpPr>
          <p:nvPr/>
        </p:nvSpPr>
        <p:spPr>
          <a:xfrm xmlns:a="http://schemas.openxmlformats.org/drawingml/2006/main">
            <a:off x="4762500" y="4058444"/>
            <a:ext cx="1257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a:t>
            </a:r>
            <a:endParaRPr sz="1300"/>
          </a:p>
        </p:txBody>
      </p:sp>
      <p:sp>
        <p:nvSpPr>
          <p:cNvPr id="69" name="Text 67">
            <a:extLst xmlns:a="http://schemas.openxmlformats.org/drawingml/2006/main">
              <a:ext uri="{FF2B5EF4-FFF2-40B4-BE49-F238E27FC236}">
                <a16:creationId xmlns:a16="http://schemas.microsoft.com/office/drawing/2014/main" id="{45ABC5FE-7FC2-4B2C-A1FC-D3797A105FF6}"/>
              </a:ext>
            </a:extLst>
          </p:cNvPr>
          <p:cNvSpPr>
            <a:spLocks xmlns:a="http://schemas.openxmlformats.org/drawingml/2006/main" noGrp="1"/>
          </p:cNvSpPr>
          <p:nvPr/>
        </p:nvSpPr>
        <p:spPr>
          <a:xfrm xmlns:a="http://schemas.openxmlformats.org/drawingml/2006/main">
            <a:off x="5969000" y="4058444"/>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5.670 t</a:t>
            </a:r>
            <a:endParaRPr sz="1300"/>
          </a:p>
        </p:txBody>
      </p:sp>
      <p:sp>
        <p:nvSpPr>
          <p:cNvPr id="70" name="Text 68">
            <a:extLst xmlns:a="http://schemas.openxmlformats.org/drawingml/2006/main">
              <a:ext uri="{FF2B5EF4-FFF2-40B4-BE49-F238E27FC236}">
                <a16:creationId xmlns:a16="http://schemas.microsoft.com/office/drawing/2014/main" id="{C45E5D14-DD68-4D78-9F85-607DC5706C39}"/>
              </a:ext>
            </a:extLst>
          </p:cNvPr>
          <p:cNvSpPr>
            <a:spLocks xmlns:a="http://schemas.openxmlformats.org/drawingml/2006/main" noGrp="1"/>
          </p:cNvSpPr>
          <p:nvPr/>
        </p:nvSpPr>
        <p:spPr>
          <a:xfrm xmlns:a="http://schemas.openxmlformats.org/drawingml/2006/main">
            <a:off x="7048500" y="4058444"/>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$ 34,0 M</a:t>
            </a:r>
            <a:endParaRPr sz="1300"/>
          </a:p>
        </p:txBody>
      </p:sp>
      <p:sp>
        <p:nvSpPr>
          <p:cNvPr id="71" name="Text 69">
            <a:extLst xmlns:a="http://schemas.openxmlformats.org/drawingml/2006/main">
              <a:ext uri="{FF2B5EF4-FFF2-40B4-BE49-F238E27FC236}">
                <a16:creationId xmlns:a16="http://schemas.microsoft.com/office/drawing/2014/main" id="{E6C72FD1-BC3B-4D0F-B540-BA406F57895D}"/>
              </a:ext>
            </a:extLst>
          </p:cNvPr>
          <p:cNvSpPr>
            <a:spLocks xmlns:a="http://schemas.openxmlformats.org/drawingml/2006/main" noGrp="1"/>
          </p:cNvSpPr>
          <p:nvPr/>
        </p:nvSpPr>
        <p:spPr>
          <a:xfrm xmlns:a="http://schemas.openxmlformats.org/drawingml/2006/main">
            <a:off x="8128000" y="4058444"/>
            <a:ext cx="812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27,3</a:t>
            </a:r>
            <a:endParaRPr sz="1300"/>
          </a:p>
        </p:txBody>
      </p:sp>
      <p:sp>
        <p:nvSpPr>
          <p:cNvPr id="72" name="Text 70">
            <a:extLst xmlns:a="http://schemas.openxmlformats.org/drawingml/2006/main">
              <a:ext uri="{FF2B5EF4-FFF2-40B4-BE49-F238E27FC236}">
                <a16:creationId xmlns:a16="http://schemas.microsoft.com/office/drawing/2014/main" id="{6827431A-DD4F-45E8-A32B-10440F8F781B}"/>
              </a:ext>
            </a:extLst>
          </p:cNvPr>
          <p:cNvSpPr>
            <a:spLocks xmlns:a="http://schemas.openxmlformats.org/drawingml/2006/main" noGrp="1"/>
          </p:cNvSpPr>
          <p:nvPr/>
        </p:nvSpPr>
        <p:spPr>
          <a:xfrm xmlns:a="http://schemas.openxmlformats.org/drawingml/2006/main">
            <a:off x="8890000" y="4058444"/>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263 min</a:t>
            </a:r>
            <a:endParaRPr sz="1300"/>
          </a:p>
        </p:txBody>
      </p:sp>
      <p:sp>
        <p:nvSpPr>
          <p:cNvPr id="73" name="Shape 71">
            <a:extLst xmlns:a="http://schemas.openxmlformats.org/drawingml/2006/main">
              <a:ext uri="{FF2B5EF4-FFF2-40B4-BE49-F238E27FC236}">
                <a16:creationId xmlns:a16="http://schemas.microsoft.com/office/drawing/2014/main" id="{92B510BE-923D-4C08-A5ED-8E44797EA422}"/>
              </a:ext>
            </a:extLst>
          </p:cNvPr>
          <p:cNvSpPr>
            <a:spLocks xmlns:a="http://schemas.openxmlformats.org/drawingml/2006/main" noGrp="1"/>
          </p:cNvSpPr>
          <p:nvPr/>
        </p:nvSpPr>
        <p:spPr>
          <a:xfrm xmlns:a="http://schemas.openxmlformats.org/drawingml/2006/main">
            <a:off x="812800" y="4353024"/>
            <a:ext cx="10566400" cy="364430"/>
          </a:xfrm>
          <a:prstGeom xmlns:a="http://schemas.openxmlformats.org/drawingml/2006/main" prst="rect">
            <a:avLst/>
          </a:prstGeom>
          <a:solidFill xmlns:a="http://schemas.openxmlformats.org/drawingml/2006/main">
            <a:srgbClr val="F3EADF"/>
          </a:solidFill>
        </p:spPr>
      </p:sp>
      <p:sp>
        <p:nvSpPr>
          <p:cNvPr id="74" name="Shape 72">
            <a:extLst xmlns:a="http://schemas.openxmlformats.org/drawingml/2006/main">
              <a:ext uri="{FF2B5EF4-FFF2-40B4-BE49-F238E27FC236}">
                <a16:creationId xmlns:a16="http://schemas.microsoft.com/office/drawing/2014/main" id="{C71C6044-2F07-46DF-918F-1DBD4FCEC94A}"/>
              </a:ext>
            </a:extLst>
          </p:cNvPr>
          <p:cNvSpPr>
            <a:spLocks xmlns:a="http://schemas.openxmlformats.org/drawingml/2006/main" noGrp="1"/>
          </p:cNvSpPr>
          <p:nvPr/>
        </p:nvSpPr>
        <p:spPr>
          <a:xfrm xmlns:a="http://schemas.openxmlformats.org/drawingml/2006/main">
            <a:off x="812800" y="4356199"/>
            <a:ext cx="105664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75" name="Text 73">
            <a:extLst xmlns:a="http://schemas.openxmlformats.org/drawingml/2006/main">
              <a:ext uri="{FF2B5EF4-FFF2-40B4-BE49-F238E27FC236}">
                <a16:creationId xmlns:a16="http://schemas.microsoft.com/office/drawing/2014/main" id="{C9C9A9D1-9374-429D-BA10-D2CD993159D3}"/>
              </a:ext>
            </a:extLst>
          </p:cNvPr>
          <p:cNvSpPr>
            <a:spLocks xmlns:a="http://schemas.openxmlformats.org/drawingml/2006/main" noGrp="1"/>
          </p:cNvSpPr>
          <p:nvPr/>
        </p:nvSpPr>
        <p:spPr>
          <a:xfrm xmlns:a="http://schemas.openxmlformats.org/drawingml/2006/main">
            <a:off x="812800" y="4422874"/>
            <a:ext cx="1003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5E4428"/>
                </a:solidFill>
                <a:latin typeface="IBM Plex Sans"/>
                <a:ea typeface="IBM Plex Sans"/>
                <a:cs typeface="IBM Plex Sans"/>
              </a:rPr>
              <a:t>2/10</a:t>
            </a:r>
            <a:endParaRPr sz="1300"/>
          </a:p>
        </p:txBody>
      </p:sp>
      <p:sp>
        <p:nvSpPr>
          <p:cNvPr id="76" name="Text 74">
            <a:extLst xmlns:a="http://schemas.openxmlformats.org/drawingml/2006/main">
              <a:ext uri="{FF2B5EF4-FFF2-40B4-BE49-F238E27FC236}">
                <a16:creationId xmlns:a16="http://schemas.microsoft.com/office/drawing/2014/main" id="{C3DB9BF6-079D-4925-B4B2-3FDA4B0D962C}"/>
              </a:ext>
            </a:extLst>
          </p:cNvPr>
          <p:cNvSpPr>
            <a:spLocks xmlns:a="http://schemas.openxmlformats.org/drawingml/2006/main" noGrp="1"/>
          </p:cNvSpPr>
          <p:nvPr/>
        </p:nvSpPr>
        <p:spPr>
          <a:xfrm xmlns:a="http://schemas.openxmlformats.org/drawingml/2006/main">
            <a:off x="1765300" y="4422874"/>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5E4428"/>
                </a:solidFill>
                <a:latin typeface="IBM Plex Sans"/>
                <a:ea typeface="IBM Plex Sans"/>
                <a:cs typeface="IBM Plex Sans"/>
              </a:rPr>
              <a:t>24/09 a 30/09</a:t>
            </a:r>
            <a:endParaRPr sz="1300"/>
          </a:p>
        </p:txBody>
      </p:sp>
      <p:sp>
        <p:nvSpPr>
          <p:cNvPr id="77" name="Text 75">
            <a:extLst xmlns:a="http://schemas.openxmlformats.org/drawingml/2006/main">
              <a:ext uri="{FF2B5EF4-FFF2-40B4-BE49-F238E27FC236}">
                <a16:creationId xmlns:a16="http://schemas.microsoft.com/office/drawing/2014/main" id="{C0D9DA6D-5641-4338-8FE5-2F3CCC145526}"/>
              </a:ext>
            </a:extLst>
          </p:cNvPr>
          <p:cNvSpPr>
            <a:spLocks xmlns:a="http://schemas.openxmlformats.org/drawingml/2006/main" noGrp="1"/>
          </p:cNvSpPr>
          <p:nvPr/>
        </p:nvSpPr>
        <p:spPr>
          <a:xfrm xmlns:a="http://schemas.openxmlformats.org/drawingml/2006/main">
            <a:off x="3175000" y="4422874"/>
            <a:ext cx="749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307</a:t>
            </a:r>
            <a:endParaRPr sz="1300"/>
          </a:p>
        </p:txBody>
      </p:sp>
      <p:sp>
        <p:nvSpPr>
          <p:cNvPr id="78" name="Text 76">
            <a:extLst xmlns:a="http://schemas.openxmlformats.org/drawingml/2006/main">
              <a:ext uri="{FF2B5EF4-FFF2-40B4-BE49-F238E27FC236}">
                <a16:creationId xmlns:a16="http://schemas.microsoft.com/office/drawing/2014/main" id="{A046C4B9-EEA4-4851-8D56-4E4A99373AD2}"/>
              </a:ext>
            </a:extLst>
          </p:cNvPr>
          <p:cNvSpPr>
            <a:spLocks xmlns:a="http://schemas.openxmlformats.org/drawingml/2006/main" noGrp="1"/>
          </p:cNvSpPr>
          <p:nvPr/>
        </p:nvSpPr>
        <p:spPr>
          <a:xfrm xmlns:a="http://schemas.openxmlformats.org/drawingml/2006/main">
            <a:off x="3873500" y="4422874"/>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62</a:t>
            </a:r>
            <a:endParaRPr sz="1300"/>
          </a:p>
        </p:txBody>
      </p:sp>
      <p:sp>
        <p:nvSpPr>
          <p:cNvPr id="79" name="Text 77">
            <a:extLst xmlns:a="http://schemas.openxmlformats.org/drawingml/2006/main">
              <a:ext uri="{FF2B5EF4-FFF2-40B4-BE49-F238E27FC236}">
                <a16:creationId xmlns:a16="http://schemas.microsoft.com/office/drawing/2014/main" id="{FDBB7E08-E1B7-41A4-9187-38A2EC929802}"/>
              </a:ext>
            </a:extLst>
          </p:cNvPr>
          <p:cNvSpPr>
            <a:spLocks xmlns:a="http://schemas.openxmlformats.org/drawingml/2006/main" noGrp="1"/>
          </p:cNvSpPr>
          <p:nvPr/>
        </p:nvSpPr>
        <p:spPr>
          <a:xfrm xmlns:a="http://schemas.openxmlformats.org/drawingml/2006/main">
            <a:off x="4762500" y="4422874"/>
            <a:ext cx="1257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2</a:t>
            </a:r>
            <a:endParaRPr sz="1300"/>
          </a:p>
        </p:txBody>
      </p:sp>
      <p:sp>
        <p:nvSpPr>
          <p:cNvPr id="80" name="Text 78">
            <a:extLst xmlns:a="http://schemas.openxmlformats.org/drawingml/2006/main">
              <a:ext uri="{FF2B5EF4-FFF2-40B4-BE49-F238E27FC236}">
                <a16:creationId xmlns:a16="http://schemas.microsoft.com/office/drawing/2014/main" id="{443C967B-22FC-4A81-829B-2B7FA18B361D}"/>
              </a:ext>
            </a:extLst>
          </p:cNvPr>
          <p:cNvSpPr>
            <a:spLocks xmlns:a="http://schemas.openxmlformats.org/drawingml/2006/main" noGrp="1"/>
          </p:cNvSpPr>
          <p:nvPr/>
        </p:nvSpPr>
        <p:spPr>
          <a:xfrm xmlns:a="http://schemas.openxmlformats.org/drawingml/2006/main">
            <a:off x="5969000" y="4422874"/>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9.210 t</a:t>
            </a:r>
            <a:endParaRPr sz="1300"/>
          </a:p>
        </p:txBody>
      </p:sp>
      <p:sp>
        <p:nvSpPr>
          <p:cNvPr id="81" name="Text 79">
            <a:extLst xmlns:a="http://schemas.openxmlformats.org/drawingml/2006/main">
              <a:ext uri="{FF2B5EF4-FFF2-40B4-BE49-F238E27FC236}">
                <a16:creationId xmlns:a16="http://schemas.microsoft.com/office/drawing/2014/main" id="{E04C4112-C196-440A-B043-2DFE448E40ED}"/>
              </a:ext>
            </a:extLst>
          </p:cNvPr>
          <p:cNvSpPr>
            <a:spLocks xmlns:a="http://schemas.openxmlformats.org/drawingml/2006/main" noGrp="1"/>
          </p:cNvSpPr>
          <p:nvPr/>
        </p:nvSpPr>
        <p:spPr>
          <a:xfrm xmlns:a="http://schemas.openxmlformats.org/drawingml/2006/main">
            <a:off x="7048500" y="4422874"/>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$ 55,3 M</a:t>
            </a:r>
            <a:endParaRPr sz="1300"/>
          </a:p>
        </p:txBody>
      </p:sp>
      <p:sp>
        <p:nvSpPr>
          <p:cNvPr id="82" name="Text 80">
            <a:extLst xmlns:a="http://schemas.openxmlformats.org/drawingml/2006/main">
              <a:ext uri="{FF2B5EF4-FFF2-40B4-BE49-F238E27FC236}">
                <a16:creationId xmlns:a16="http://schemas.microsoft.com/office/drawing/2014/main" id="{6C158A07-530B-46C2-9816-F97717BBD956}"/>
              </a:ext>
            </a:extLst>
          </p:cNvPr>
          <p:cNvSpPr>
            <a:spLocks xmlns:a="http://schemas.openxmlformats.org/drawingml/2006/main" noGrp="1"/>
          </p:cNvSpPr>
          <p:nvPr/>
        </p:nvSpPr>
        <p:spPr>
          <a:xfrm xmlns:a="http://schemas.openxmlformats.org/drawingml/2006/main">
            <a:off x="8128000" y="4422874"/>
            <a:ext cx="812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48,5</a:t>
            </a:r>
            <a:endParaRPr sz="1300"/>
          </a:p>
        </p:txBody>
      </p:sp>
      <p:sp>
        <p:nvSpPr>
          <p:cNvPr id="83" name="Text 81">
            <a:extLst xmlns:a="http://schemas.openxmlformats.org/drawingml/2006/main">
              <a:ext uri="{FF2B5EF4-FFF2-40B4-BE49-F238E27FC236}">
                <a16:creationId xmlns:a16="http://schemas.microsoft.com/office/drawing/2014/main" id="{6CBA53F5-FEEB-458E-BFAE-0BDCAAAABE8E}"/>
              </a:ext>
            </a:extLst>
          </p:cNvPr>
          <p:cNvSpPr>
            <a:spLocks xmlns:a="http://schemas.openxmlformats.org/drawingml/2006/main" noGrp="1"/>
          </p:cNvSpPr>
          <p:nvPr/>
        </p:nvSpPr>
        <p:spPr>
          <a:xfrm xmlns:a="http://schemas.openxmlformats.org/drawingml/2006/main">
            <a:off x="8890000" y="4422874"/>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281 min</a:t>
            </a:r>
            <a:endParaRPr sz="1300"/>
          </a:p>
        </p:txBody>
      </p:sp>
      <p:sp>
        <p:nvSpPr>
          <p:cNvPr id="84" name="Text 82">
            <a:extLst xmlns:a="http://schemas.openxmlformats.org/drawingml/2006/main">
              <a:ext uri="{FF2B5EF4-FFF2-40B4-BE49-F238E27FC236}">
                <a16:creationId xmlns:a16="http://schemas.microsoft.com/office/drawing/2014/main" id="{75BF7F40-22B8-4C22-B835-66BE75CC4BB1}"/>
              </a:ext>
            </a:extLst>
          </p:cNvPr>
          <p:cNvSpPr>
            <a:spLocks xmlns:a="http://schemas.openxmlformats.org/drawingml/2006/main" noGrp="1"/>
          </p:cNvSpPr>
          <p:nvPr/>
        </p:nvSpPr>
        <p:spPr>
          <a:xfrm xmlns:a="http://schemas.openxmlformats.org/drawingml/2006/main">
            <a:off x="812800" y="4869855"/>
            <a:ext cx="5284724" cy="949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4A5D52"/>
                </a:solidFill>
                <a:latin typeface="IBM Plex Sans"/>
                <a:ea typeface="IBM Plex Sans"/>
                <a:cs typeface="IBM Plex Sans"/>
              </a:rPr>
              <a:t>Todos los operativos usaron entre </a:t>
            </a:r>
            <a:r>
              <a:rPr sz="1300" b="1">
                <a:solidFill>
                  <a:srgbClr val="4A5D52"/>
                </a:solidFill>
                <a:latin typeface="IBM Plex Sans"/>
                <a:ea typeface="IBM Plex Sans"/>
                <a:cs typeface="IBM Plex Sans"/>
              </a:rPr>
              <a:t>48 y 74 camiones</a:t>
            </a:r>
            <a:r>
              <a:rPr sz="1300">
                <a:solidFill>
                  <a:srgbClr val="4A5D52"/>
                </a:solidFill>
                <a:latin typeface="IBM Plex Sans"/>
                <a:ea typeface="IBM Plex Sans"/>
                <a:cs typeface="IBM Plex Sans"/>
              </a:rPr>
              <a:t>. Cada camión hace entre 2 y 3 viajes por día: el volumen depende de cuántos camiones se suman y cuántas horas corre, no de que cada uno haga más vueltas.</a:t>
            </a:r>
            <a:endParaRPr sz="1300"/>
          </a:p>
        </p:txBody>
      </p:sp>
      <p:sp>
        <p:nvSpPr>
          <p:cNvPr id="85" name="Shape 83">
            <a:extLst xmlns:a="http://schemas.openxmlformats.org/drawingml/2006/main">
              <a:ext uri="{FF2B5EF4-FFF2-40B4-BE49-F238E27FC236}">
                <a16:creationId xmlns:a16="http://schemas.microsoft.com/office/drawing/2014/main" id="{1F35DE7D-EAD2-4F74-BC1A-38D7115D74DC}"/>
              </a:ext>
            </a:extLst>
          </p:cNvPr>
          <p:cNvSpPr>
            <a:spLocks xmlns:a="http://schemas.openxmlformats.org/drawingml/2006/main" noGrp="1"/>
          </p:cNvSpPr>
          <p:nvPr/>
        </p:nvSpPr>
        <p:spPr>
          <a:xfrm xmlns:a="http://schemas.openxmlformats.org/drawingml/2006/main">
            <a:off x="6267450" y="4869855"/>
            <a:ext cx="0" cy="74404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86" name="Text 84">
            <a:extLst xmlns:a="http://schemas.openxmlformats.org/drawingml/2006/main">
              <a:ext uri="{FF2B5EF4-FFF2-40B4-BE49-F238E27FC236}">
                <a16:creationId xmlns:a16="http://schemas.microsoft.com/office/drawing/2014/main" id="{0246231E-1C8C-4B60-9E42-CCBCC88C6369}"/>
              </a:ext>
            </a:extLst>
          </p:cNvPr>
          <p:cNvSpPr>
            <a:spLocks xmlns:a="http://schemas.openxmlformats.org/drawingml/2006/main" noGrp="1"/>
          </p:cNvSpPr>
          <p:nvPr/>
        </p:nvSpPr>
        <p:spPr>
          <a:xfrm xmlns:a="http://schemas.openxmlformats.org/drawingml/2006/main">
            <a:off x="6413500" y="4895255"/>
            <a:ext cx="5114671" cy="718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Esta semana se usaron 62 camiones, como en los operativos grandes, pero en 48,5 h repartidas en 3 tandas: rindió 2 viajes por camión y día, de los valores más bajos de la serie.</a:t>
            </a:r>
            <a:endParaRPr sz="1300"/>
          </a:p>
        </p:txBody>
      </p:sp>
      <p:pic>
        <p:nvPicPr>
          <p:cNvPr id="176" name="Image 0"/>
          <p:cNvPicPr>
            <a:picLocks xmlns:a="http://schemas.openxmlformats.org/drawingml/2006/main" noChangeAspect="1"/>
          </p:cNvPicPr>
          <p:nvPr/>
        </p:nvPicPr>
        <p:blipFill>
          <a:blip xmlns:r="http://schemas.openxmlformats.org/officeDocument/2006/relationships" xmlns:a="http://schemas.openxmlformats.org/drawingml/2006/main" r:embed="Rba3b430788b94e39"/>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88" name="Text 85">
            <a:extLst xmlns:a="http://schemas.openxmlformats.org/drawingml/2006/main">
              <a:ext uri="{FF2B5EF4-FFF2-40B4-BE49-F238E27FC236}">
                <a16:creationId xmlns:a16="http://schemas.microsoft.com/office/drawing/2014/main" id="{27930DB2-6FFE-4205-9504-A2CA002C0086}"/>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17</a:t>
            </a:r>
            <a:endParaRPr sz="1200"/>
          </a:p>
        </p:txBody>
      </p:sp>
      <p:pic>
        <p:nvPicPr>
          <p:cNvPr id="178" name="Image 1"/>
          <p:cNvPicPr>
            <a:picLocks xmlns:a="http://schemas.openxmlformats.org/drawingml/2006/main" noChangeAspect="1"/>
          </p:cNvPicPr>
          <p:nvPr/>
        </p:nvPicPr>
        <p:blipFill>
          <a:blip xmlns:r="http://schemas.openxmlformats.org/officeDocument/2006/relationships" xmlns:a="http://schemas.openxmlformats.org/drawingml/2006/main" r:embed="Rb2eda9e4d08747d5"/>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424360844"/>
      </p:ext>
    </p:extLst>
  </p:cSld>
</p:sld>
</file>

<file path=ppt/slides/slide18.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923C942-5958-42D4-B030-94F1B74F85F6}"/>
              </a:ext>
            </a:extLst>
          </p:cNvPr>
          <p:cNvSpPr>
            <a:spLocks xmlns:a="http://schemas.openxmlformats.org/drawingml/2006/main" noGrp="1"/>
          </p:cNvSpPr>
          <p:nvPr/>
        </p:nvSpPr>
        <p:spPr>
          <a:xfrm xmlns:a="http://schemas.openxmlformats.org/drawingml/2006/main">
            <a:off x="812800" y="711200"/>
            <a:ext cx="1567160" cy="289520"/>
          </a:xfrm>
          <a:custGeom xmlns:a="http://schemas.openxmlformats.org/drawingml/2006/main">
            <a:rect l="l" t="t" r="r" b="b"/>
            <a:pathLst>
              <a:path w="1567160" h="289520">
                <a:moveTo>
                  <a:pt x="144760" y="0"/>
                </a:moveTo>
                <a:lnTo>
                  <a:pt x="1422400" y="0"/>
                </a:lnTo>
                <a:arcTo wR="144760" hR="144760" stAng="16200000" swAng="5400000"/>
                <a:lnTo>
                  <a:pt x="1567160"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5E442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PELLET · ANEXO</a:t>
            </a:r>
            <a:endParaRPr sz="1200"/>
          </a:p>
        </p:txBody>
      </p:sp>
      <p:sp>
        <p:nvSpPr>
          <p:cNvPr id="3" name="Text 1">
            <a:extLst xmlns:a="http://schemas.openxmlformats.org/drawingml/2006/main">
              <a:ext uri="{FF2B5EF4-FFF2-40B4-BE49-F238E27FC236}">
                <a16:creationId xmlns:a16="http://schemas.microsoft.com/office/drawing/2014/main" id="{5836EE9E-82C4-4CDB-963F-4CB2B3EA1EAE}"/>
              </a:ext>
            </a:extLst>
          </p:cNvPr>
          <p:cNvSpPr>
            <a:spLocks xmlns:a="http://schemas.openxmlformats.org/drawingml/2006/main" noGrp="1"/>
          </p:cNvSpPr>
          <p:nvPr>
            <p:ph type="title" idx="0"/>
          </p:nvPr>
        </p:nvSpPr>
        <p:spPr>
          <a:xfrm xmlns:a="http://schemas.openxmlformats.org/drawingml/2006/main">
            <a:off x="812800" y="1102320"/>
            <a:ext cx="10883392" cy="919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Una prueba: menos camiones y menos espera en el puerto</a:t>
            </a:r>
            <a:endParaRPr sz="3200"/>
          </a:p>
        </p:txBody>
      </p:sp>
      <p:sp>
        <p:nvSpPr>
          <p:cNvPr id="4" name="Text 2">
            <a:extLst xmlns:a="http://schemas.openxmlformats.org/drawingml/2006/main">
              <a:ext uri="{FF2B5EF4-FFF2-40B4-BE49-F238E27FC236}">
                <a16:creationId xmlns:a16="http://schemas.microsoft.com/office/drawing/2014/main" id="{9F2470D2-AF1E-4BBD-99CB-A0FF0ED42D1F}"/>
              </a:ext>
            </a:extLst>
          </p:cNvPr>
          <p:cNvSpPr>
            <a:spLocks xmlns:a="http://schemas.openxmlformats.org/drawingml/2006/main" noGrp="1"/>
          </p:cNvSpPr>
          <p:nvPr/>
        </p:nvSpPr>
        <p:spPr>
          <a:xfrm xmlns:a="http://schemas.openxmlformats.org/drawingml/2006/main">
            <a:off x="812800" y="2148681"/>
            <a:ext cx="5807964"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Ciclo por viaje según cuántos camiones trabajaron ese día (17 días de operativo, agosto y septiembre)</a:t>
            </a:r>
            <a:endParaRPr sz="1200"/>
          </a:p>
        </p:txBody>
      </p:sp>
      <p:sp>
        <p:nvSpPr>
          <p:cNvPr id="5" name="Text 3">
            <a:extLst xmlns:a="http://schemas.openxmlformats.org/drawingml/2006/main">
              <a:ext uri="{FF2B5EF4-FFF2-40B4-BE49-F238E27FC236}">
                <a16:creationId xmlns:a16="http://schemas.microsoft.com/office/drawing/2014/main" id="{E1E5554A-CE4B-4C69-A4BB-40180F45E54C}"/>
              </a:ext>
            </a:extLst>
          </p:cNvPr>
          <p:cNvSpPr>
            <a:spLocks xmlns:a="http://schemas.openxmlformats.org/drawingml/2006/main" noGrp="1"/>
          </p:cNvSpPr>
          <p:nvPr/>
        </p:nvSpPr>
        <p:spPr>
          <a:xfrm xmlns:a="http://schemas.openxmlformats.org/drawingml/2006/main">
            <a:off x="812800" y="2701032"/>
            <a:ext cx="15621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Hasta 45 camiones</a:t>
            </a:r>
            <a:endParaRPr sz="1300"/>
          </a:p>
        </p:txBody>
      </p:sp>
      <p:sp>
        <p:nvSpPr>
          <p:cNvPr id="6" name="Shape 4">
            <a:extLst xmlns:a="http://schemas.openxmlformats.org/drawingml/2006/main">
              <a:ext uri="{FF2B5EF4-FFF2-40B4-BE49-F238E27FC236}">
                <a16:creationId xmlns:a16="http://schemas.microsoft.com/office/drawing/2014/main" id="{EC15E69E-09DE-4460-A002-4E4B6FE91291}"/>
              </a:ext>
            </a:extLst>
          </p:cNvPr>
          <p:cNvSpPr>
            <a:spLocks xmlns:a="http://schemas.openxmlformats.org/drawingml/2006/main" noGrp="1"/>
          </p:cNvSpPr>
          <p:nvPr/>
        </p:nvSpPr>
        <p:spPr>
          <a:xfrm xmlns:a="http://schemas.openxmlformats.org/drawingml/2006/main">
            <a:off x="2374900" y="2676922"/>
            <a:ext cx="1517650" cy="279400"/>
          </a:xfrm>
          <a:custGeom xmlns:a="http://schemas.openxmlformats.org/drawingml/2006/main">
            <a:rect l="l" t="t" r="r" b="b"/>
            <a:pathLst>
              <a:path w="1517650" h="279400">
                <a:moveTo>
                  <a:pt x="0" y="0"/>
                </a:moveTo>
                <a:lnTo>
                  <a:pt x="1466850" y="0"/>
                </a:lnTo>
                <a:arcTo wR="50800" hR="50800" stAng="16200000" swAng="5400000"/>
                <a:lnTo>
                  <a:pt x="1517650" y="228600"/>
                </a:lnTo>
                <a:arcTo wR="50800" hR="50800" stAng="0" swAng="5400000"/>
                <a:lnTo>
                  <a:pt x="0" y="279400"/>
                </a:lnTo>
                <a:lnTo>
                  <a:pt x="0" y="0"/>
                </a:lnTo>
                <a:close/>
              </a:path>
            </a:pathLst>
          </a:custGeom>
          <a:solidFill xmlns:a="http://schemas.openxmlformats.org/drawingml/2006/main">
            <a:srgbClr val="5E4428"/>
          </a:solidFill>
        </p:spPr>
      </p:sp>
      <p:sp>
        <p:nvSpPr>
          <p:cNvPr id="7" name="Text 5">
            <a:extLst xmlns:a="http://schemas.openxmlformats.org/drawingml/2006/main">
              <a:ext uri="{FF2B5EF4-FFF2-40B4-BE49-F238E27FC236}">
                <a16:creationId xmlns:a16="http://schemas.microsoft.com/office/drawing/2014/main" id="{0F547BE0-4587-4ACD-9A35-04787A669D13}"/>
              </a:ext>
            </a:extLst>
          </p:cNvPr>
          <p:cNvSpPr>
            <a:spLocks xmlns:a="http://schemas.openxmlformats.org/drawingml/2006/main" noGrp="1"/>
          </p:cNvSpPr>
          <p:nvPr/>
        </p:nvSpPr>
        <p:spPr>
          <a:xfrm xmlns:a="http://schemas.openxmlformats.org/drawingml/2006/main">
            <a:off x="3994150" y="2701032"/>
            <a:ext cx="1655663" cy="2564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270 min · puerto 151</a:t>
            </a:r>
            <a:endParaRPr sz="1300"/>
          </a:p>
        </p:txBody>
      </p:sp>
      <p:sp>
        <p:nvSpPr>
          <p:cNvPr id="8" name="Text 6">
            <a:extLst xmlns:a="http://schemas.openxmlformats.org/drawingml/2006/main">
              <a:ext uri="{FF2B5EF4-FFF2-40B4-BE49-F238E27FC236}">
                <a16:creationId xmlns:a16="http://schemas.microsoft.com/office/drawing/2014/main" id="{707241AC-5EAD-49BA-BCD4-57FCAAB3B36D}"/>
              </a:ext>
            </a:extLst>
          </p:cNvPr>
          <p:cNvSpPr>
            <a:spLocks xmlns:a="http://schemas.openxmlformats.org/drawingml/2006/main" noGrp="1"/>
          </p:cNvSpPr>
          <p:nvPr/>
        </p:nvSpPr>
        <p:spPr>
          <a:xfrm xmlns:a="http://schemas.openxmlformats.org/drawingml/2006/main">
            <a:off x="812800" y="3082032"/>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46 a 55</a:t>
            </a:r>
            <a:endParaRPr sz="1300"/>
          </a:p>
        </p:txBody>
      </p:sp>
      <p:sp>
        <p:nvSpPr>
          <p:cNvPr id="9" name="Shape 7">
            <a:extLst xmlns:a="http://schemas.openxmlformats.org/drawingml/2006/main">
              <a:ext uri="{FF2B5EF4-FFF2-40B4-BE49-F238E27FC236}">
                <a16:creationId xmlns:a16="http://schemas.microsoft.com/office/drawing/2014/main" id="{C98E0A44-6AD2-4D57-A187-0E51312BA70E}"/>
              </a:ext>
            </a:extLst>
          </p:cNvPr>
          <p:cNvSpPr>
            <a:spLocks xmlns:a="http://schemas.openxmlformats.org/drawingml/2006/main" noGrp="1"/>
          </p:cNvSpPr>
          <p:nvPr/>
        </p:nvSpPr>
        <p:spPr>
          <a:xfrm xmlns:a="http://schemas.openxmlformats.org/drawingml/2006/main">
            <a:off x="2374900" y="3057922"/>
            <a:ext cx="1974850" cy="279400"/>
          </a:xfrm>
          <a:custGeom xmlns:a="http://schemas.openxmlformats.org/drawingml/2006/main">
            <a:rect l="l" t="t" r="r" b="b"/>
            <a:pathLst>
              <a:path w="1974850" h="279400">
                <a:moveTo>
                  <a:pt x="0" y="0"/>
                </a:moveTo>
                <a:lnTo>
                  <a:pt x="1924050" y="0"/>
                </a:lnTo>
                <a:arcTo wR="50800" hR="50800" stAng="16200000" swAng="5400000"/>
                <a:lnTo>
                  <a:pt x="1974850" y="228600"/>
                </a:lnTo>
                <a:arcTo wR="50800" hR="50800" stAng="0" swAng="5400000"/>
                <a:lnTo>
                  <a:pt x="0" y="279400"/>
                </a:lnTo>
                <a:lnTo>
                  <a:pt x="0" y="0"/>
                </a:lnTo>
                <a:close/>
              </a:path>
            </a:pathLst>
          </a:custGeom>
          <a:solidFill xmlns:a="http://schemas.openxmlformats.org/drawingml/2006/main">
            <a:srgbClr val="C9AE8A"/>
          </a:solidFill>
        </p:spPr>
      </p:sp>
      <p:sp>
        <p:nvSpPr>
          <p:cNvPr id="10" name="Text 8">
            <a:extLst xmlns:a="http://schemas.openxmlformats.org/drawingml/2006/main">
              <a:ext uri="{FF2B5EF4-FFF2-40B4-BE49-F238E27FC236}">
                <a16:creationId xmlns:a16="http://schemas.microsoft.com/office/drawing/2014/main" id="{B942064D-F690-4FFC-8B09-40F5EF1788AD}"/>
              </a:ext>
            </a:extLst>
          </p:cNvPr>
          <p:cNvSpPr>
            <a:spLocks xmlns:a="http://schemas.openxmlformats.org/drawingml/2006/main" noGrp="1"/>
          </p:cNvSpPr>
          <p:nvPr/>
        </p:nvSpPr>
        <p:spPr>
          <a:xfrm xmlns:a="http://schemas.openxmlformats.org/drawingml/2006/main">
            <a:off x="4451350" y="3082032"/>
            <a:ext cx="1655663" cy="2564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351 min · puerto 200</a:t>
            </a:r>
            <a:endParaRPr sz="1300"/>
          </a:p>
        </p:txBody>
      </p:sp>
      <p:sp>
        <p:nvSpPr>
          <p:cNvPr id="11" name="Text 9">
            <a:extLst xmlns:a="http://schemas.openxmlformats.org/drawingml/2006/main">
              <a:ext uri="{FF2B5EF4-FFF2-40B4-BE49-F238E27FC236}">
                <a16:creationId xmlns:a16="http://schemas.microsoft.com/office/drawing/2014/main" id="{A891DF16-AD25-447A-A697-2C0BD1DAAE5E}"/>
              </a:ext>
            </a:extLst>
          </p:cNvPr>
          <p:cNvSpPr>
            <a:spLocks xmlns:a="http://schemas.openxmlformats.org/drawingml/2006/main" noGrp="1"/>
          </p:cNvSpPr>
          <p:nvPr/>
        </p:nvSpPr>
        <p:spPr>
          <a:xfrm xmlns:a="http://schemas.openxmlformats.org/drawingml/2006/main">
            <a:off x="812800" y="3463032"/>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Más de 55</a:t>
            </a:r>
            <a:endParaRPr sz="1300"/>
          </a:p>
        </p:txBody>
      </p:sp>
      <p:sp>
        <p:nvSpPr>
          <p:cNvPr id="12" name="Shape 10">
            <a:extLst xmlns:a="http://schemas.openxmlformats.org/drawingml/2006/main">
              <a:ext uri="{FF2B5EF4-FFF2-40B4-BE49-F238E27FC236}">
                <a16:creationId xmlns:a16="http://schemas.microsoft.com/office/drawing/2014/main" id="{633A303E-78DA-485C-8CBA-D98203F7DFB1}"/>
              </a:ext>
            </a:extLst>
          </p:cNvPr>
          <p:cNvSpPr>
            <a:spLocks xmlns:a="http://schemas.openxmlformats.org/drawingml/2006/main" noGrp="1"/>
          </p:cNvSpPr>
          <p:nvPr/>
        </p:nvSpPr>
        <p:spPr>
          <a:xfrm xmlns:a="http://schemas.openxmlformats.org/drawingml/2006/main">
            <a:off x="2374900" y="3438922"/>
            <a:ext cx="2413000" cy="279400"/>
          </a:xfrm>
          <a:custGeom xmlns:a="http://schemas.openxmlformats.org/drawingml/2006/main">
            <a:rect l="l" t="t" r="r" b="b"/>
            <a:pathLst>
              <a:path w="2413000" h="279400">
                <a:moveTo>
                  <a:pt x="0" y="0"/>
                </a:moveTo>
                <a:lnTo>
                  <a:pt x="2362200" y="0"/>
                </a:lnTo>
                <a:arcTo wR="50800" hR="50800" stAng="16200000" swAng="5400000"/>
                <a:lnTo>
                  <a:pt x="2413000" y="228600"/>
                </a:lnTo>
                <a:arcTo wR="50800" hR="50800" stAng="0" swAng="5400000"/>
                <a:lnTo>
                  <a:pt x="0" y="279400"/>
                </a:lnTo>
                <a:lnTo>
                  <a:pt x="0" y="0"/>
                </a:lnTo>
                <a:close/>
              </a:path>
            </a:pathLst>
          </a:custGeom>
          <a:solidFill xmlns:a="http://schemas.openxmlformats.org/drawingml/2006/main">
            <a:srgbClr val="C9AE8A"/>
          </a:solidFill>
        </p:spPr>
      </p:sp>
      <p:sp>
        <p:nvSpPr>
          <p:cNvPr id="13" name="Text 11">
            <a:extLst xmlns:a="http://schemas.openxmlformats.org/drawingml/2006/main">
              <a:ext uri="{FF2B5EF4-FFF2-40B4-BE49-F238E27FC236}">
                <a16:creationId xmlns:a16="http://schemas.microsoft.com/office/drawing/2014/main" id="{F69DBA30-6D50-4E53-B5EC-A4E461A59505}"/>
              </a:ext>
            </a:extLst>
          </p:cNvPr>
          <p:cNvSpPr>
            <a:spLocks xmlns:a="http://schemas.openxmlformats.org/drawingml/2006/main" noGrp="1"/>
          </p:cNvSpPr>
          <p:nvPr/>
        </p:nvSpPr>
        <p:spPr>
          <a:xfrm xmlns:a="http://schemas.openxmlformats.org/drawingml/2006/main">
            <a:off x="4889500" y="3463032"/>
            <a:ext cx="1612900" cy="2564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429 min · puerto 214</a:t>
            </a:r>
            <a:endParaRPr sz="1300"/>
          </a:p>
        </p:txBody>
      </p:sp>
      <p:sp>
        <p:nvSpPr>
          <p:cNvPr id="14" name="Text 12">
            <a:extLst xmlns:a="http://schemas.openxmlformats.org/drawingml/2006/main">
              <a:ext uri="{FF2B5EF4-FFF2-40B4-BE49-F238E27FC236}">
                <a16:creationId xmlns:a16="http://schemas.microsoft.com/office/drawing/2014/main" id="{56D3C077-DD3A-489A-8774-5BD8FB6388AC}"/>
              </a:ext>
            </a:extLst>
          </p:cNvPr>
          <p:cNvSpPr>
            <a:spLocks xmlns:a="http://schemas.openxmlformats.org/drawingml/2006/main" noGrp="1"/>
          </p:cNvSpPr>
          <p:nvPr/>
        </p:nvSpPr>
        <p:spPr>
          <a:xfrm xmlns:a="http://schemas.openxmlformats.org/drawingml/2006/main">
            <a:off x="812800" y="3819922"/>
            <a:ext cx="5807964" cy="718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4A5D52"/>
                </a:solidFill>
                <a:latin typeface="IBM Plex Sans"/>
                <a:ea typeface="IBM Plex Sans"/>
                <a:cs typeface="IBM Plex Sans"/>
              </a:rPr>
              <a:t>Con más camiones el ciclo se alarga y el puerto no descarga más: entre 5,5 y 6,6 viajes por hora. Los días con dos volcables y pocos camiones, la espera en el puerto bajó a 52–77 min.</a:t>
            </a:r>
            <a:endParaRPr sz="1300"/>
          </a:p>
        </p:txBody>
      </p:sp>
      <p:sp>
        <p:nvSpPr>
          <p:cNvPr id="15" name="Text 13">
            <a:extLst xmlns:a="http://schemas.openxmlformats.org/drawingml/2006/main">
              <a:ext uri="{FF2B5EF4-FFF2-40B4-BE49-F238E27FC236}">
                <a16:creationId xmlns:a16="http://schemas.microsoft.com/office/drawing/2014/main" id="{E2D14D14-7CC3-4CF1-BCD1-0171DDF95D50}"/>
              </a:ext>
            </a:extLst>
          </p:cNvPr>
          <p:cNvSpPr>
            <a:spLocks xmlns:a="http://schemas.openxmlformats.org/drawingml/2006/main" noGrp="1"/>
          </p:cNvSpPr>
          <p:nvPr/>
        </p:nvSpPr>
        <p:spPr>
          <a:xfrm xmlns:a="http://schemas.openxmlformats.org/drawingml/2006/main">
            <a:off x="9296400" y="2148681"/>
            <a:ext cx="1003300" cy="23177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5E4428"/>
                </a:solidFill>
                <a:latin typeface="IBM Plex Sans"/>
                <a:ea typeface="IBM Plex Sans"/>
                <a:cs typeface="IBM Plex Sans"/>
              </a:rPr>
              <a:t>Hoy</a:t>
            </a:r>
            <a:endParaRPr sz="1200"/>
          </a:p>
        </p:txBody>
      </p:sp>
      <p:sp>
        <p:nvSpPr>
          <p:cNvPr id="16" name="Text 14">
            <a:extLst xmlns:a="http://schemas.openxmlformats.org/drawingml/2006/main">
              <a:ext uri="{FF2B5EF4-FFF2-40B4-BE49-F238E27FC236}">
                <a16:creationId xmlns:a16="http://schemas.microsoft.com/office/drawing/2014/main" id="{36CBA196-31F4-45D8-A812-17B8A562E745}"/>
              </a:ext>
            </a:extLst>
          </p:cNvPr>
          <p:cNvSpPr>
            <a:spLocks xmlns:a="http://schemas.openxmlformats.org/drawingml/2006/main" noGrp="1"/>
          </p:cNvSpPr>
          <p:nvPr/>
        </p:nvSpPr>
        <p:spPr>
          <a:xfrm xmlns:a="http://schemas.openxmlformats.org/drawingml/2006/main">
            <a:off x="10248900" y="2148681"/>
            <a:ext cx="1130300" cy="23177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0B5638"/>
                </a:solidFill>
                <a:latin typeface="IBM Plex Sans"/>
                <a:ea typeface="IBM Plex Sans"/>
                <a:cs typeface="IBM Plex Sans"/>
              </a:rPr>
              <a:t>Prueba</a:t>
            </a:r>
            <a:endParaRPr sz="1200"/>
          </a:p>
        </p:txBody>
      </p:sp>
      <p:sp>
        <p:nvSpPr>
          <p:cNvPr id="17" name="Shape 15">
            <a:extLst xmlns:a="http://schemas.openxmlformats.org/drawingml/2006/main">
              <a:ext uri="{FF2B5EF4-FFF2-40B4-BE49-F238E27FC236}">
                <a16:creationId xmlns:a16="http://schemas.microsoft.com/office/drawing/2014/main" id="{EE611F78-158C-4F8B-AD2A-A97549E6AD54}"/>
              </a:ext>
            </a:extLst>
          </p:cNvPr>
          <p:cNvSpPr>
            <a:spLocks xmlns:a="http://schemas.openxmlformats.org/drawingml/2006/main" noGrp="1"/>
          </p:cNvSpPr>
          <p:nvPr/>
        </p:nvSpPr>
        <p:spPr>
          <a:xfrm xmlns:a="http://schemas.openxmlformats.org/drawingml/2006/main">
            <a:off x="6807200" y="2383631"/>
            <a:ext cx="4572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18" name="Text 16">
            <a:extLst xmlns:a="http://schemas.openxmlformats.org/drawingml/2006/main">
              <a:ext uri="{FF2B5EF4-FFF2-40B4-BE49-F238E27FC236}">
                <a16:creationId xmlns:a16="http://schemas.microsoft.com/office/drawing/2014/main" id="{5334F4BA-9DB5-4C2F-B46E-FD1895FBA3C0}"/>
              </a:ext>
            </a:extLst>
          </p:cNvPr>
          <p:cNvSpPr>
            <a:spLocks xmlns:a="http://schemas.openxmlformats.org/drawingml/2006/main" noGrp="1"/>
          </p:cNvSpPr>
          <p:nvPr/>
        </p:nvSpPr>
        <p:spPr>
          <a:xfrm xmlns:a="http://schemas.openxmlformats.org/drawingml/2006/main">
            <a:off x="6807200" y="2467769"/>
            <a:ext cx="26162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Camiones contratados</a:t>
            </a:r>
            <a:endParaRPr sz="1300"/>
          </a:p>
        </p:txBody>
      </p:sp>
      <p:sp>
        <p:nvSpPr>
          <p:cNvPr id="19" name="Text 17">
            <a:extLst xmlns:a="http://schemas.openxmlformats.org/drawingml/2006/main">
              <a:ext uri="{FF2B5EF4-FFF2-40B4-BE49-F238E27FC236}">
                <a16:creationId xmlns:a16="http://schemas.microsoft.com/office/drawing/2014/main" id="{C256D234-85E9-49CF-9500-0206DCC08317}"/>
              </a:ext>
            </a:extLst>
          </p:cNvPr>
          <p:cNvSpPr>
            <a:spLocks xmlns:a="http://schemas.openxmlformats.org/drawingml/2006/main" noGrp="1"/>
          </p:cNvSpPr>
          <p:nvPr/>
        </p:nvSpPr>
        <p:spPr>
          <a:xfrm xmlns:a="http://schemas.openxmlformats.org/drawingml/2006/main">
            <a:off x="9296400" y="2458938"/>
            <a:ext cx="1003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5E4428"/>
                </a:solidFill>
                <a:latin typeface="IBM Plex Sans"/>
                <a:ea typeface="IBM Plex Sans"/>
                <a:cs typeface="IBM Plex Sans"/>
              </a:rPr>
              <a:t>62</a:t>
            </a:r>
            <a:endParaRPr sz="1400"/>
          </a:p>
        </p:txBody>
      </p:sp>
      <p:sp>
        <p:nvSpPr>
          <p:cNvPr id="20" name="Text 18">
            <a:extLst xmlns:a="http://schemas.openxmlformats.org/drawingml/2006/main">
              <a:ext uri="{FF2B5EF4-FFF2-40B4-BE49-F238E27FC236}">
                <a16:creationId xmlns:a16="http://schemas.microsoft.com/office/drawing/2014/main" id="{8DF0C31A-AF2F-48B0-8995-D383A8379793}"/>
              </a:ext>
            </a:extLst>
          </p:cNvPr>
          <p:cNvSpPr>
            <a:spLocks xmlns:a="http://schemas.openxmlformats.org/drawingml/2006/main" noGrp="1"/>
          </p:cNvSpPr>
          <p:nvPr/>
        </p:nvSpPr>
        <p:spPr>
          <a:xfrm xmlns:a="http://schemas.openxmlformats.org/drawingml/2006/main">
            <a:off x="10248900" y="2458938"/>
            <a:ext cx="1130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0B5638"/>
                </a:solidFill>
                <a:latin typeface="IBM Plex Sans"/>
                <a:ea typeface="IBM Plex Sans"/>
                <a:cs typeface="IBM Plex Sans"/>
              </a:rPr>
              <a:t>40</a:t>
            </a:r>
            <a:endParaRPr sz="1400"/>
          </a:p>
        </p:txBody>
      </p:sp>
      <p:sp>
        <p:nvSpPr>
          <p:cNvPr id="21" name="Shape 19">
            <a:extLst xmlns:a="http://schemas.openxmlformats.org/drawingml/2006/main">
              <a:ext uri="{FF2B5EF4-FFF2-40B4-BE49-F238E27FC236}">
                <a16:creationId xmlns:a16="http://schemas.microsoft.com/office/drawing/2014/main" id="{A0F57A24-B3FB-48C0-9D4D-3CA07784B833}"/>
              </a:ext>
            </a:extLst>
          </p:cNvPr>
          <p:cNvSpPr>
            <a:spLocks xmlns:a="http://schemas.openxmlformats.org/drawingml/2006/main" noGrp="1"/>
          </p:cNvSpPr>
          <p:nvPr/>
        </p:nvSpPr>
        <p:spPr>
          <a:xfrm xmlns:a="http://schemas.openxmlformats.org/drawingml/2006/main">
            <a:off x="6807200" y="2783086"/>
            <a:ext cx="4572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22" name="Text 20">
            <a:extLst xmlns:a="http://schemas.openxmlformats.org/drawingml/2006/main">
              <a:ext uri="{FF2B5EF4-FFF2-40B4-BE49-F238E27FC236}">
                <a16:creationId xmlns:a16="http://schemas.microsoft.com/office/drawing/2014/main" id="{160ED1B1-68AB-4EAD-9E4A-AC5349CF1BE2}"/>
              </a:ext>
            </a:extLst>
          </p:cNvPr>
          <p:cNvSpPr>
            <a:spLocks xmlns:a="http://schemas.openxmlformats.org/drawingml/2006/main" noGrp="1"/>
          </p:cNvSpPr>
          <p:nvPr/>
        </p:nvSpPr>
        <p:spPr>
          <a:xfrm xmlns:a="http://schemas.openxmlformats.org/drawingml/2006/main">
            <a:off x="6807200" y="2867223"/>
            <a:ext cx="26162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Dando vueltas a la vez</a:t>
            </a:r>
            <a:endParaRPr sz="1300"/>
          </a:p>
        </p:txBody>
      </p:sp>
      <p:sp>
        <p:nvSpPr>
          <p:cNvPr id="23" name="Text 21">
            <a:extLst xmlns:a="http://schemas.openxmlformats.org/drawingml/2006/main">
              <a:ext uri="{FF2B5EF4-FFF2-40B4-BE49-F238E27FC236}">
                <a16:creationId xmlns:a16="http://schemas.microsoft.com/office/drawing/2014/main" id="{29F0C518-48BC-48BD-B6BA-CD3DCD9E4174}"/>
              </a:ext>
            </a:extLst>
          </p:cNvPr>
          <p:cNvSpPr>
            <a:spLocks xmlns:a="http://schemas.openxmlformats.org/drawingml/2006/main" noGrp="1"/>
          </p:cNvSpPr>
          <p:nvPr/>
        </p:nvSpPr>
        <p:spPr>
          <a:xfrm xmlns:a="http://schemas.openxmlformats.org/drawingml/2006/main">
            <a:off x="9296400" y="2858393"/>
            <a:ext cx="1003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5E4428"/>
                </a:solidFill>
                <a:latin typeface="IBM Plex Sans"/>
                <a:ea typeface="IBM Plex Sans"/>
                <a:cs typeface="IBM Plex Sans"/>
              </a:rPr>
              <a:t>~32</a:t>
            </a:r>
            <a:endParaRPr sz="1400"/>
          </a:p>
        </p:txBody>
      </p:sp>
      <p:sp>
        <p:nvSpPr>
          <p:cNvPr id="24" name="Text 22">
            <a:extLst xmlns:a="http://schemas.openxmlformats.org/drawingml/2006/main">
              <a:ext uri="{FF2B5EF4-FFF2-40B4-BE49-F238E27FC236}">
                <a16:creationId xmlns:a16="http://schemas.microsoft.com/office/drawing/2014/main" id="{506F7C43-2092-4B6B-A397-10FB0CC22211}"/>
              </a:ext>
            </a:extLst>
          </p:cNvPr>
          <p:cNvSpPr>
            <a:spLocks xmlns:a="http://schemas.openxmlformats.org/drawingml/2006/main" noGrp="1"/>
          </p:cNvSpPr>
          <p:nvPr/>
        </p:nvSpPr>
        <p:spPr>
          <a:xfrm xmlns:a="http://schemas.openxmlformats.org/drawingml/2006/main">
            <a:off x="10248900" y="2858393"/>
            <a:ext cx="1130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0B5638"/>
                </a:solidFill>
                <a:latin typeface="IBM Plex Sans"/>
                <a:ea typeface="IBM Plex Sans"/>
                <a:cs typeface="IBM Plex Sans"/>
              </a:rPr>
              <a:t>~25</a:t>
            </a:r>
            <a:endParaRPr sz="1400"/>
          </a:p>
        </p:txBody>
      </p:sp>
      <p:sp>
        <p:nvSpPr>
          <p:cNvPr id="25" name="Shape 23">
            <a:extLst xmlns:a="http://schemas.openxmlformats.org/drawingml/2006/main">
              <a:ext uri="{FF2B5EF4-FFF2-40B4-BE49-F238E27FC236}">
                <a16:creationId xmlns:a16="http://schemas.microsoft.com/office/drawing/2014/main" id="{A55078B3-4BE9-40AB-9D88-1E04EC9638D5}"/>
              </a:ext>
            </a:extLst>
          </p:cNvPr>
          <p:cNvSpPr>
            <a:spLocks xmlns:a="http://schemas.openxmlformats.org/drawingml/2006/main" noGrp="1"/>
          </p:cNvSpPr>
          <p:nvPr/>
        </p:nvSpPr>
        <p:spPr>
          <a:xfrm xmlns:a="http://schemas.openxmlformats.org/drawingml/2006/main">
            <a:off x="6807200" y="3182541"/>
            <a:ext cx="4572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26" name="Text 24">
            <a:extLst xmlns:a="http://schemas.openxmlformats.org/drawingml/2006/main">
              <a:ext uri="{FF2B5EF4-FFF2-40B4-BE49-F238E27FC236}">
                <a16:creationId xmlns:a16="http://schemas.microsoft.com/office/drawing/2014/main" id="{9E5CB8E8-FCFC-4F23-BC0B-8DD57CEE8825}"/>
              </a:ext>
            </a:extLst>
          </p:cNvPr>
          <p:cNvSpPr>
            <a:spLocks xmlns:a="http://schemas.openxmlformats.org/drawingml/2006/main" noGrp="1"/>
          </p:cNvSpPr>
          <p:nvPr/>
        </p:nvSpPr>
        <p:spPr>
          <a:xfrm xmlns:a="http://schemas.openxmlformats.org/drawingml/2006/main">
            <a:off x="6807200" y="3266678"/>
            <a:ext cx="26162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Carga en Ricardone</a:t>
            </a:r>
            <a:endParaRPr sz="1300"/>
          </a:p>
        </p:txBody>
      </p:sp>
      <p:sp>
        <p:nvSpPr>
          <p:cNvPr id="27" name="Text 25">
            <a:extLst xmlns:a="http://schemas.openxmlformats.org/drawingml/2006/main">
              <a:ext uri="{FF2B5EF4-FFF2-40B4-BE49-F238E27FC236}">
                <a16:creationId xmlns:a16="http://schemas.microsoft.com/office/drawing/2014/main" id="{1F6AAEA6-8BCB-4BAB-A9DC-7B5B18EA4979}"/>
              </a:ext>
            </a:extLst>
          </p:cNvPr>
          <p:cNvSpPr>
            <a:spLocks xmlns:a="http://schemas.openxmlformats.org/drawingml/2006/main" noGrp="1"/>
          </p:cNvSpPr>
          <p:nvPr/>
        </p:nvSpPr>
        <p:spPr>
          <a:xfrm xmlns:a="http://schemas.openxmlformats.org/drawingml/2006/main">
            <a:off x="9296400" y="3257848"/>
            <a:ext cx="1003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5E4428"/>
                </a:solidFill>
                <a:latin typeface="IBM Plex Sans"/>
                <a:ea typeface="IBM Plex Sans"/>
                <a:cs typeface="IBM Plex Sans"/>
              </a:rPr>
              <a:t>91 min</a:t>
            </a:r>
            <a:endParaRPr sz="1400"/>
          </a:p>
        </p:txBody>
      </p:sp>
      <p:sp>
        <p:nvSpPr>
          <p:cNvPr id="28" name="Text 26">
            <a:extLst xmlns:a="http://schemas.openxmlformats.org/drawingml/2006/main">
              <a:ext uri="{FF2B5EF4-FFF2-40B4-BE49-F238E27FC236}">
                <a16:creationId xmlns:a16="http://schemas.microsoft.com/office/drawing/2014/main" id="{72EA905E-C254-41C3-B333-B075F596EFB8}"/>
              </a:ext>
            </a:extLst>
          </p:cNvPr>
          <p:cNvSpPr>
            <a:spLocks xmlns:a="http://schemas.openxmlformats.org/drawingml/2006/main" noGrp="1"/>
          </p:cNvSpPr>
          <p:nvPr/>
        </p:nvSpPr>
        <p:spPr>
          <a:xfrm xmlns:a="http://schemas.openxmlformats.org/drawingml/2006/main">
            <a:off x="10248900" y="3257848"/>
            <a:ext cx="1130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0B5638"/>
                </a:solidFill>
                <a:latin typeface="IBM Plex Sans"/>
                <a:ea typeface="IBM Plex Sans"/>
                <a:cs typeface="IBM Plex Sans"/>
              </a:rPr>
              <a:t>91 min</a:t>
            </a:r>
            <a:endParaRPr sz="1400"/>
          </a:p>
        </p:txBody>
      </p:sp>
      <p:sp>
        <p:nvSpPr>
          <p:cNvPr id="29" name="Shape 27">
            <a:extLst xmlns:a="http://schemas.openxmlformats.org/drawingml/2006/main">
              <a:ext uri="{FF2B5EF4-FFF2-40B4-BE49-F238E27FC236}">
                <a16:creationId xmlns:a16="http://schemas.microsoft.com/office/drawing/2014/main" id="{0299F544-E7F1-4AA6-9F8C-32C99624607A}"/>
              </a:ext>
            </a:extLst>
          </p:cNvPr>
          <p:cNvSpPr>
            <a:spLocks xmlns:a="http://schemas.openxmlformats.org/drawingml/2006/main" noGrp="1"/>
          </p:cNvSpPr>
          <p:nvPr/>
        </p:nvSpPr>
        <p:spPr>
          <a:xfrm xmlns:a="http://schemas.openxmlformats.org/drawingml/2006/main">
            <a:off x="6807200" y="3581995"/>
            <a:ext cx="4572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0" name="Text 28">
            <a:extLst xmlns:a="http://schemas.openxmlformats.org/drawingml/2006/main">
              <a:ext uri="{FF2B5EF4-FFF2-40B4-BE49-F238E27FC236}">
                <a16:creationId xmlns:a16="http://schemas.microsoft.com/office/drawing/2014/main" id="{2A04EA89-530B-4310-A165-A2A5EDD97F40}"/>
              </a:ext>
            </a:extLst>
          </p:cNvPr>
          <p:cNvSpPr>
            <a:spLocks xmlns:a="http://schemas.openxmlformats.org/drawingml/2006/main" noGrp="1"/>
          </p:cNvSpPr>
          <p:nvPr/>
        </p:nvSpPr>
        <p:spPr>
          <a:xfrm xmlns:a="http://schemas.openxmlformats.org/drawingml/2006/main">
            <a:off x="6807200" y="3666133"/>
            <a:ext cx="26162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Playa OSL + descarga</a:t>
            </a:r>
            <a:endParaRPr sz="1300"/>
          </a:p>
        </p:txBody>
      </p:sp>
      <p:sp>
        <p:nvSpPr>
          <p:cNvPr id="31" name="Text 29">
            <a:extLst xmlns:a="http://schemas.openxmlformats.org/drawingml/2006/main">
              <a:ext uri="{FF2B5EF4-FFF2-40B4-BE49-F238E27FC236}">
                <a16:creationId xmlns:a16="http://schemas.microsoft.com/office/drawing/2014/main" id="{9ACFAFE1-D2F7-434C-A7A0-3BC95E1A4B3E}"/>
              </a:ext>
            </a:extLst>
          </p:cNvPr>
          <p:cNvSpPr>
            <a:spLocks xmlns:a="http://schemas.openxmlformats.org/drawingml/2006/main" noGrp="1"/>
          </p:cNvSpPr>
          <p:nvPr/>
        </p:nvSpPr>
        <p:spPr>
          <a:xfrm xmlns:a="http://schemas.openxmlformats.org/drawingml/2006/main">
            <a:off x="9296400" y="3657302"/>
            <a:ext cx="1003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5E4428"/>
                </a:solidFill>
                <a:latin typeface="IBM Plex Sans"/>
                <a:ea typeface="IBM Plex Sans"/>
                <a:cs typeface="IBM Plex Sans"/>
              </a:rPr>
              <a:t>163 min</a:t>
            </a:r>
            <a:endParaRPr sz="1400"/>
          </a:p>
        </p:txBody>
      </p:sp>
      <p:sp>
        <p:nvSpPr>
          <p:cNvPr id="32" name="Text 30">
            <a:extLst xmlns:a="http://schemas.openxmlformats.org/drawingml/2006/main">
              <a:ext uri="{FF2B5EF4-FFF2-40B4-BE49-F238E27FC236}">
                <a16:creationId xmlns:a16="http://schemas.microsoft.com/office/drawing/2014/main" id="{FEE2FDF6-D83F-4228-8EA7-D7E2C28B09ED}"/>
              </a:ext>
            </a:extLst>
          </p:cNvPr>
          <p:cNvSpPr>
            <a:spLocks xmlns:a="http://schemas.openxmlformats.org/drawingml/2006/main" noGrp="1"/>
          </p:cNvSpPr>
          <p:nvPr/>
        </p:nvSpPr>
        <p:spPr>
          <a:xfrm xmlns:a="http://schemas.openxmlformats.org/drawingml/2006/main">
            <a:off x="10248900" y="3657302"/>
            <a:ext cx="1130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0B5638"/>
                </a:solidFill>
                <a:latin typeface="IBM Plex Sans"/>
                <a:ea typeface="IBM Plex Sans"/>
                <a:cs typeface="IBM Plex Sans"/>
              </a:rPr>
              <a:t>100 min</a:t>
            </a:r>
            <a:endParaRPr sz="1400"/>
          </a:p>
        </p:txBody>
      </p:sp>
      <p:sp>
        <p:nvSpPr>
          <p:cNvPr id="33" name="Shape 31">
            <a:extLst xmlns:a="http://schemas.openxmlformats.org/drawingml/2006/main">
              <a:ext uri="{FF2B5EF4-FFF2-40B4-BE49-F238E27FC236}">
                <a16:creationId xmlns:a16="http://schemas.microsoft.com/office/drawing/2014/main" id="{9681F43E-9AB0-467C-9859-2065D98EBAB9}"/>
              </a:ext>
            </a:extLst>
          </p:cNvPr>
          <p:cNvSpPr>
            <a:spLocks xmlns:a="http://schemas.openxmlformats.org/drawingml/2006/main" noGrp="1"/>
          </p:cNvSpPr>
          <p:nvPr/>
        </p:nvSpPr>
        <p:spPr>
          <a:xfrm xmlns:a="http://schemas.openxmlformats.org/drawingml/2006/main">
            <a:off x="6807200" y="3981450"/>
            <a:ext cx="4572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4" name="Text 32">
            <a:extLst xmlns:a="http://schemas.openxmlformats.org/drawingml/2006/main">
              <a:ext uri="{FF2B5EF4-FFF2-40B4-BE49-F238E27FC236}">
                <a16:creationId xmlns:a16="http://schemas.microsoft.com/office/drawing/2014/main" id="{10B508C4-BF4A-4F58-BF92-1658BDDA3467}"/>
              </a:ext>
            </a:extLst>
          </p:cNvPr>
          <p:cNvSpPr>
            <a:spLocks xmlns:a="http://schemas.openxmlformats.org/drawingml/2006/main" noGrp="1"/>
          </p:cNvSpPr>
          <p:nvPr/>
        </p:nvSpPr>
        <p:spPr>
          <a:xfrm xmlns:a="http://schemas.openxmlformats.org/drawingml/2006/main">
            <a:off x="6807200" y="4065588"/>
            <a:ext cx="26162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Ciclo por viaje</a:t>
            </a:r>
            <a:endParaRPr sz="1300"/>
          </a:p>
        </p:txBody>
      </p:sp>
      <p:sp>
        <p:nvSpPr>
          <p:cNvPr id="35" name="Text 33">
            <a:extLst xmlns:a="http://schemas.openxmlformats.org/drawingml/2006/main">
              <a:ext uri="{FF2B5EF4-FFF2-40B4-BE49-F238E27FC236}">
                <a16:creationId xmlns:a16="http://schemas.microsoft.com/office/drawing/2014/main" id="{9A384C1A-4966-4F70-88CD-7872CE69133A}"/>
              </a:ext>
            </a:extLst>
          </p:cNvPr>
          <p:cNvSpPr>
            <a:spLocks xmlns:a="http://schemas.openxmlformats.org/drawingml/2006/main" noGrp="1"/>
          </p:cNvSpPr>
          <p:nvPr/>
        </p:nvSpPr>
        <p:spPr>
          <a:xfrm xmlns:a="http://schemas.openxmlformats.org/drawingml/2006/main">
            <a:off x="9296400" y="4056757"/>
            <a:ext cx="1003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5E4428"/>
                </a:solidFill>
                <a:latin typeface="IBM Plex Sans"/>
                <a:ea typeface="IBM Plex Sans"/>
                <a:cs typeface="IBM Plex Sans"/>
              </a:rPr>
              <a:t>281 min</a:t>
            </a:r>
            <a:endParaRPr sz="1400"/>
          </a:p>
        </p:txBody>
      </p:sp>
      <p:sp>
        <p:nvSpPr>
          <p:cNvPr id="36" name="Text 34">
            <a:extLst xmlns:a="http://schemas.openxmlformats.org/drawingml/2006/main">
              <a:ext uri="{FF2B5EF4-FFF2-40B4-BE49-F238E27FC236}">
                <a16:creationId xmlns:a16="http://schemas.microsoft.com/office/drawing/2014/main" id="{80221CCB-8FAA-4E91-849A-652A645600C9}"/>
              </a:ext>
            </a:extLst>
          </p:cNvPr>
          <p:cNvSpPr>
            <a:spLocks xmlns:a="http://schemas.openxmlformats.org/drawingml/2006/main" noGrp="1"/>
          </p:cNvSpPr>
          <p:nvPr/>
        </p:nvSpPr>
        <p:spPr>
          <a:xfrm xmlns:a="http://schemas.openxmlformats.org/drawingml/2006/main">
            <a:off x="10248900" y="4056757"/>
            <a:ext cx="1130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0B5638"/>
                </a:solidFill>
                <a:latin typeface="IBM Plex Sans"/>
                <a:ea typeface="IBM Plex Sans"/>
                <a:cs typeface="IBM Plex Sans"/>
              </a:rPr>
              <a:t>218 min</a:t>
            </a:r>
            <a:endParaRPr sz="1400"/>
          </a:p>
        </p:txBody>
      </p:sp>
      <p:sp>
        <p:nvSpPr>
          <p:cNvPr id="37" name="Shape 35">
            <a:extLst xmlns:a="http://schemas.openxmlformats.org/drawingml/2006/main">
              <a:ext uri="{FF2B5EF4-FFF2-40B4-BE49-F238E27FC236}">
                <a16:creationId xmlns:a16="http://schemas.microsoft.com/office/drawing/2014/main" id="{60CEE92F-B86B-42D0-BF68-155763006EDC}"/>
              </a:ext>
            </a:extLst>
          </p:cNvPr>
          <p:cNvSpPr>
            <a:spLocks xmlns:a="http://schemas.openxmlformats.org/drawingml/2006/main" noGrp="1"/>
          </p:cNvSpPr>
          <p:nvPr/>
        </p:nvSpPr>
        <p:spPr>
          <a:xfrm xmlns:a="http://schemas.openxmlformats.org/drawingml/2006/main">
            <a:off x="6807200" y="4380905"/>
            <a:ext cx="4572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8" name="Text 36">
            <a:extLst xmlns:a="http://schemas.openxmlformats.org/drawingml/2006/main">
              <a:ext uri="{FF2B5EF4-FFF2-40B4-BE49-F238E27FC236}">
                <a16:creationId xmlns:a16="http://schemas.microsoft.com/office/drawing/2014/main" id="{C0DB636D-3417-48C0-9419-22C762456CD8}"/>
              </a:ext>
            </a:extLst>
          </p:cNvPr>
          <p:cNvSpPr>
            <a:spLocks xmlns:a="http://schemas.openxmlformats.org/drawingml/2006/main" noGrp="1"/>
          </p:cNvSpPr>
          <p:nvPr/>
        </p:nvSpPr>
        <p:spPr>
          <a:xfrm xmlns:a="http://schemas.openxmlformats.org/drawingml/2006/main">
            <a:off x="6807200" y="4465042"/>
            <a:ext cx="26162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Viajes por camión en el operativo</a:t>
            </a:r>
            <a:endParaRPr sz="1300"/>
          </a:p>
        </p:txBody>
      </p:sp>
      <p:sp>
        <p:nvSpPr>
          <p:cNvPr id="39" name="Text 37">
            <a:extLst xmlns:a="http://schemas.openxmlformats.org/drawingml/2006/main">
              <a:ext uri="{FF2B5EF4-FFF2-40B4-BE49-F238E27FC236}">
                <a16:creationId xmlns:a16="http://schemas.microsoft.com/office/drawing/2014/main" id="{6CBB2C84-7790-472F-8736-7E659472DA38}"/>
              </a:ext>
            </a:extLst>
          </p:cNvPr>
          <p:cNvSpPr>
            <a:spLocks xmlns:a="http://schemas.openxmlformats.org/drawingml/2006/main" noGrp="1"/>
          </p:cNvSpPr>
          <p:nvPr/>
        </p:nvSpPr>
        <p:spPr>
          <a:xfrm xmlns:a="http://schemas.openxmlformats.org/drawingml/2006/main">
            <a:off x="9296400" y="4456212"/>
            <a:ext cx="1003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5E4428"/>
                </a:solidFill>
                <a:latin typeface="IBM Plex Sans"/>
                <a:ea typeface="IBM Plex Sans"/>
                <a:cs typeface="IBM Plex Sans"/>
              </a:rPr>
              <a:t>5</a:t>
            </a:r>
            <a:endParaRPr sz="1400"/>
          </a:p>
        </p:txBody>
      </p:sp>
      <p:sp>
        <p:nvSpPr>
          <p:cNvPr id="40" name="Text 38">
            <a:extLst xmlns:a="http://schemas.openxmlformats.org/drawingml/2006/main">
              <a:ext uri="{FF2B5EF4-FFF2-40B4-BE49-F238E27FC236}">
                <a16:creationId xmlns:a16="http://schemas.microsoft.com/office/drawing/2014/main" id="{5992F3BD-7E39-41D6-B9BF-36BFD00AA3C3}"/>
              </a:ext>
            </a:extLst>
          </p:cNvPr>
          <p:cNvSpPr>
            <a:spLocks xmlns:a="http://schemas.openxmlformats.org/drawingml/2006/main" noGrp="1"/>
          </p:cNvSpPr>
          <p:nvPr/>
        </p:nvSpPr>
        <p:spPr>
          <a:xfrm xmlns:a="http://schemas.openxmlformats.org/drawingml/2006/main">
            <a:off x="10248900" y="4456212"/>
            <a:ext cx="1130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0B5638"/>
                </a:solidFill>
                <a:latin typeface="IBM Plex Sans"/>
                <a:ea typeface="IBM Plex Sans"/>
                <a:cs typeface="IBM Plex Sans"/>
              </a:rPr>
              <a:t>8</a:t>
            </a:r>
            <a:endParaRPr sz="1400"/>
          </a:p>
        </p:txBody>
      </p:sp>
      <p:sp>
        <p:nvSpPr>
          <p:cNvPr id="41" name="Shape 39">
            <a:extLst xmlns:a="http://schemas.openxmlformats.org/drawingml/2006/main">
              <a:ext uri="{FF2B5EF4-FFF2-40B4-BE49-F238E27FC236}">
                <a16:creationId xmlns:a16="http://schemas.microsoft.com/office/drawing/2014/main" id="{0D2D8262-7A99-440F-A919-4CB76EAF030C}"/>
              </a:ext>
            </a:extLst>
          </p:cNvPr>
          <p:cNvSpPr>
            <a:spLocks xmlns:a="http://schemas.openxmlformats.org/drawingml/2006/main" noGrp="1"/>
          </p:cNvSpPr>
          <p:nvPr/>
        </p:nvSpPr>
        <p:spPr>
          <a:xfrm xmlns:a="http://schemas.openxmlformats.org/drawingml/2006/main">
            <a:off x="6807200" y="4780359"/>
            <a:ext cx="4572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42" name="Text 40">
            <a:extLst xmlns:a="http://schemas.openxmlformats.org/drawingml/2006/main">
              <a:ext uri="{FF2B5EF4-FFF2-40B4-BE49-F238E27FC236}">
                <a16:creationId xmlns:a16="http://schemas.microsoft.com/office/drawing/2014/main" id="{0A65D699-7435-4C5D-8CA4-A4706F7CE3E8}"/>
              </a:ext>
            </a:extLst>
          </p:cNvPr>
          <p:cNvSpPr>
            <a:spLocks xmlns:a="http://schemas.openxmlformats.org/drawingml/2006/main" noGrp="1"/>
          </p:cNvSpPr>
          <p:nvPr/>
        </p:nvSpPr>
        <p:spPr>
          <a:xfrm xmlns:a="http://schemas.openxmlformats.org/drawingml/2006/main">
            <a:off x="6807200" y="4864497"/>
            <a:ext cx="26162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Viajes por camión y día</a:t>
            </a:r>
            <a:endParaRPr sz="1300"/>
          </a:p>
        </p:txBody>
      </p:sp>
      <p:sp>
        <p:nvSpPr>
          <p:cNvPr id="43" name="Text 41">
            <a:extLst xmlns:a="http://schemas.openxmlformats.org/drawingml/2006/main">
              <a:ext uri="{FF2B5EF4-FFF2-40B4-BE49-F238E27FC236}">
                <a16:creationId xmlns:a16="http://schemas.microsoft.com/office/drawing/2014/main" id="{C352DD19-E04D-455C-801C-337865302858}"/>
              </a:ext>
            </a:extLst>
          </p:cNvPr>
          <p:cNvSpPr>
            <a:spLocks xmlns:a="http://schemas.openxmlformats.org/drawingml/2006/main" noGrp="1"/>
          </p:cNvSpPr>
          <p:nvPr/>
        </p:nvSpPr>
        <p:spPr>
          <a:xfrm xmlns:a="http://schemas.openxmlformats.org/drawingml/2006/main">
            <a:off x="9296400" y="4855666"/>
            <a:ext cx="1003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5E4428"/>
                </a:solidFill>
                <a:latin typeface="IBM Plex Sans"/>
                <a:ea typeface="IBM Plex Sans"/>
                <a:cs typeface="IBM Plex Sans"/>
              </a:rPr>
              <a:t>2</a:t>
            </a:r>
            <a:endParaRPr sz="1400"/>
          </a:p>
        </p:txBody>
      </p:sp>
      <p:sp>
        <p:nvSpPr>
          <p:cNvPr id="44" name="Text 42">
            <a:extLst xmlns:a="http://schemas.openxmlformats.org/drawingml/2006/main">
              <a:ext uri="{FF2B5EF4-FFF2-40B4-BE49-F238E27FC236}">
                <a16:creationId xmlns:a16="http://schemas.microsoft.com/office/drawing/2014/main" id="{A105D8C3-D807-4EAC-92E6-A57C17F3B439}"/>
              </a:ext>
            </a:extLst>
          </p:cNvPr>
          <p:cNvSpPr>
            <a:spLocks xmlns:a="http://schemas.openxmlformats.org/drawingml/2006/main" noGrp="1"/>
          </p:cNvSpPr>
          <p:nvPr/>
        </p:nvSpPr>
        <p:spPr>
          <a:xfrm xmlns:a="http://schemas.openxmlformats.org/drawingml/2006/main">
            <a:off x="10248900" y="4855666"/>
            <a:ext cx="1130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0B5638"/>
                </a:solidFill>
                <a:latin typeface="IBM Plex Sans"/>
                <a:ea typeface="IBM Plex Sans"/>
                <a:cs typeface="IBM Plex Sans"/>
              </a:rPr>
              <a:t>3</a:t>
            </a:r>
            <a:endParaRPr sz="1400"/>
          </a:p>
        </p:txBody>
      </p:sp>
      <p:sp>
        <p:nvSpPr>
          <p:cNvPr id="45" name="Shape 43">
            <a:extLst xmlns:a="http://schemas.openxmlformats.org/drawingml/2006/main">
              <a:ext uri="{FF2B5EF4-FFF2-40B4-BE49-F238E27FC236}">
                <a16:creationId xmlns:a16="http://schemas.microsoft.com/office/drawing/2014/main" id="{A259B7BE-8AED-498A-B103-AAD100603F7B}"/>
              </a:ext>
            </a:extLst>
          </p:cNvPr>
          <p:cNvSpPr>
            <a:spLocks xmlns:a="http://schemas.openxmlformats.org/drawingml/2006/main" noGrp="1"/>
          </p:cNvSpPr>
          <p:nvPr/>
        </p:nvSpPr>
        <p:spPr>
          <a:xfrm xmlns:a="http://schemas.openxmlformats.org/drawingml/2006/main">
            <a:off x="831850" y="5329039"/>
            <a:ext cx="0" cy="51296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46" name="Text 44">
            <a:extLst xmlns:a="http://schemas.openxmlformats.org/drawingml/2006/main">
              <a:ext uri="{FF2B5EF4-FFF2-40B4-BE49-F238E27FC236}">
                <a16:creationId xmlns:a16="http://schemas.microsoft.com/office/drawing/2014/main" id="{F238CE53-7953-4CAD-9E9C-572F2B843D76}"/>
              </a:ext>
            </a:extLst>
          </p:cNvPr>
          <p:cNvSpPr>
            <a:spLocks xmlns:a="http://schemas.openxmlformats.org/drawingml/2006/main" noGrp="1"/>
          </p:cNvSpPr>
          <p:nvPr/>
        </p:nvSpPr>
        <p:spPr>
          <a:xfrm xmlns:a="http://schemas.openxmlformats.org/drawingml/2006/main">
            <a:off x="977900" y="5354439"/>
            <a:ext cx="10713339"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La carga en Ricardone no cambia; lo que baja es la espera en el puerto, de 163 a 100 min. Con 40 camiones dando vueltas más seguido se mueven las mismas 9.210 t en las mismas horas.</a:t>
            </a:r>
            <a:endParaRPr sz="1300"/>
          </a:p>
        </p:txBody>
      </p:sp>
      <p:pic>
        <p:nvPicPr>
          <p:cNvPr id="96" name="Image 0"/>
          <p:cNvPicPr>
            <a:picLocks xmlns:a="http://schemas.openxmlformats.org/drawingml/2006/main" noChangeAspect="1"/>
          </p:cNvPicPr>
          <p:nvPr/>
        </p:nvPicPr>
        <p:blipFill>
          <a:blip xmlns:r="http://schemas.openxmlformats.org/officeDocument/2006/relationships" xmlns:a="http://schemas.openxmlformats.org/drawingml/2006/main" r:embed="R142250c9a0ee4017"/>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48" name="Text 45">
            <a:extLst xmlns:a="http://schemas.openxmlformats.org/drawingml/2006/main">
              <a:ext uri="{FF2B5EF4-FFF2-40B4-BE49-F238E27FC236}">
                <a16:creationId xmlns:a16="http://schemas.microsoft.com/office/drawing/2014/main" id="{2A022F68-9B2F-4F99-BA5E-2D7E5FA14666}"/>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18</a:t>
            </a:r>
            <a:endParaRPr sz="1200"/>
          </a:p>
        </p:txBody>
      </p:sp>
      <p:pic>
        <p:nvPicPr>
          <p:cNvPr id="98" name="Image 1"/>
          <p:cNvPicPr>
            <a:picLocks xmlns:a="http://schemas.openxmlformats.org/drawingml/2006/main" noChangeAspect="1"/>
          </p:cNvPicPr>
          <p:nvPr/>
        </p:nvPicPr>
        <p:blipFill>
          <a:blip xmlns:r="http://schemas.openxmlformats.org/officeDocument/2006/relationships" xmlns:a="http://schemas.openxmlformats.org/drawingml/2006/main" r:embed="Rd3e06aaa586c45c4"/>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419719988"/>
      </p:ext>
    </p:extLst>
  </p:cSld>
</p:sld>
</file>

<file path=ppt/slides/slide19.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AF8D1F3-BF63-41BE-9772-EF09EB9054C8}"/>
              </a:ext>
            </a:extLst>
          </p:cNvPr>
          <p:cNvSpPr>
            <a:spLocks xmlns:a="http://schemas.openxmlformats.org/drawingml/2006/main" noGrp="1"/>
          </p:cNvSpPr>
          <p:nvPr/>
        </p:nvSpPr>
        <p:spPr>
          <a:xfrm xmlns:a="http://schemas.openxmlformats.org/drawingml/2006/main">
            <a:off x="812800" y="711200"/>
            <a:ext cx="1567160" cy="289520"/>
          </a:xfrm>
          <a:custGeom xmlns:a="http://schemas.openxmlformats.org/drawingml/2006/main">
            <a:rect l="l" t="t" r="r" b="b"/>
            <a:pathLst>
              <a:path w="1567160" h="289520">
                <a:moveTo>
                  <a:pt x="144760" y="0"/>
                </a:moveTo>
                <a:lnTo>
                  <a:pt x="1422400" y="0"/>
                </a:lnTo>
                <a:arcTo wR="144760" hR="144760" stAng="16200000" swAng="5400000"/>
                <a:lnTo>
                  <a:pt x="1567160"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5E442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PELLET · ANEXO</a:t>
            </a:r>
            <a:endParaRPr sz="1200"/>
          </a:p>
        </p:txBody>
      </p:sp>
      <p:sp>
        <p:nvSpPr>
          <p:cNvPr id="3" name="Text 1">
            <a:extLst xmlns:a="http://schemas.openxmlformats.org/drawingml/2006/main">
              <a:ext uri="{FF2B5EF4-FFF2-40B4-BE49-F238E27FC236}">
                <a16:creationId xmlns:a16="http://schemas.microsoft.com/office/drawing/2014/main" id="{A2A4E3E2-A9C0-4B19-A944-B971968ADADB}"/>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Dos volcables y el flete a $ 5.000 por tonelada</a:t>
            </a:r>
            <a:endParaRPr sz="3200"/>
          </a:p>
        </p:txBody>
      </p:sp>
      <p:sp>
        <p:nvSpPr>
          <p:cNvPr id="4" name="Text 2">
            <a:extLst xmlns:a="http://schemas.openxmlformats.org/drawingml/2006/main">
              <a:ext uri="{FF2B5EF4-FFF2-40B4-BE49-F238E27FC236}">
                <a16:creationId xmlns:a16="http://schemas.microsoft.com/office/drawing/2014/main" id="{F8C7CBFB-8CD3-4BFE-A4C5-BE6CE44D8FEA}"/>
              </a:ext>
            </a:extLst>
          </p:cNvPr>
          <p:cNvSpPr>
            <a:spLocks xmlns:a="http://schemas.openxmlformats.org/drawingml/2006/main" noGrp="1"/>
          </p:cNvSpPr>
          <p:nvPr/>
        </p:nvSpPr>
        <p:spPr>
          <a:xfrm xmlns:a="http://schemas.openxmlformats.org/drawingml/2006/main">
            <a:off x="812800" y="1701701"/>
            <a:ext cx="593877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Descarga en el puerto: una volcable contra dos</a:t>
            </a:r>
            <a:endParaRPr sz="1200"/>
          </a:p>
        </p:txBody>
      </p:sp>
      <p:sp>
        <p:nvSpPr>
          <p:cNvPr id="5" name="Shape 3">
            <a:extLst xmlns:a="http://schemas.openxmlformats.org/drawingml/2006/main">
              <a:ext uri="{FF2B5EF4-FFF2-40B4-BE49-F238E27FC236}">
                <a16:creationId xmlns:a16="http://schemas.microsoft.com/office/drawing/2014/main" id="{4F199569-BF81-4D92-8269-0A8EAED3BAED}"/>
              </a:ext>
            </a:extLst>
          </p:cNvPr>
          <p:cNvSpPr>
            <a:spLocks xmlns:a="http://schemas.openxmlformats.org/drawingml/2006/main" noGrp="1"/>
          </p:cNvSpPr>
          <p:nvPr/>
        </p:nvSpPr>
        <p:spPr>
          <a:xfrm xmlns:a="http://schemas.openxmlformats.org/drawingml/2006/main">
            <a:off x="812800" y="2016621"/>
            <a:ext cx="2819400" cy="1693962"/>
          </a:xfrm>
          <a:prstGeom xmlns:a="http://schemas.openxmlformats.org/drawingml/2006/main" prst="roundRect">
            <a:avLst>
              <a:gd name="adj" fmla="val 5998"/>
            </a:avLst>
          </a:prstGeom>
          <a:solidFill xmlns:a="http://schemas.openxmlformats.org/drawingml/2006/main">
            <a:srgbClr val="F3EADF"/>
          </a:solidFill>
        </p:spPr>
      </p:sp>
      <p:sp>
        <p:nvSpPr>
          <p:cNvPr id="6" name="Text 4">
            <a:extLst xmlns:a="http://schemas.openxmlformats.org/drawingml/2006/main">
              <a:ext uri="{FF2B5EF4-FFF2-40B4-BE49-F238E27FC236}">
                <a16:creationId xmlns:a16="http://schemas.microsoft.com/office/drawing/2014/main" id="{9EA6500C-B7FD-486C-919C-F1FE597D4609}"/>
              </a:ext>
            </a:extLst>
          </p:cNvPr>
          <p:cNvSpPr>
            <a:spLocks xmlns:a="http://schemas.openxmlformats.org/drawingml/2006/main" noGrp="1"/>
          </p:cNvSpPr>
          <p:nvPr/>
        </p:nvSpPr>
        <p:spPr>
          <a:xfrm xmlns:a="http://schemas.openxmlformats.org/drawingml/2006/main">
            <a:off x="977900" y="2156321"/>
            <a:ext cx="2563876"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5E4428"/>
                </a:solidFill>
                <a:latin typeface="IBM Plex Sans"/>
                <a:ea typeface="IBM Plex Sans"/>
                <a:cs typeface="IBM Plex Sans"/>
              </a:rPr>
              <a:t>Una volcable</a:t>
            </a:r>
            <a:endParaRPr sz="1300"/>
          </a:p>
        </p:txBody>
      </p:sp>
      <p:sp>
        <p:nvSpPr>
          <p:cNvPr id="7" name="Text 5">
            <a:extLst xmlns:a="http://schemas.openxmlformats.org/drawingml/2006/main">
              <a:ext uri="{FF2B5EF4-FFF2-40B4-BE49-F238E27FC236}">
                <a16:creationId xmlns:a16="http://schemas.microsoft.com/office/drawing/2014/main" id="{68EF9556-8AD9-4E04-8B7B-9C3BC5866C36}"/>
              </a:ext>
            </a:extLst>
          </p:cNvPr>
          <p:cNvSpPr>
            <a:spLocks xmlns:a="http://schemas.openxmlformats.org/drawingml/2006/main" noGrp="1"/>
          </p:cNvSpPr>
          <p:nvPr/>
        </p:nvSpPr>
        <p:spPr>
          <a:xfrm xmlns:a="http://schemas.openxmlformats.org/drawingml/2006/main">
            <a:off x="977900" y="2425502"/>
            <a:ext cx="25638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solo V4 · 9 días</a:t>
            </a:r>
            <a:endParaRPr sz="1200"/>
          </a:p>
        </p:txBody>
      </p:sp>
      <p:sp>
        <p:nvSpPr>
          <p:cNvPr id="8" name="Text 6">
            <a:extLst xmlns:a="http://schemas.openxmlformats.org/drawingml/2006/main">
              <a:ext uri="{FF2B5EF4-FFF2-40B4-BE49-F238E27FC236}">
                <a16:creationId xmlns:a16="http://schemas.microsoft.com/office/drawing/2014/main" id="{EF29EF75-4F6E-4983-A839-AFD3B22CB346}"/>
              </a:ext>
            </a:extLst>
          </p:cNvPr>
          <p:cNvSpPr>
            <a:spLocks xmlns:a="http://schemas.openxmlformats.org/drawingml/2006/main" noGrp="1"/>
          </p:cNvSpPr>
          <p:nvPr/>
        </p:nvSpPr>
        <p:spPr>
          <a:xfrm xmlns:a="http://schemas.openxmlformats.org/drawingml/2006/main">
            <a:off x="977900" y="2676922"/>
            <a:ext cx="2563876" cy="3987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940"/>
              </a:lnSpc>
              <a:buNone/>
            </a:pPr>
            <a:r>
              <a:rPr sz="2800" b="1">
                <a:solidFill>
                  <a:srgbClr val="5E4428"/>
                </a:solidFill>
                <a:latin typeface="IBM Plex Sans"/>
                <a:ea typeface="IBM Plex Sans"/>
                <a:cs typeface="IBM Plex Sans"/>
              </a:rPr>
              <a:t>208 min</a:t>
            </a:r>
            <a:endParaRPr sz="2800"/>
          </a:p>
        </p:txBody>
      </p:sp>
      <p:sp>
        <p:nvSpPr>
          <p:cNvPr id="9" name="Text 7">
            <a:extLst xmlns:a="http://schemas.openxmlformats.org/drawingml/2006/main">
              <a:ext uri="{FF2B5EF4-FFF2-40B4-BE49-F238E27FC236}">
                <a16:creationId xmlns:a16="http://schemas.microsoft.com/office/drawing/2014/main" id="{1C417084-516F-4C43-8738-4F5BE7C6427A}"/>
              </a:ext>
            </a:extLst>
          </p:cNvPr>
          <p:cNvSpPr>
            <a:spLocks xmlns:a="http://schemas.openxmlformats.org/drawingml/2006/main" noGrp="1"/>
          </p:cNvSpPr>
          <p:nvPr/>
        </p:nvSpPr>
        <p:spPr>
          <a:xfrm xmlns:a="http://schemas.openxmlformats.org/drawingml/2006/main">
            <a:off x="977900" y="3088382"/>
            <a:ext cx="25638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espera en el puerto por viaje</a:t>
            </a:r>
            <a:endParaRPr sz="1200"/>
          </a:p>
        </p:txBody>
      </p:sp>
      <p:sp>
        <p:nvSpPr>
          <p:cNvPr id="10" name="Text 8">
            <a:extLst xmlns:a="http://schemas.openxmlformats.org/drawingml/2006/main">
              <a:ext uri="{FF2B5EF4-FFF2-40B4-BE49-F238E27FC236}">
                <a16:creationId xmlns:a16="http://schemas.microsoft.com/office/drawing/2014/main" id="{831B5C90-48FB-41E9-8000-DB2548248674}"/>
              </a:ext>
            </a:extLst>
          </p:cNvPr>
          <p:cNvSpPr>
            <a:spLocks xmlns:a="http://schemas.openxmlformats.org/drawingml/2006/main" noGrp="1"/>
          </p:cNvSpPr>
          <p:nvPr/>
        </p:nvSpPr>
        <p:spPr>
          <a:xfrm xmlns:a="http://schemas.openxmlformats.org/drawingml/2006/main">
            <a:off x="977900" y="3339802"/>
            <a:ext cx="2563876"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5,8</a:t>
            </a:r>
            <a:r>
              <a:rPr sz="1300">
                <a:solidFill>
                  <a:srgbClr val="14281E"/>
                </a:solidFill>
                <a:latin typeface="IBM Plex Sans"/>
                <a:ea typeface="IBM Plex Sans"/>
                <a:cs typeface="IBM Plex Sans"/>
              </a:rPr>
              <a:t> viajes por hora</a:t>
            </a:r>
            <a:endParaRPr sz="1300"/>
          </a:p>
        </p:txBody>
      </p:sp>
      <p:sp>
        <p:nvSpPr>
          <p:cNvPr id="11" name="Shape 9">
            <a:extLst xmlns:a="http://schemas.openxmlformats.org/drawingml/2006/main">
              <a:ext uri="{FF2B5EF4-FFF2-40B4-BE49-F238E27FC236}">
                <a16:creationId xmlns:a16="http://schemas.microsoft.com/office/drawing/2014/main" id="{DBAEDA47-5D49-49EA-BF7C-388FD0A65A08}"/>
              </a:ext>
            </a:extLst>
          </p:cNvPr>
          <p:cNvSpPr>
            <a:spLocks xmlns:a="http://schemas.openxmlformats.org/drawingml/2006/main" noGrp="1"/>
          </p:cNvSpPr>
          <p:nvPr/>
        </p:nvSpPr>
        <p:spPr>
          <a:xfrm xmlns:a="http://schemas.openxmlformats.org/drawingml/2006/main">
            <a:off x="3759200" y="2016621"/>
            <a:ext cx="2819400" cy="1693962"/>
          </a:xfrm>
          <a:prstGeom xmlns:a="http://schemas.openxmlformats.org/drawingml/2006/main" prst="roundRect">
            <a:avLst>
              <a:gd name="adj" fmla="val 5998"/>
            </a:avLst>
          </a:prstGeom>
          <a:solidFill xmlns:a="http://schemas.openxmlformats.org/drawingml/2006/main">
            <a:srgbClr val="DCEDE1"/>
          </a:solidFill>
        </p:spPr>
      </p:sp>
      <p:sp>
        <p:nvSpPr>
          <p:cNvPr id="12" name="Text 10">
            <a:extLst xmlns:a="http://schemas.openxmlformats.org/drawingml/2006/main">
              <a:ext uri="{FF2B5EF4-FFF2-40B4-BE49-F238E27FC236}">
                <a16:creationId xmlns:a16="http://schemas.microsoft.com/office/drawing/2014/main" id="{783BB07C-DA37-4D23-9A75-5D5D8DC80A6E}"/>
              </a:ext>
            </a:extLst>
          </p:cNvPr>
          <p:cNvSpPr>
            <a:spLocks xmlns:a="http://schemas.openxmlformats.org/drawingml/2006/main" noGrp="1"/>
          </p:cNvSpPr>
          <p:nvPr/>
        </p:nvSpPr>
        <p:spPr>
          <a:xfrm xmlns:a="http://schemas.openxmlformats.org/drawingml/2006/main">
            <a:off x="3924300" y="2156321"/>
            <a:ext cx="2563876"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Dos volcables</a:t>
            </a:r>
            <a:endParaRPr sz="1300"/>
          </a:p>
        </p:txBody>
      </p:sp>
      <p:sp>
        <p:nvSpPr>
          <p:cNvPr id="13" name="Text 11">
            <a:extLst xmlns:a="http://schemas.openxmlformats.org/drawingml/2006/main">
              <a:ext uri="{FF2B5EF4-FFF2-40B4-BE49-F238E27FC236}">
                <a16:creationId xmlns:a16="http://schemas.microsoft.com/office/drawing/2014/main" id="{24FAB4C3-858F-4D63-98C8-AD88AEC30E06}"/>
              </a:ext>
            </a:extLst>
          </p:cNvPr>
          <p:cNvSpPr>
            <a:spLocks xmlns:a="http://schemas.openxmlformats.org/drawingml/2006/main" noGrp="1"/>
          </p:cNvSpPr>
          <p:nvPr/>
        </p:nvSpPr>
        <p:spPr>
          <a:xfrm xmlns:a="http://schemas.openxmlformats.org/drawingml/2006/main">
            <a:off x="3924300" y="2425502"/>
            <a:ext cx="25638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V3 y V4 · 8 días</a:t>
            </a:r>
            <a:endParaRPr sz="1200"/>
          </a:p>
        </p:txBody>
      </p:sp>
      <p:sp>
        <p:nvSpPr>
          <p:cNvPr id="14" name="Text 12">
            <a:extLst xmlns:a="http://schemas.openxmlformats.org/drawingml/2006/main">
              <a:ext uri="{FF2B5EF4-FFF2-40B4-BE49-F238E27FC236}">
                <a16:creationId xmlns:a16="http://schemas.microsoft.com/office/drawing/2014/main" id="{2169F79A-6FC1-46DC-AE57-49949DE478C9}"/>
              </a:ext>
            </a:extLst>
          </p:cNvPr>
          <p:cNvSpPr>
            <a:spLocks xmlns:a="http://schemas.openxmlformats.org/drawingml/2006/main" noGrp="1"/>
          </p:cNvSpPr>
          <p:nvPr/>
        </p:nvSpPr>
        <p:spPr>
          <a:xfrm xmlns:a="http://schemas.openxmlformats.org/drawingml/2006/main">
            <a:off x="3924300" y="2676922"/>
            <a:ext cx="2563876" cy="3987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940"/>
              </a:lnSpc>
              <a:buNone/>
            </a:pPr>
            <a:r>
              <a:rPr sz="2800" b="1">
                <a:solidFill>
                  <a:srgbClr val="0B5638"/>
                </a:solidFill>
                <a:latin typeface="IBM Plex Sans"/>
                <a:ea typeface="IBM Plex Sans"/>
                <a:cs typeface="IBM Plex Sans"/>
              </a:rPr>
              <a:t>170 min</a:t>
            </a:r>
            <a:endParaRPr sz="2800"/>
          </a:p>
        </p:txBody>
      </p:sp>
      <p:sp>
        <p:nvSpPr>
          <p:cNvPr id="15" name="Text 13">
            <a:extLst xmlns:a="http://schemas.openxmlformats.org/drawingml/2006/main">
              <a:ext uri="{FF2B5EF4-FFF2-40B4-BE49-F238E27FC236}">
                <a16:creationId xmlns:a16="http://schemas.microsoft.com/office/drawing/2014/main" id="{C21AABA2-00C0-434F-A644-967CB4ACF610}"/>
              </a:ext>
            </a:extLst>
          </p:cNvPr>
          <p:cNvSpPr>
            <a:spLocks xmlns:a="http://schemas.openxmlformats.org/drawingml/2006/main" noGrp="1"/>
          </p:cNvSpPr>
          <p:nvPr/>
        </p:nvSpPr>
        <p:spPr>
          <a:xfrm xmlns:a="http://schemas.openxmlformats.org/drawingml/2006/main">
            <a:off x="3924300" y="3088382"/>
            <a:ext cx="25638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espera en el puerto por viaje</a:t>
            </a:r>
            <a:endParaRPr sz="1200"/>
          </a:p>
        </p:txBody>
      </p:sp>
      <p:sp>
        <p:nvSpPr>
          <p:cNvPr id="16" name="Text 14">
            <a:extLst xmlns:a="http://schemas.openxmlformats.org/drawingml/2006/main">
              <a:ext uri="{FF2B5EF4-FFF2-40B4-BE49-F238E27FC236}">
                <a16:creationId xmlns:a16="http://schemas.microsoft.com/office/drawing/2014/main" id="{2D0552E0-5B15-4F33-AE2A-802E64B1B453}"/>
              </a:ext>
            </a:extLst>
          </p:cNvPr>
          <p:cNvSpPr>
            <a:spLocks xmlns:a="http://schemas.openxmlformats.org/drawingml/2006/main" noGrp="1"/>
          </p:cNvSpPr>
          <p:nvPr/>
        </p:nvSpPr>
        <p:spPr>
          <a:xfrm xmlns:a="http://schemas.openxmlformats.org/drawingml/2006/main">
            <a:off x="3924300" y="3339802"/>
            <a:ext cx="2563876"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6,1</a:t>
            </a:r>
            <a:r>
              <a:rPr sz="1300">
                <a:solidFill>
                  <a:srgbClr val="14281E"/>
                </a:solidFill>
                <a:latin typeface="IBM Plex Sans"/>
                <a:ea typeface="IBM Plex Sans"/>
                <a:cs typeface="IBM Plex Sans"/>
              </a:rPr>
              <a:t> viajes por hora</a:t>
            </a:r>
            <a:endParaRPr sz="1300"/>
          </a:p>
        </p:txBody>
      </p:sp>
      <p:sp>
        <p:nvSpPr>
          <p:cNvPr id="17" name="Text 15">
            <a:extLst xmlns:a="http://schemas.openxmlformats.org/drawingml/2006/main">
              <a:ext uri="{FF2B5EF4-FFF2-40B4-BE49-F238E27FC236}">
                <a16:creationId xmlns:a16="http://schemas.microsoft.com/office/drawing/2014/main" id="{DD9B7110-DC5F-48D0-A7B6-5819C6DC52F4}"/>
              </a:ext>
            </a:extLst>
          </p:cNvPr>
          <p:cNvSpPr>
            <a:spLocks xmlns:a="http://schemas.openxmlformats.org/drawingml/2006/main" noGrp="1"/>
          </p:cNvSpPr>
          <p:nvPr/>
        </p:nvSpPr>
        <p:spPr>
          <a:xfrm xmlns:a="http://schemas.openxmlformats.org/drawingml/2006/main">
            <a:off x="812800" y="3812183"/>
            <a:ext cx="5938774" cy="718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4A5D52"/>
                </a:solidFill>
                <a:latin typeface="IBM Plex Sans"/>
                <a:ea typeface="IBM Plex Sans"/>
                <a:cs typeface="IBM Plex Sans"/>
              </a:rPr>
              <a:t>Con dos volcables cada viaje espera </a:t>
            </a:r>
            <a:r>
              <a:rPr sz="1300" b="1">
                <a:solidFill>
                  <a:srgbClr val="4A5D52"/>
                </a:solidFill>
                <a:latin typeface="IBM Plex Sans"/>
                <a:ea typeface="IBM Plex Sans"/>
                <a:cs typeface="IBM Plex Sans"/>
              </a:rPr>
              <a:t>38 min menos</a:t>
            </a:r>
            <a:r>
              <a:rPr sz="1300">
                <a:solidFill>
                  <a:srgbClr val="4A5D52"/>
                </a:solidFill>
                <a:latin typeface="IBM Plex Sans"/>
                <a:ea typeface="IBM Plex Sans"/>
                <a:cs typeface="IBM Plex Sans"/>
              </a:rPr>
              <a:t> en el puerto. Esta semana se descargó casi todo por la V4: abrir la V3 es el primer paso para bajar la espera.</a:t>
            </a:r>
            <a:endParaRPr sz="1300"/>
          </a:p>
        </p:txBody>
      </p:sp>
      <p:sp>
        <p:nvSpPr>
          <p:cNvPr id="18" name="Text 16">
            <a:extLst xmlns:a="http://schemas.openxmlformats.org/drawingml/2006/main">
              <a:ext uri="{FF2B5EF4-FFF2-40B4-BE49-F238E27FC236}">
                <a16:creationId xmlns:a16="http://schemas.microsoft.com/office/drawing/2014/main" id="{22D86DFB-F708-4EBA-923D-B14EDE8AEB90}"/>
              </a:ext>
            </a:extLst>
          </p:cNvPr>
          <p:cNvSpPr>
            <a:spLocks xmlns:a="http://schemas.openxmlformats.org/drawingml/2006/main" noGrp="1"/>
          </p:cNvSpPr>
          <p:nvPr/>
        </p:nvSpPr>
        <p:spPr>
          <a:xfrm xmlns:a="http://schemas.openxmlformats.org/drawingml/2006/main">
            <a:off x="6934200" y="1701701"/>
            <a:ext cx="5257800" cy="35569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381"/>
              </a:lnSpc>
              <a:buNone/>
            </a:pPr>
            <a:r>
              <a:rPr sz="986">
                <a:solidFill>
                  <a:srgbClr val="4A5D52"/>
                </a:solidFill>
                <a:latin typeface="IBM Plex Sans"/>
                <a:ea typeface="IBM Plex Sans"/>
                <a:cs typeface="IBM Plex Sans"/>
              </a:rPr>
              <a:t>Propuesta al camionero: flete de $ 6.000 a $ 5.000 por tonelada (30 t por viaje)</a:t>
            </a:r>
            <a:endParaRPr sz="986"/>
          </a:p>
        </p:txBody>
      </p:sp>
      <p:sp>
        <p:nvSpPr>
          <p:cNvPr id="19" name="Text 17">
            <a:extLst xmlns:a="http://schemas.openxmlformats.org/drawingml/2006/main">
              <a:ext uri="{FF2B5EF4-FFF2-40B4-BE49-F238E27FC236}">
                <a16:creationId xmlns:a16="http://schemas.microsoft.com/office/drawing/2014/main" id="{C8EEB0E1-75E8-404F-A792-5EC5937DA4D0}"/>
              </a:ext>
            </a:extLst>
          </p:cNvPr>
          <p:cNvSpPr>
            <a:spLocks xmlns:a="http://schemas.openxmlformats.org/drawingml/2006/main" noGrp="1"/>
          </p:cNvSpPr>
          <p:nvPr/>
        </p:nvSpPr>
        <p:spPr>
          <a:xfrm xmlns:a="http://schemas.openxmlformats.org/drawingml/2006/main">
            <a:off x="9042400" y="2108200"/>
            <a:ext cx="11303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5E4428"/>
                </a:solidFill>
                <a:latin typeface="IBM Plex Sans"/>
                <a:ea typeface="IBM Plex Sans"/>
                <a:cs typeface="IBM Plex Sans"/>
              </a:rPr>
              <a:t>Hoy</a:t>
            </a:r>
            <a:endParaRPr sz="1200"/>
          </a:p>
        </p:txBody>
      </p:sp>
      <p:sp>
        <p:nvSpPr>
          <p:cNvPr id="20" name="Text 18">
            <a:extLst xmlns:a="http://schemas.openxmlformats.org/drawingml/2006/main">
              <a:ext uri="{FF2B5EF4-FFF2-40B4-BE49-F238E27FC236}">
                <a16:creationId xmlns:a16="http://schemas.microsoft.com/office/drawing/2014/main" id="{9679E9BA-505E-4737-AABB-67BFF1414FFE}"/>
              </a:ext>
            </a:extLst>
          </p:cNvPr>
          <p:cNvSpPr>
            <a:spLocks xmlns:a="http://schemas.openxmlformats.org/drawingml/2006/main" noGrp="1"/>
          </p:cNvSpPr>
          <p:nvPr/>
        </p:nvSpPr>
        <p:spPr>
          <a:xfrm xmlns:a="http://schemas.openxmlformats.org/drawingml/2006/main">
            <a:off x="10121900" y="2108200"/>
            <a:ext cx="12573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0B5638"/>
                </a:solidFill>
                <a:latin typeface="IBM Plex Sans"/>
                <a:ea typeface="IBM Plex Sans"/>
                <a:cs typeface="IBM Plex Sans"/>
              </a:rPr>
              <a:t>Prueba</a:t>
            </a:r>
            <a:endParaRPr sz="1200"/>
          </a:p>
        </p:txBody>
      </p:sp>
      <p:sp>
        <p:nvSpPr>
          <p:cNvPr id="21" name="Shape 19">
            <a:extLst xmlns:a="http://schemas.openxmlformats.org/drawingml/2006/main">
              <a:ext uri="{FF2B5EF4-FFF2-40B4-BE49-F238E27FC236}">
                <a16:creationId xmlns:a16="http://schemas.microsoft.com/office/drawing/2014/main" id="{35CB6217-9289-4CB1-8C6A-A163E2CE7FF7}"/>
              </a:ext>
            </a:extLst>
          </p:cNvPr>
          <p:cNvSpPr>
            <a:spLocks xmlns:a="http://schemas.openxmlformats.org/drawingml/2006/main" noGrp="1"/>
          </p:cNvSpPr>
          <p:nvPr/>
        </p:nvSpPr>
        <p:spPr>
          <a:xfrm xmlns:a="http://schemas.openxmlformats.org/drawingml/2006/main">
            <a:off x="6934200" y="2378075"/>
            <a:ext cx="4445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22" name="Text 20">
            <a:extLst xmlns:a="http://schemas.openxmlformats.org/drawingml/2006/main">
              <a:ext uri="{FF2B5EF4-FFF2-40B4-BE49-F238E27FC236}">
                <a16:creationId xmlns:a16="http://schemas.microsoft.com/office/drawing/2014/main" id="{15FFE063-B7D1-49B7-9AB5-42D8E71064E7}"/>
              </a:ext>
            </a:extLst>
          </p:cNvPr>
          <p:cNvSpPr>
            <a:spLocks xmlns:a="http://schemas.openxmlformats.org/drawingml/2006/main" noGrp="1"/>
          </p:cNvSpPr>
          <p:nvPr/>
        </p:nvSpPr>
        <p:spPr>
          <a:xfrm xmlns:a="http://schemas.openxmlformats.org/drawingml/2006/main">
            <a:off x="6934200" y="2381746"/>
            <a:ext cx="222377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Tarifa por viaje</a:t>
            </a:r>
            <a:endParaRPr sz="1300"/>
          </a:p>
        </p:txBody>
      </p:sp>
      <p:sp>
        <p:nvSpPr>
          <p:cNvPr id="23" name="Text 21">
            <a:extLst xmlns:a="http://schemas.openxmlformats.org/drawingml/2006/main">
              <a:ext uri="{FF2B5EF4-FFF2-40B4-BE49-F238E27FC236}">
                <a16:creationId xmlns:a16="http://schemas.microsoft.com/office/drawing/2014/main" id="{8B03E75C-DE05-46B7-A633-26361ABBA1E7}"/>
              </a:ext>
            </a:extLst>
          </p:cNvPr>
          <p:cNvSpPr>
            <a:spLocks xmlns:a="http://schemas.openxmlformats.org/drawingml/2006/main" noGrp="1"/>
          </p:cNvSpPr>
          <p:nvPr/>
        </p:nvSpPr>
        <p:spPr>
          <a:xfrm xmlns:a="http://schemas.openxmlformats.org/drawingml/2006/main">
            <a:off x="6934200" y="2625527"/>
            <a:ext cx="222377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$ 6.000 → $ 5.000 por tonelada · −17 %</a:t>
            </a:r>
            <a:endParaRPr sz="1200"/>
          </a:p>
        </p:txBody>
      </p:sp>
      <p:sp>
        <p:nvSpPr>
          <p:cNvPr id="24" name="Text 22">
            <a:extLst xmlns:a="http://schemas.openxmlformats.org/drawingml/2006/main">
              <a:ext uri="{FF2B5EF4-FFF2-40B4-BE49-F238E27FC236}">
                <a16:creationId xmlns:a16="http://schemas.microsoft.com/office/drawing/2014/main" id="{42C18502-41B3-45A1-AEBB-7C1ACF687547}"/>
              </a:ext>
            </a:extLst>
          </p:cNvPr>
          <p:cNvSpPr>
            <a:spLocks xmlns:a="http://schemas.openxmlformats.org/drawingml/2006/main" noGrp="1"/>
          </p:cNvSpPr>
          <p:nvPr/>
        </p:nvSpPr>
        <p:spPr>
          <a:xfrm xmlns:a="http://schemas.openxmlformats.org/drawingml/2006/main">
            <a:off x="9042400" y="2583557"/>
            <a:ext cx="11303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100"/>
              </a:lnSpc>
              <a:buNone/>
            </a:pPr>
            <a:r>
              <a:rPr sz="1500" b="1">
                <a:solidFill>
                  <a:srgbClr val="5E4428"/>
                </a:solidFill>
                <a:latin typeface="IBM Plex Sans"/>
                <a:ea typeface="IBM Plex Sans"/>
                <a:cs typeface="IBM Plex Sans"/>
              </a:rPr>
              <a:t>$ 180.000</a:t>
            </a:r>
            <a:endParaRPr sz="1500"/>
          </a:p>
        </p:txBody>
      </p:sp>
      <p:sp>
        <p:nvSpPr>
          <p:cNvPr id="25" name="Text 23">
            <a:extLst xmlns:a="http://schemas.openxmlformats.org/drawingml/2006/main">
              <a:ext uri="{FF2B5EF4-FFF2-40B4-BE49-F238E27FC236}">
                <a16:creationId xmlns:a16="http://schemas.microsoft.com/office/drawing/2014/main" id="{020ED9F0-C1E7-4AFD-B168-B7A328190951}"/>
              </a:ext>
            </a:extLst>
          </p:cNvPr>
          <p:cNvSpPr>
            <a:spLocks xmlns:a="http://schemas.openxmlformats.org/drawingml/2006/main" noGrp="1"/>
          </p:cNvSpPr>
          <p:nvPr/>
        </p:nvSpPr>
        <p:spPr>
          <a:xfrm xmlns:a="http://schemas.openxmlformats.org/drawingml/2006/main">
            <a:off x="10121900" y="2583557"/>
            <a:ext cx="12573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100"/>
              </a:lnSpc>
              <a:buNone/>
            </a:pPr>
            <a:r>
              <a:rPr sz="1500" b="1">
                <a:solidFill>
                  <a:srgbClr val="0B5638"/>
                </a:solidFill>
                <a:latin typeface="IBM Plex Sans"/>
                <a:ea typeface="IBM Plex Sans"/>
                <a:cs typeface="IBM Plex Sans"/>
              </a:rPr>
              <a:t>$ 150.000</a:t>
            </a:r>
            <a:endParaRPr sz="1500"/>
          </a:p>
        </p:txBody>
      </p:sp>
      <p:sp>
        <p:nvSpPr>
          <p:cNvPr id="26" name="Shape 24">
            <a:extLst xmlns:a="http://schemas.openxmlformats.org/drawingml/2006/main">
              <a:ext uri="{FF2B5EF4-FFF2-40B4-BE49-F238E27FC236}">
                <a16:creationId xmlns:a16="http://schemas.microsoft.com/office/drawing/2014/main" id="{B0AA8372-F1DC-49C2-AB52-5C804977786B}"/>
              </a:ext>
            </a:extLst>
          </p:cNvPr>
          <p:cNvSpPr>
            <a:spLocks xmlns:a="http://schemas.openxmlformats.org/drawingml/2006/main" noGrp="1"/>
          </p:cNvSpPr>
          <p:nvPr/>
        </p:nvSpPr>
        <p:spPr>
          <a:xfrm xmlns:a="http://schemas.openxmlformats.org/drawingml/2006/main">
            <a:off x="6934200" y="3131939"/>
            <a:ext cx="4445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27" name="Text 25">
            <a:extLst xmlns:a="http://schemas.openxmlformats.org/drawingml/2006/main">
              <a:ext uri="{FF2B5EF4-FFF2-40B4-BE49-F238E27FC236}">
                <a16:creationId xmlns:a16="http://schemas.microsoft.com/office/drawing/2014/main" id="{D3760D95-DF88-4487-8F17-81E7C4E96B4E}"/>
              </a:ext>
            </a:extLst>
          </p:cNvPr>
          <p:cNvSpPr>
            <a:spLocks xmlns:a="http://schemas.openxmlformats.org/drawingml/2006/main" noGrp="1"/>
          </p:cNvSpPr>
          <p:nvPr/>
        </p:nvSpPr>
        <p:spPr>
          <a:xfrm xmlns:a="http://schemas.openxmlformats.org/drawingml/2006/main">
            <a:off x="6934200" y="3133626"/>
            <a:ext cx="2223770"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Ingreso del camionero por día</a:t>
            </a:r>
            <a:endParaRPr sz="1300"/>
          </a:p>
        </p:txBody>
      </p:sp>
      <p:sp>
        <p:nvSpPr>
          <p:cNvPr id="28" name="Text 26">
            <a:extLst xmlns:a="http://schemas.openxmlformats.org/drawingml/2006/main">
              <a:ext uri="{FF2B5EF4-FFF2-40B4-BE49-F238E27FC236}">
                <a16:creationId xmlns:a16="http://schemas.microsoft.com/office/drawing/2014/main" id="{1E38B2AD-B8EF-49CF-8A9E-CC2F3EE58C78}"/>
              </a:ext>
            </a:extLst>
          </p:cNvPr>
          <p:cNvSpPr>
            <a:spLocks xmlns:a="http://schemas.openxmlformats.org/drawingml/2006/main" noGrp="1"/>
          </p:cNvSpPr>
          <p:nvPr/>
        </p:nvSpPr>
        <p:spPr>
          <a:xfrm xmlns:a="http://schemas.openxmlformats.org/drawingml/2006/main">
            <a:off x="6934200" y="3608487"/>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2 → 3 viajes · +25 %</a:t>
            </a:r>
            <a:endParaRPr sz="1200"/>
          </a:p>
        </p:txBody>
      </p:sp>
      <p:sp>
        <p:nvSpPr>
          <p:cNvPr id="29" name="Text 27">
            <a:extLst xmlns:a="http://schemas.openxmlformats.org/drawingml/2006/main">
              <a:ext uri="{FF2B5EF4-FFF2-40B4-BE49-F238E27FC236}">
                <a16:creationId xmlns:a16="http://schemas.microsoft.com/office/drawing/2014/main" id="{1AF474B0-B559-432F-8706-B0EE28FB5150}"/>
              </a:ext>
            </a:extLst>
          </p:cNvPr>
          <p:cNvSpPr>
            <a:spLocks xmlns:a="http://schemas.openxmlformats.org/drawingml/2006/main" noGrp="1"/>
          </p:cNvSpPr>
          <p:nvPr/>
        </p:nvSpPr>
        <p:spPr>
          <a:xfrm xmlns:a="http://schemas.openxmlformats.org/drawingml/2006/main">
            <a:off x="9042400" y="3344267"/>
            <a:ext cx="11303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100"/>
              </a:lnSpc>
              <a:buNone/>
            </a:pPr>
            <a:r>
              <a:rPr sz="1500" b="1">
                <a:solidFill>
                  <a:srgbClr val="5E4428"/>
                </a:solidFill>
                <a:latin typeface="IBM Plex Sans"/>
                <a:ea typeface="IBM Plex Sans"/>
                <a:cs typeface="IBM Plex Sans"/>
              </a:rPr>
              <a:t>$ 360.000</a:t>
            </a:r>
            <a:endParaRPr sz="1500"/>
          </a:p>
        </p:txBody>
      </p:sp>
      <p:sp>
        <p:nvSpPr>
          <p:cNvPr id="30" name="Text 28">
            <a:extLst xmlns:a="http://schemas.openxmlformats.org/drawingml/2006/main">
              <a:ext uri="{FF2B5EF4-FFF2-40B4-BE49-F238E27FC236}">
                <a16:creationId xmlns:a16="http://schemas.microsoft.com/office/drawing/2014/main" id="{C2B6877E-D6E5-4584-8EFE-F2BD4FFB31E2}"/>
              </a:ext>
            </a:extLst>
          </p:cNvPr>
          <p:cNvSpPr>
            <a:spLocks xmlns:a="http://schemas.openxmlformats.org/drawingml/2006/main" noGrp="1"/>
          </p:cNvSpPr>
          <p:nvPr/>
        </p:nvSpPr>
        <p:spPr>
          <a:xfrm xmlns:a="http://schemas.openxmlformats.org/drawingml/2006/main">
            <a:off x="10121900" y="3344267"/>
            <a:ext cx="12573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100"/>
              </a:lnSpc>
              <a:buNone/>
            </a:pPr>
            <a:r>
              <a:rPr sz="1500" b="1">
                <a:solidFill>
                  <a:srgbClr val="0B5638"/>
                </a:solidFill>
                <a:latin typeface="IBM Plex Sans"/>
                <a:ea typeface="IBM Plex Sans"/>
                <a:cs typeface="IBM Plex Sans"/>
              </a:rPr>
              <a:t>$ 450.000</a:t>
            </a:r>
            <a:endParaRPr sz="1500"/>
          </a:p>
        </p:txBody>
      </p:sp>
      <p:sp>
        <p:nvSpPr>
          <p:cNvPr id="31" name="Shape 29">
            <a:extLst xmlns:a="http://schemas.openxmlformats.org/drawingml/2006/main">
              <a:ext uri="{FF2B5EF4-FFF2-40B4-BE49-F238E27FC236}">
                <a16:creationId xmlns:a16="http://schemas.microsoft.com/office/drawing/2014/main" id="{C838C7AC-10A9-4B03-981A-7448A8C61A7B}"/>
              </a:ext>
            </a:extLst>
          </p:cNvPr>
          <p:cNvSpPr>
            <a:spLocks xmlns:a="http://schemas.openxmlformats.org/drawingml/2006/main" noGrp="1"/>
          </p:cNvSpPr>
          <p:nvPr/>
        </p:nvSpPr>
        <p:spPr>
          <a:xfrm xmlns:a="http://schemas.openxmlformats.org/drawingml/2006/main">
            <a:off x="6934200" y="3899595"/>
            <a:ext cx="4445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2" name="Text 30">
            <a:extLst xmlns:a="http://schemas.openxmlformats.org/drawingml/2006/main">
              <a:ext uri="{FF2B5EF4-FFF2-40B4-BE49-F238E27FC236}">
                <a16:creationId xmlns:a16="http://schemas.microsoft.com/office/drawing/2014/main" id="{DD5BD68D-4F91-4505-90B7-777845482596}"/>
              </a:ext>
            </a:extLst>
          </p:cNvPr>
          <p:cNvSpPr>
            <a:spLocks xmlns:a="http://schemas.openxmlformats.org/drawingml/2006/main" noGrp="1"/>
          </p:cNvSpPr>
          <p:nvPr/>
        </p:nvSpPr>
        <p:spPr>
          <a:xfrm xmlns:a="http://schemas.openxmlformats.org/drawingml/2006/main">
            <a:off x="6934200" y="3927376"/>
            <a:ext cx="222377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Flete de este operativo</a:t>
            </a:r>
            <a:endParaRPr sz="1300"/>
          </a:p>
        </p:txBody>
      </p:sp>
      <p:sp>
        <p:nvSpPr>
          <p:cNvPr id="33" name="Text 31">
            <a:extLst xmlns:a="http://schemas.openxmlformats.org/drawingml/2006/main">
              <a:ext uri="{FF2B5EF4-FFF2-40B4-BE49-F238E27FC236}">
                <a16:creationId xmlns:a16="http://schemas.microsoft.com/office/drawing/2014/main" id="{53E05844-3CEB-45BB-8CA2-4B043AD759B8}"/>
              </a:ext>
            </a:extLst>
          </p:cNvPr>
          <p:cNvSpPr>
            <a:spLocks xmlns:a="http://schemas.openxmlformats.org/drawingml/2006/main" noGrp="1"/>
          </p:cNvSpPr>
          <p:nvPr/>
        </p:nvSpPr>
        <p:spPr>
          <a:xfrm xmlns:a="http://schemas.openxmlformats.org/drawingml/2006/main">
            <a:off x="6934200" y="4171156"/>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307 viajes · ahorro $ 9,2 M</a:t>
            </a:r>
            <a:endParaRPr sz="1200"/>
          </a:p>
        </p:txBody>
      </p:sp>
      <p:sp>
        <p:nvSpPr>
          <p:cNvPr id="34" name="Text 32">
            <a:extLst xmlns:a="http://schemas.openxmlformats.org/drawingml/2006/main">
              <a:ext uri="{FF2B5EF4-FFF2-40B4-BE49-F238E27FC236}">
                <a16:creationId xmlns:a16="http://schemas.microsoft.com/office/drawing/2014/main" id="{8AEBC611-F1D4-4B0E-8346-B0EC9B0A5C44}"/>
              </a:ext>
            </a:extLst>
          </p:cNvPr>
          <p:cNvSpPr>
            <a:spLocks xmlns:a="http://schemas.openxmlformats.org/drawingml/2006/main" noGrp="1"/>
          </p:cNvSpPr>
          <p:nvPr/>
        </p:nvSpPr>
        <p:spPr>
          <a:xfrm xmlns:a="http://schemas.openxmlformats.org/drawingml/2006/main">
            <a:off x="9042400" y="4022527"/>
            <a:ext cx="11303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100"/>
              </a:lnSpc>
              <a:buNone/>
            </a:pPr>
            <a:r>
              <a:rPr sz="1500" b="1">
                <a:solidFill>
                  <a:srgbClr val="5E4428"/>
                </a:solidFill>
                <a:latin typeface="IBM Plex Sans"/>
                <a:ea typeface="IBM Plex Sans"/>
                <a:cs typeface="IBM Plex Sans"/>
              </a:rPr>
              <a:t>$ 55,3 M</a:t>
            </a:r>
            <a:endParaRPr sz="1500"/>
          </a:p>
        </p:txBody>
      </p:sp>
      <p:sp>
        <p:nvSpPr>
          <p:cNvPr id="35" name="Text 33">
            <a:extLst xmlns:a="http://schemas.openxmlformats.org/drawingml/2006/main">
              <a:ext uri="{FF2B5EF4-FFF2-40B4-BE49-F238E27FC236}">
                <a16:creationId xmlns:a16="http://schemas.microsoft.com/office/drawing/2014/main" id="{A67FF344-3F19-4402-909B-A9F46E1FAFDD}"/>
              </a:ext>
            </a:extLst>
          </p:cNvPr>
          <p:cNvSpPr>
            <a:spLocks xmlns:a="http://schemas.openxmlformats.org/drawingml/2006/main" noGrp="1"/>
          </p:cNvSpPr>
          <p:nvPr/>
        </p:nvSpPr>
        <p:spPr>
          <a:xfrm xmlns:a="http://schemas.openxmlformats.org/drawingml/2006/main">
            <a:off x="10121900" y="4022527"/>
            <a:ext cx="12573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100"/>
              </a:lnSpc>
              <a:buNone/>
            </a:pPr>
            <a:r>
              <a:rPr sz="1500" b="1">
                <a:solidFill>
                  <a:srgbClr val="0B5638"/>
                </a:solidFill>
                <a:latin typeface="IBM Plex Sans"/>
                <a:ea typeface="IBM Plex Sans"/>
                <a:cs typeface="IBM Plex Sans"/>
              </a:rPr>
              <a:t>$ 46,0 M</a:t>
            </a:r>
            <a:endParaRPr sz="1500"/>
          </a:p>
        </p:txBody>
      </p:sp>
      <p:sp>
        <p:nvSpPr>
          <p:cNvPr id="36" name="Shape 34">
            <a:extLst xmlns:a="http://schemas.openxmlformats.org/drawingml/2006/main">
              <a:ext uri="{FF2B5EF4-FFF2-40B4-BE49-F238E27FC236}">
                <a16:creationId xmlns:a16="http://schemas.microsoft.com/office/drawing/2014/main" id="{2221A086-7C97-4B13-A528-738DA8A98262}"/>
              </a:ext>
            </a:extLst>
          </p:cNvPr>
          <p:cNvSpPr>
            <a:spLocks xmlns:a="http://schemas.openxmlformats.org/drawingml/2006/main" noGrp="1"/>
          </p:cNvSpPr>
          <p:nvPr/>
        </p:nvSpPr>
        <p:spPr>
          <a:xfrm xmlns:a="http://schemas.openxmlformats.org/drawingml/2006/main">
            <a:off x="6934200" y="4488359"/>
            <a:ext cx="4445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7" name="Text 35">
            <a:extLst xmlns:a="http://schemas.openxmlformats.org/drawingml/2006/main">
              <a:ext uri="{FF2B5EF4-FFF2-40B4-BE49-F238E27FC236}">
                <a16:creationId xmlns:a16="http://schemas.microsoft.com/office/drawing/2014/main" id="{0D0085D8-E2CC-4BA1-A0C2-77DE8C016258}"/>
              </a:ext>
            </a:extLst>
          </p:cNvPr>
          <p:cNvSpPr>
            <a:spLocks xmlns:a="http://schemas.openxmlformats.org/drawingml/2006/main" noGrp="1"/>
          </p:cNvSpPr>
          <p:nvPr/>
        </p:nvSpPr>
        <p:spPr>
          <a:xfrm xmlns:a="http://schemas.openxmlformats.org/drawingml/2006/main">
            <a:off x="6934200" y="4490045"/>
            <a:ext cx="2223770"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Flete de los operativos desde junio</a:t>
            </a:r>
            <a:endParaRPr sz="1300"/>
          </a:p>
        </p:txBody>
      </p:sp>
      <p:sp>
        <p:nvSpPr>
          <p:cNvPr id="38" name="Text 36">
            <a:extLst xmlns:a="http://schemas.openxmlformats.org/drawingml/2006/main">
              <a:ext uri="{FF2B5EF4-FFF2-40B4-BE49-F238E27FC236}">
                <a16:creationId xmlns:a16="http://schemas.microsoft.com/office/drawing/2014/main" id="{021D8223-6AB3-48A5-A209-818A730CE706}"/>
              </a:ext>
            </a:extLst>
          </p:cNvPr>
          <p:cNvSpPr>
            <a:spLocks xmlns:a="http://schemas.openxmlformats.org/drawingml/2006/main" noGrp="1"/>
          </p:cNvSpPr>
          <p:nvPr/>
        </p:nvSpPr>
        <p:spPr>
          <a:xfrm xmlns:a="http://schemas.openxmlformats.org/drawingml/2006/main">
            <a:off x="6934200" y="4964906"/>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3.239 viajes · ahorro $ 97,2 M</a:t>
            </a:r>
            <a:endParaRPr sz="1200"/>
          </a:p>
        </p:txBody>
      </p:sp>
      <p:sp>
        <p:nvSpPr>
          <p:cNvPr id="39" name="Text 37">
            <a:extLst xmlns:a="http://schemas.openxmlformats.org/drawingml/2006/main">
              <a:ext uri="{FF2B5EF4-FFF2-40B4-BE49-F238E27FC236}">
                <a16:creationId xmlns:a16="http://schemas.microsoft.com/office/drawing/2014/main" id="{298796A4-3009-447E-B9EC-3339EBAC7868}"/>
              </a:ext>
            </a:extLst>
          </p:cNvPr>
          <p:cNvSpPr>
            <a:spLocks xmlns:a="http://schemas.openxmlformats.org/drawingml/2006/main" noGrp="1"/>
          </p:cNvSpPr>
          <p:nvPr/>
        </p:nvSpPr>
        <p:spPr>
          <a:xfrm xmlns:a="http://schemas.openxmlformats.org/drawingml/2006/main">
            <a:off x="9042400" y="4700687"/>
            <a:ext cx="11303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100"/>
              </a:lnSpc>
              <a:buNone/>
            </a:pPr>
            <a:r>
              <a:rPr sz="1500" b="1">
                <a:solidFill>
                  <a:srgbClr val="5E4428"/>
                </a:solidFill>
                <a:latin typeface="IBM Plex Sans"/>
                <a:ea typeface="IBM Plex Sans"/>
                <a:cs typeface="IBM Plex Sans"/>
              </a:rPr>
              <a:t>$ 583,0 M</a:t>
            </a:r>
            <a:endParaRPr sz="1500"/>
          </a:p>
        </p:txBody>
      </p:sp>
      <p:sp>
        <p:nvSpPr>
          <p:cNvPr id="40" name="Text 38">
            <a:extLst xmlns:a="http://schemas.openxmlformats.org/drawingml/2006/main">
              <a:ext uri="{FF2B5EF4-FFF2-40B4-BE49-F238E27FC236}">
                <a16:creationId xmlns:a16="http://schemas.microsoft.com/office/drawing/2014/main" id="{8CD984DD-B6B8-43E8-BE1B-7831440691A4}"/>
              </a:ext>
            </a:extLst>
          </p:cNvPr>
          <p:cNvSpPr>
            <a:spLocks xmlns:a="http://schemas.openxmlformats.org/drawingml/2006/main" noGrp="1"/>
          </p:cNvSpPr>
          <p:nvPr/>
        </p:nvSpPr>
        <p:spPr>
          <a:xfrm xmlns:a="http://schemas.openxmlformats.org/drawingml/2006/main">
            <a:off x="10121900" y="4700687"/>
            <a:ext cx="12573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100"/>
              </a:lnSpc>
              <a:buNone/>
            </a:pPr>
            <a:r>
              <a:rPr sz="1500" b="1">
                <a:solidFill>
                  <a:srgbClr val="0B5638"/>
                </a:solidFill>
                <a:latin typeface="IBM Plex Sans"/>
                <a:ea typeface="IBM Plex Sans"/>
                <a:cs typeface="IBM Plex Sans"/>
              </a:rPr>
              <a:t>$ 485,9 M</a:t>
            </a:r>
            <a:endParaRPr sz="1500"/>
          </a:p>
        </p:txBody>
      </p:sp>
      <p:sp>
        <p:nvSpPr>
          <p:cNvPr id="41" name="Shape 39">
            <a:extLst xmlns:a="http://schemas.openxmlformats.org/drawingml/2006/main">
              <a:ext uri="{FF2B5EF4-FFF2-40B4-BE49-F238E27FC236}">
                <a16:creationId xmlns:a16="http://schemas.microsoft.com/office/drawing/2014/main" id="{8820CDD8-16D6-45D4-AFB9-5F3B6E1FC77F}"/>
              </a:ext>
            </a:extLst>
          </p:cNvPr>
          <p:cNvSpPr>
            <a:spLocks xmlns:a="http://schemas.openxmlformats.org/drawingml/2006/main" noGrp="1"/>
          </p:cNvSpPr>
          <p:nvPr/>
        </p:nvSpPr>
        <p:spPr>
          <a:xfrm xmlns:a="http://schemas.openxmlformats.org/drawingml/2006/main">
            <a:off x="831850" y="5329039"/>
            <a:ext cx="0" cy="51296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42" name="Text 40">
            <a:extLst xmlns:a="http://schemas.openxmlformats.org/drawingml/2006/main">
              <a:ext uri="{FF2B5EF4-FFF2-40B4-BE49-F238E27FC236}">
                <a16:creationId xmlns:a16="http://schemas.microsoft.com/office/drawing/2014/main" id="{3C5B2DC6-0C9F-40C7-B711-52631C865DE4}"/>
              </a:ext>
            </a:extLst>
          </p:cNvPr>
          <p:cNvSpPr>
            <a:spLocks xmlns:a="http://schemas.openxmlformats.org/drawingml/2006/main" noGrp="1"/>
          </p:cNvSpPr>
          <p:nvPr/>
        </p:nvSpPr>
        <p:spPr>
          <a:xfrm xmlns:a="http://schemas.openxmlformats.org/drawingml/2006/main">
            <a:off x="977900" y="5354439"/>
            <a:ext cx="10713339"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Pagando $ 150.000 por viaje en lugar de $ 180.000, este operativo habría costado $ 9,2 M menos, y el camionero cobraría $ 450.000 por día en lugar de $ 360.000. Vale probarlo en el próximo operativo.</a:t>
            </a:r>
            <a:endParaRPr sz="1300"/>
          </a:p>
        </p:txBody>
      </p:sp>
      <p:pic>
        <p:nvPicPr>
          <p:cNvPr id="88" name="Image 0"/>
          <p:cNvPicPr>
            <a:picLocks xmlns:a="http://schemas.openxmlformats.org/drawingml/2006/main" noChangeAspect="1"/>
          </p:cNvPicPr>
          <p:nvPr/>
        </p:nvPicPr>
        <p:blipFill>
          <a:blip xmlns:r="http://schemas.openxmlformats.org/officeDocument/2006/relationships" xmlns:a="http://schemas.openxmlformats.org/drawingml/2006/main" r:embed="R50209e5f87944fb6"/>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44" name="Text 41">
            <a:extLst xmlns:a="http://schemas.openxmlformats.org/drawingml/2006/main">
              <a:ext uri="{FF2B5EF4-FFF2-40B4-BE49-F238E27FC236}">
                <a16:creationId xmlns:a16="http://schemas.microsoft.com/office/drawing/2014/main" id="{8DE854D4-A1B9-463A-94F5-E32F23067F62}"/>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19</a:t>
            </a:r>
            <a:endParaRPr sz="1200"/>
          </a:p>
        </p:txBody>
      </p:sp>
      <p:pic>
        <p:nvPicPr>
          <p:cNvPr id="90" name="Image 1"/>
          <p:cNvPicPr>
            <a:picLocks xmlns:a="http://schemas.openxmlformats.org/drawingml/2006/main" noChangeAspect="1"/>
          </p:cNvPicPr>
          <p:nvPr/>
        </p:nvPicPr>
        <p:blipFill>
          <a:blip xmlns:r="http://schemas.openxmlformats.org/officeDocument/2006/relationships" xmlns:a="http://schemas.openxmlformats.org/drawingml/2006/main" r:embed="R97562243a7274695"/>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667752915"/>
      </p:ext>
    </p:extLst>
  </p:cSld>
</p:sld>
</file>

<file path=ppt/slides/slide20.xml><?xml version="1.0" encoding="utf-8"?>
<p:sld xmlns:p="http://schemas.openxmlformats.org/presentationml/2006/main">
  <p:cSld>
    <p:bg>
      <p:bgPr>
        <a:solidFill xmlns:a="http://schemas.openxmlformats.org/drawingml/2006/main">
          <a:srgbClr val="2E1B4E"/>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D0FD8B6-38F1-41B4-909A-84047002B28F}"/>
              </a:ext>
            </a:extLst>
          </p:cNvPr>
          <p:cNvSpPr>
            <a:spLocks xmlns:a="http://schemas.openxmlformats.org/drawingml/2006/main" noGrp="1"/>
          </p:cNvSpPr>
          <p:nvPr/>
        </p:nvSpPr>
        <p:spPr>
          <a:xfrm xmlns:a="http://schemas.openxmlformats.org/drawingml/2006/main">
            <a:off x="812800" y="2061865"/>
            <a:ext cx="10883392" cy="10414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8000"/>
              </a:lnSpc>
              <a:buNone/>
            </a:pPr>
            <a:r>
              <a:rPr sz="8000" b="1">
                <a:solidFill>
                  <a:srgbClr val="B9A8E0"/>
                </a:solidFill>
                <a:latin typeface="IBM Plex Sans"/>
                <a:ea typeface="IBM Plex Sans"/>
                <a:cs typeface="IBM Plex Sans"/>
              </a:rPr>
              <a:t>03</a:t>
            </a:r>
            <a:endParaRPr sz="8000"/>
          </a:p>
        </p:txBody>
      </p:sp>
      <p:sp>
        <p:nvSpPr>
          <p:cNvPr id="3" name="Text 1">
            <a:extLst xmlns:a="http://schemas.openxmlformats.org/drawingml/2006/main">
              <a:ext uri="{FF2B5EF4-FFF2-40B4-BE49-F238E27FC236}">
                <a16:creationId xmlns:a16="http://schemas.microsoft.com/office/drawing/2014/main" id="{4736D54B-24CB-4511-BB77-51DB1E9977AA}"/>
              </a:ext>
            </a:extLst>
          </p:cNvPr>
          <p:cNvSpPr>
            <a:spLocks xmlns:a="http://schemas.openxmlformats.org/drawingml/2006/main" noGrp="1"/>
          </p:cNvSpPr>
          <p:nvPr>
            <p:ph type="title" idx="0"/>
          </p:nvPr>
        </p:nvSpPr>
        <p:spPr>
          <a:xfrm xmlns:a="http://schemas.openxmlformats.org/drawingml/2006/main">
            <a:off x="812800" y="3230265"/>
            <a:ext cx="10883392" cy="825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6300"/>
              </a:lnSpc>
              <a:buNone/>
            </a:pPr>
            <a:r>
              <a:rPr sz="6000" b="1" i="0">
                <a:solidFill>
                  <a:srgbClr val="F1F6F2"/>
                </a:solidFill>
                <a:latin typeface="IBM Plex Sans"/>
                <a:ea typeface="IBM Plex Sans"/>
                <a:cs typeface="IBM Plex Sans"/>
              </a:rPr>
              <a:t>Girasol</a:t>
            </a:r>
            <a:endParaRPr sz="6000"/>
          </a:p>
        </p:txBody>
      </p:sp>
      <p:sp>
        <p:nvSpPr>
          <p:cNvPr id="4" name="Text 2">
            <a:extLst xmlns:a="http://schemas.openxmlformats.org/drawingml/2006/main">
              <a:ext uri="{FF2B5EF4-FFF2-40B4-BE49-F238E27FC236}">
                <a16:creationId xmlns:a16="http://schemas.microsoft.com/office/drawing/2014/main" id="{9EAD8F2F-BD8A-4F63-B875-05345CD87D09}"/>
              </a:ext>
            </a:extLst>
          </p:cNvPr>
          <p:cNvSpPr>
            <a:spLocks xmlns:a="http://schemas.openxmlformats.org/drawingml/2006/main" noGrp="1"/>
          </p:cNvSpPr>
          <p:nvPr/>
        </p:nvSpPr>
        <p:spPr>
          <a:xfrm xmlns:a="http://schemas.openxmlformats.org/drawingml/2006/main">
            <a:off x="812800" y="4182765"/>
            <a:ext cx="8502650" cy="33397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30"/>
              </a:lnSpc>
              <a:buNone/>
            </a:pPr>
            <a:r>
              <a:rPr sz="1800">
                <a:solidFill>
                  <a:srgbClr val="D6E4DA"/>
                </a:solidFill>
                <a:latin typeface="IBM Plex Sans"/>
                <a:ea typeface="IBM Plex Sans"/>
                <a:cs typeface="IBM Plex Sans"/>
              </a:rPr>
              <a:t>Circuitos R5 y R6: recepción en las volcables 1 y 2 de Ricardone.</a:t>
            </a:r>
            <a:endParaRPr sz="1800"/>
          </a:p>
        </p:txBody>
      </p:sp>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cb282f8a03ed419d"/>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66F0E71B-F14E-49DA-ADF2-22AA254831C0}"/>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C9D8CE"/>
                </a:solidFill>
                <a:latin typeface="IBM Plex Sans"/>
                <a:ea typeface="IBM Plex Sans"/>
                <a:cs typeface="IBM Plex Sans"/>
              </a:rPr>
              <a:t>Comité de Logística Nodo Sur · 24–30/09 · 20</a:t>
            </a:r>
            <a:endParaRPr sz="1200"/>
          </a:p>
        </p:txBody>
      </p:sp>
      <p:pic>
        <p:nvPicPr>
          <p:cNvPr id="14" name="Image 1"/>
          <p:cNvPicPr>
            <a:picLocks xmlns:a="http://schemas.openxmlformats.org/drawingml/2006/main" noChangeAspect="1"/>
          </p:cNvPicPr>
          <p:nvPr/>
        </p:nvPicPr>
        <p:blipFill>
          <a:blip xmlns:r="http://schemas.openxmlformats.org/officeDocument/2006/relationships" xmlns:a="http://schemas.openxmlformats.org/drawingml/2006/main" r:embed="Rd1092853c418463b"/>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2082137373"/>
      </p:ext>
    </p:extLst>
  </p:cSld>
</p:sld>
</file>

<file path=ppt/slides/slide21.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F3D7708-4DA5-4521-A2FB-3D001959FD77}"/>
              </a:ext>
            </a:extLst>
          </p:cNvPr>
          <p:cNvSpPr>
            <a:spLocks xmlns:a="http://schemas.openxmlformats.org/drawingml/2006/main" noGrp="1"/>
          </p:cNvSpPr>
          <p:nvPr/>
        </p:nvSpPr>
        <p:spPr>
          <a:xfrm xmlns:a="http://schemas.openxmlformats.org/drawingml/2006/main">
            <a:off x="812800" y="692249"/>
            <a:ext cx="1678583" cy="289520"/>
          </a:xfrm>
          <a:custGeom xmlns:a="http://schemas.openxmlformats.org/drawingml/2006/main">
            <a:rect l="l" t="t" r="r" b="b"/>
            <a:pathLst>
              <a:path w="1678583" h="289520">
                <a:moveTo>
                  <a:pt x="144760" y="0"/>
                </a:moveTo>
                <a:lnTo>
                  <a:pt x="1533823" y="0"/>
                </a:lnTo>
                <a:arcTo wR="144760" hR="144760" stAng="16200000" swAng="5400000"/>
                <a:lnTo>
                  <a:pt x="1678583"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2E1B4E"/>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GIRASOL · R5+R6</a:t>
            </a:r>
            <a:endParaRPr sz="1200"/>
          </a:p>
        </p:txBody>
      </p:sp>
      <p:sp>
        <p:nvSpPr>
          <p:cNvPr id="3" name="Text 1">
            <a:extLst xmlns:a="http://schemas.openxmlformats.org/drawingml/2006/main">
              <a:ext uri="{FF2B5EF4-FFF2-40B4-BE49-F238E27FC236}">
                <a16:creationId xmlns:a16="http://schemas.microsoft.com/office/drawing/2014/main" id="{C32D7BDD-5983-4215-B5E8-35862AB13483}"/>
              </a:ext>
            </a:extLst>
          </p:cNvPr>
          <p:cNvSpPr>
            <a:spLocks xmlns:a="http://schemas.openxmlformats.org/drawingml/2006/main" noGrp="1"/>
          </p:cNvSpPr>
          <p:nvPr>
            <p:ph type="title" idx="0"/>
          </p:nvPr>
        </p:nvSpPr>
        <p:spPr>
          <a:xfrm xmlns:a="http://schemas.openxmlformats.org/drawingml/2006/main">
            <a:off x="812800" y="1064419"/>
            <a:ext cx="10883392" cy="41374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69"/>
              </a:lnSpc>
              <a:buNone/>
            </a:pPr>
            <a:r>
              <a:rPr sz="2790" b="1" i="0">
                <a:solidFill>
                  <a:srgbClr val="14281E"/>
                </a:solidFill>
                <a:latin typeface="IBM Plex Sans"/>
                <a:ea typeface="IBM Plex Sans"/>
                <a:cs typeface="IBM Plex Sans"/>
              </a:rPr>
              <a:t>Girasol: tiempos medios por tramo</a:t>
            </a:r>
            <a:endParaRPr sz="2790"/>
          </a:p>
        </p:txBody>
      </p:sp>
      <p:sp>
        <p:nvSpPr>
          <p:cNvPr id="4" name="Text 2">
            <a:extLst xmlns:a="http://schemas.openxmlformats.org/drawingml/2006/main">
              <a:ext uri="{FF2B5EF4-FFF2-40B4-BE49-F238E27FC236}">
                <a16:creationId xmlns:a16="http://schemas.microsoft.com/office/drawing/2014/main" id="{646F4604-B144-426F-A5F0-97382A964F6B}"/>
              </a:ext>
            </a:extLst>
          </p:cNvPr>
          <p:cNvSpPr>
            <a:spLocks xmlns:a="http://schemas.openxmlformats.org/drawingml/2006/main" noGrp="1"/>
          </p:cNvSpPr>
          <p:nvPr/>
        </p:nvSpPr>
        <p:spPr>
          <a:xfrm xmlns:a="http://schemas.openxmlformats.org/drawingml/2006/main">
            <a:off x="812800" y="1655961"/>
            <a:ext cx="174846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Ingreso</a:t>
            </a:r>
            <a:endParaRPr sz="1400"/>
          </a:p>
        </p:txBody>
      </p:sp>
      <p:sp>
        <p:nvSpPr>
          <p:cNvPr id="5" name="Shape 3">
            <a:extLst xmlns:a="http://schemas.openxmlformats.org/drawingml/2006/main">
              <a:ext uri="{FF2B5EF4-FFF2-40B4-BE49-F238E27FC236}">
                <a16:creationId xmlns:a16="http://schemas.microsoft.com/office/drawing/2014/main" id="{A3D0B126-F3A4-4530-85D1-BF4A51C1657F}"/>
              </a:ext>
            </a:extLst>
          </p:cNvPr>
          <p:cNvSpPr>
            <a:spLocks xmlns:a="http://schemas.openxmlformats.org/drawingml/2006/main" noGrp="1"/>
          </p:cNvSpPr>
          <p:nvPr/>
        </p:nvSpPr>
        <p:spPr>
          <a:xfrm xmlns:a="http://schemas.openxmlformats.org/drawingml/2006/main">
            <a:off x="812800" y="1955602"/>
            <a:ext cx="1697534" cy="63500"/>
          </a:xfrm>
          <a:prstGeom xmlns:a="http://schemas.openxmlformats.org/drawingml/2006/main" prst="roundRect">
            <a:avLst>
              <a:gd name="adj" fmla="val 50000"/>
            </a:avLst>
          </a:prstGeom>
          <a:solidFill xmlns:a="http://schemas.openxmlformats.org/drawingml/2006/main">
            <a:srgbClr val="9CCBAE"/>
          </a:solidFill>
        </p:spPr>
      </p:sp>
      <p:sp>
        <p:nvSpPr>
          <p:cNvPr id="6" name="Text 4">
            <a:extLst xmlns:a="http://schemas.openxmlformats.org/drawingml/2006/main">
              <a:ext uri="{FF2B5EF4-FFF2-40B4-BE49-F238E27FC236}">
                <a16:creationId xmlns:a16="http://schemas.microsoft.com/office/drawing/2014/main" id="{673FEEA5-A8E6-44B3-A9E8-9BB597003A83}"/>
              </a:ext>
            </a:extLst>
          </p:cNvPr>
          <p:cNvSpPr>
            <a:spLocks xmlns:a="http://schemas.openxmlformats.org/drawingml/2006/main" noGrp="1"/>
          </p:cNvSpPr>
          <p:nvPr/>
        </p:nvSpPr>
        <p:spPr>
          <a:xfrm xmlns:a="http://schemas.openxmlformats.org/drawingml/2006/main">
            <a:off x="812800" y="2069902"/>
            <a:ext cx="1748460" cy="2310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Ingreso → Pre-ingreso</a:t>
            </a:r>
            <a:endParaRPr sz="1200"/>
          </a:p>
        </p:txBody>
      </p:sp>
      <p:sp>
        <p:nvSpPr>
          <p:cNvPr id="7" name="Text 5">
            <a:extLst xmlns:a="http://schemas.openxmlformats.org/drawingml/2006/main">
              <a:ext uri="{FF2B5EF4-FFF2-40B4-BE49-F238E27FC236}">
                <a16:creationId xmlns:a16="http://schemas.microsoft.com/office/drawing/2014/main" id="{D23FED01-534C-447C-9B2F-5C8E6D76B7FC}"/>
              </a:ext>
            </a:extLst>
          </p:cNvPr>
          <p:cNvSpPr>
            <a:spLocks xmlns:a="http://schemas.openxmlformats.org/drawingml/2006/main" noGrp="1"/>
          </p:cNvSpPr>
          <p:nvPr/>
        </p:nvSpPr>
        <p:spPr>
          <a:xfrm xmlns:a="http://schemas.openxmlformats.org/drawingml/2006/main">
            <a:off x="2586534" y="1655961"/>
            <a:ext cx="174846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Playa 1</a:t>
            </a:r>
            <a:endParaRPr sz="1400"/>
          </a:p>
        </p:txBody>
      </p:sp>
      <p:sp>
        <p:nvSpPr>
          <p:cNvPr id="8" name="Shape 6">
            <a:extLst xmlns:a="http://schemas.openxmlformats.org/drawingml/2006/main">
              <a:ext uri="{FF2B5EF4-FFF2-40B4-BE49-F238E27FC236}">
                <a16:creationId xmlns:a16="http://schemas.microsoft.com/office/drawing/2014/main" id="{67057741-D545-4F27-8730-876D28B00831}"/>
              </a:ext>
            </a:extLst>
          </p:cNvPr>
          <p:cNvSpPr>
            <a:spLocks xmlns:a="http://schemas.openxmlformats.org/drawingml/2006/main" noGrp="1"/>
          </p:cNvSpPr>
          <p:nvPr/>
        </p:nvSpPr>
        <p:spPr>
          <a:xfrm xmlns:a="http://schemas.openxmlformats.org/drawingml/2006/main">
            <a:off x="2586534" y="1955602"/>
            <a:ext cx="1697534" cy="63500"/>
          </a:xfrm>
          <a:prstGeom xmlns:a="http://schemas.openxmlformats.org/drawingml/2006/main" prst="roundRect">
            <a:avLst>
              <a:gd name="adj" fmla="val 50000"/>
            </a:avLst>
          </a:prstGeom>
          <a:solidFill xmlns:a="http://schemas.openxmlformats.org/drawingml/2006/main">
            <a:srgbClr val="0B5638"/>
          </a:solidFill>
        </p:spPr>
      </p:sp>
      <p:sp>
        <p:nvSpPr>
          <p:cNvPr id="9" name="Text 7">
            <a:extLst xmlns:a="http://schemas.openxmlformats.org/drawingml/2006/main">
              <a:ext uri="{FF2B5EF4-FFF2-40B4-BE49-F238E27FC236}">
                <a16:creationId xmlns:a16="http://schemas.microsoft.com/office/drawing/2014/main" id="{D5F3FF96-8A74-4DC5-B8B8-5EC12C0AB90D}"/>
              </a:ext>
            </a:extLst>
          </p:cNvPr>
          <p:cNvSpPr>
            <a:spLocks xmlns:a="http://schemas.openxmlformats.org/drawingml/2006/main" noGrp="1"/>
          </p:cNvSpPr>
          <p:nvPr/>
        </p:nvSpPr>
        <p:spPr>
          <a:xfrm xmlns:a="http://schemas.openxmlformats.org/drawingml/2006/main">
            <a:off x="2586534" y="2069902"/>
            <a:ext cx="1748460" cy="2310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Pre-ingreso → Calada</a:t>
            </a:r>
            <a:endParaRPr sz="1200"/>
          </a:p>
        </p:txBody>
      </p:sp>
      <p:sp>
        <p:nvSpPr>
          <p:cNvPr id="10" name="Text 8">
            <a:extLst xmlns:a="http://schemas.openxmlformats.org/drawingml/2006/main">
              <a:ext uri="{FF2B5EF4-FFF2-40B4-BE49-F238E27FC236}">
                <a16:creationId xmlns:a16="http://schemas.microsoft.com/office/drawing/2014/main" id="{B78FBCE1-39F7-43CC-84DC-376FB43A6D43}"/>
              </a:ext>
            </a:extLst>
          </p:cNvPr>
          <p:cNvSpPr>
            <a:spLocks xmlns:a="http://schemas.openxmlformats.org/drawingml/2006/main" noGrp="1"/>
          </p:cNvSpPr>
          <p:nvPr/>
        </p:nvSpPr>
        <p:spPr>
          <a:xfrm xmlns:a="http://schemas.openxmlformats.org/drawingml/2006/main">
            <a:off x="4360267" y="1655961"/>
            <a:ext cx="1748562" cy="23842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721"/>
              </a:lnSpc>
              <a:buNone/>
            </a:pPr>
            <a:r>
              <a:rPr sz="1229" b="1">
                <a:solidFill>
                  <a:srgbClr val="14281E"/>
                </a:solidFill>
                <a:latin typeface="IBM Plex Sans"/>
                <a:ea typeface="IBM Plex Sans"/>
                <a:cs typeface="IBM Plex Sans"/>
              </a:rPr>
              <a:t>P. Bruto</a:t>
            </a:r>
            <a:endParaRPr sz="1229"/>
          </a:p>
        </p:txBody>
      </p:sp>
      <p:sp>
        <p:nvSpPr>
          <p:cNvPr id="11" name="Shape 9">
            <a:extLst xmlns:a="http://schemas.openxmlformats.org/drawingml/2006/main">
              <a:ext uri="{FF2B5EF4-FFF2-40B4-BE49-F238E27FC236}">
                <a16:creationId xmlns:a16="http://schemas.microsoft.com/office/drawing/2014/main" id="{8EB649A0-DDEE-4737-BAB6-A1A37CC5698E}"/>
              </a:ext>
            </a:extLst>
          </p:cNvPr>
          <p:cNvSpPr>
            <a:spLocks xmlns:a="http://schemas.openxmlformats.org/drawingml/2006/main" noGrp="1"/>
          </p:cNvSpPr>
          <p:nvPr/>
        </p:nvSpPr>
        <p:spPr>
          <a:xfrm xmlns:a="http://schemas.openxmlformats.org/drawingml/2006/main">
            <a:off x="4360267" y="1919784"/>
            <a:ext cx="1697633" cy="63500"/>
          </a:xfrm>
          <a:prstGeom xmlns:a="http://schemas.openxmlformats.org/drawingml/2006/main" prst="roundRect">
            <a:avLst>
              <a:gd name="adj" fmla="val 50000"/>
            </a:avLst>
          </a:prstGeom>
          <a:solidFill xmlns:a="http://schemas.openxmlformats.org/drawingml/2006/main">
            <a:srgbClr val="3A8F63"/>
          </a:solidFill>
        </p:spPr>
      </p:sp>
      <p:sp>
        <p:nvSpPr>
          <p:cNvPr id="12" name="Text 10">
            <a:extLst xmlns:a="http://schemas.openxmlformats.org/drawingml/2006/main">
              <a:ext uri="{FF2B5EF4-FFF2-40B4-BE49-F238E27FC236}">
                <a16:creationId xmlns:a16="http://schemas.microsoft.com/office/drawing/2014/main" id="{C3EEBCDF-FB95-49C2-BEE3-9D94B39795B8}"/>
              </a:ext>
            </a:extLst>
          </p:cNvPr>
          <p:cNvSpPr>
            <a:spLocks xmlns:a="http://schemas.openxmlformats.org/drawingml/2006/main" noGrp="1"/>
          </p:cNvSpPr>
          <p:nvPr/>
        </p:nvSpPr>
        <p:spPr>
          <a:xfrm xmlns:a="http://schemas.openxmlformats.org/drawingml/2006/main">
            <a:off x="4360267" y="2034084"/>
            <a:ext cx="1773833" cy="37742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49"/>
              </a:lnSpc>
              <a:buNone/>
            </a:pPr>
            <a:r>
              <a:rPr sz="1148">
                <a:solidFill>
                  <a:srgbClr val="4A5D52"/>
                </a:solidFill>
                <a:latin typeface="IBM Plex Sans"/>
                <a:ea typeface="IBM Plex Sans"/>
                <a:cs typeface="IBM Plex Sans"/>
              </a:rPr>
              <a:t>Calada → Balanza ingreso</a:t>
            </a:r>
            <a:endParaRPr sz="1148"/>
          </a:p>
        </p:txBody>
      </p:sp>
      <p:sp>
        <p:nvSpPr>
          <p:cNvPr id="13" name="Text 11">
            <a:extLst xmlns:a="http://schemas.openxmlformats.org/drawingml/2006/main">
              <a:ext uri="{FF2B5EF4-FFF2-40B4-BE49-F238E27FC236}">
                <a16:creationId xmlns:a16="http://schemas.microsoft.com/office/drawing/2014/main" id="{7FB3E6F0-380D-46ED-BB18-8F0D27AF20E6}"/>
              </a:ext>
            </a:extLst>
          </p:cNvPr>
          <p:cNvSpPr>
            <a:spLocks xmlns:a="http://schemas.openxmlformats.org/drawingml/2006/main" noGrp="1"/>
          </p:cNvSpPr>
          <p:nvPr/>
        </p:nvSpPr>
        <p:spPr>
          <a:xfrm xmlns:a="http://schemas.openxmlformats.org/drawingml/2006/main">
            <a:off x="6134100" y="1655961"/>
            <a:ext cx="1748460" cy="23842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721"/>
              </a:lnSpc>
              <a:buNone/>
            </a:pPr>
            <a:r>
              <a:rPr sz="1229" b="1">
                <a:solidFill>
                  <a:srgbClr val="14281E"/>
                </a:solidFill>
                <a:latin typeface="IBM Plex Sans"/>
                <a:ea typeface="IBM Plex Sans"/>
                <a:cs typeface="IBM Plex Sans"/>
              </a:rPr>
              <a:t>Acceso P3</a:t>
            </a:r>
            <a:endParaRPr sz="1229"/>
          </a:p>
        </p:txBody>
      </p:sp>
      <p:sp>
        <p:nvSpPr>
          <p:cNvPr id="14" name="Shape 12">
            <a:extLst xmlns:a="http://schemas.openxmlformats.org/drawingml/2006/main">
              <a:ext uri="{FF2B5EF4-FFF2-40B4-BE49-F238E27FC236}">
                <a16:creationId xmlns:a16="http://schemas.microsoft.com/office/drawing/2014/main" id="{DE359A86-9928-48EC-B7A6-078A306C5549}"/>
              </a:ext>
            </a:extLst>
          </p:cNvPr>
          <p:cNvSpPr>
            <a:spLocks xmlns:a="http://schemas.openxmlformats.org/drawingml/2006/main" noGrp="1"/>
          </p:cNvSpPr>
          <p:nvPr/>
        </p:nvSpPr>
        <p:spPr>
          <a:xfrm xmlns:a="http://schemas.openxmlformats.org/drawingml/2006/main">
            <a:off x="6134100" y="1919784"/>
            <a:ext cx="1697534" cy="63500"/>
          </a:xfrm>
          <a:prstGeom xmlns:a="http://schemas.openxmlformats.org/drawingml/2006/main" prst="roundRect">
            <a:avLst>
              <a:gd name="adj" fmla="val 50000"/>
            </a:avLst>
          </a:prstGeom>
          <a:solidFill xmlns:a="http://schemas.openxmlformats.org/drawingml/2006/main">
            <a:srgbClr val="9CCBAE"/>
          </a:solidFill>
        </p:spPr>
      </p:sp>
      <p:sp>
        <p:nvSpPr>
          <p:cNvPr id="15" name="Text 13">
            <a:extLst xmlns:a="http://schemas.openxmlformats.org/drawingml/2006/main">
              <a:ext uri="{FF2B5EF4-FFF2-40B4-BE49-F238E27FC236}">
                <a16:creationId xmlns:a16="http://schemas.microsoft.com/office/drawing/2014/main" id="{6B0AA67F-F143-45B7-9AD9-847F93351C0A}"/>
              </a:ext>
            </a:extLst>
          </p:cNvPr>
          <p:cNvSpPr>
            <a:spLocks xmlns:a="http://schemas.openxmlformats.org/drawingml/2006/main" noGrp="1"/>
          </p:cNvSpPr>
          <p:nvPr/>
        </p:nvSpPr>
        <p:spPr>
          <a:xfrm xmlns:a="http://schemas.openxmlformats.org/drawingml/2006/main">
            <a:off x="6134100" y="2034084"/>
            <a:ext cx="1773734" cy="37742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24"/>
              </a:lnSpc>
              <a:buNone/>
            </a:pPr>
            <a:r>
              <a:rPr sz="1129">
                <a:solidFill>
                  <a:srgbClr val="4A5D52"/>
                </a:solidFill>
                <a:latin typeface="IBM Plex Sans"/>
                <a:ea typeface="IBM Plex Sans"/>
                <a:cs typeface="IBM Plex Sans"/>
              </a:rPr>
              <a:t>Balanza ingreso → Playa 3</a:t>
            </a:r>
            <a:endParaRPr sz="1129"/>
          </a:p>
        </p:txBody>
      </p:sp>
      <p:sp>
        <p:nvSpPr>
          <p:cNvPr id="16" name="Text 14">
            <a:extLst xmlns:a="http://schemas.openxmlformats.org/drawingml/2006/main">
              <a:ext uri="{FF2B5EF4-FFF2-40B4-BE49-F238E27FC236}">
                <a16:creationId xmlns:a16="http://schemas.microsoft.com/office/drawing/2014/main" id="{B1D554E5-E3B3-495A-AADD-9CA50A42A1DD}"/>
              </a:ext>
            </a:extLst>
          </p:cNvPr>
          <p:cNvSpPr>
            <a:spLocks xmlns:a="http://schemas.openxmlformats.org/drawingml/2006/main" noGrp="1"/>
          </p:cNvSpPr>
          <p:nvPr/>
        </p:nvSpPr>
        <p:spPr>
          <a:xfrm xmlns:a="http://schemas.openxmlformats.org/drawingml/2006/main">
            <a:off x="7907834" y="1655961"/>
            <a:ext cx="174846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Descarga</a:t>
            </a:r>
            <a:endParaRPr sz="1400"/>
          </a:p>
        </p:txBody>
      </p:sp>
      <p:sp>
        <p:nvSpPr>
          <p:cNvPr id="17" name="Shape 15">
            <a:extLst xmlns:a="http://schemas.openxmlformats.org/drawingml/2006/main">
              <a:ext uri="{FF2B5EF4-FFF2-40B4-BE49-F238E27FC236}">
                <a16:creationId xmlns:a16="http://schemas.microsoft.com/office/drawing/2014/main" id="{9184E92A-0B01-4296-B5D0-1D45C071B965}"/>
              </a:ext>
            </a:extLst>
          </p:cNvPr>
          <p:cNvSpPr>
            <a:spLocks xmlns:a="http://schemas.openxmlformats.org/drawingml/2006/main" noGrp="1"/>
          </p:cNvSpPr>
          <p:nvPr/>
        </p:nvSpPr>
        <p:spPr>
          <a:xfrm xmlns:a="http://schemas.openxmlformats.org/drawingml/2006/main">
            <a:off x="7907834" y="1955602"/>
            <a:ext cx="1697534" cy="63500"/>
          </a:xfrm>
          <a:prstGeom xmlns:a="http://schemas.openxmlformats.org/drawingml/2006/main" prst="roundRect">
            <a:avLst>
              <a:gd name="adj" fmla="val 50000"/>
            </a:avLst>
          </a:prstGeom>
          <a:solidFill xmlns:a="http://schemas.openxmlformats.org/drawingml/2006/main">
            <a:srgbClr val="2E1B4E"/>
          </a:solidFill>
        </p:spPr>
      </p:sp>
      <p:sp>
        <p:nvSpPr>
          <p:cNvPr id="18" name="Text 16">
            <a:extLst xmlns:a="http://schemas.openxmlformats.org/drawingml/2006/main">
              <a:ext uri="{FF2B5EF4-FFF2-40B4-BE49-F238E27FC236}">
                <a16:creationId xmlns:a16="http://schemas.microsoft.com/office/drawing/2014/main" id="{83FC338D-7271-48CD-B968-184BF5072A6C}"/>
              </a:ext>
            </a:extLst>
          </p:cNvPr>
          <p:cNvSpPr>
            <a:spLocks xmlns:a="http://schemas.openxmlformats.org/drawingml/2006/main" noGrp="1"/>
          </p:cNvSpPr>
          <p:nvPr/>
        </p:nvSpPr>
        <p:spPr>
          <a:xfrm xmlns:a="http://schemas.openxmlformats.org/drawingml/2006/main">
            <a:off x="7907834" y="2069902"/>
            <a:ext cx="1748460" cy="2310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Playa 3 → Volcable</a:t>
            </a:r>
            <a:endParaRPr sz="1200"/>
          </a:p>
        </p:txBody>
      </p:sp>
      <p:sp>
        <p:nvSpPr>
          <p:cNvPr id="19" name="Text 17">
            <a:extLst xmlns:a="http://schemas.openxmlformats.org/drawingml/2006/main">
              <a:ext uri="{FF2B5EF4-FFF2-40B4-BE49-F238E27FC236}">
                <a16:creationId xmlns:a16="http://schemas.microsoft.com/office/drawing/2014/main" id="{A1CE74FB-9BFB-416F-AC62-86071D6F6D2D}"/>
              </a:ext>
            </a:extLst>
          </p:cNvPr>
          <p:cNvSpPr>
            <a:spLocks xmlns:a="http://schemas.openxmlformats.org/drawingml/2006/main" noGrp="1"/>
          </p:cNvSpPr>
          <p:nvPr/>
        </p:nvSpPr>
        <p:spPr>
          <a:xfrm xmlns:a="http://schemas.openxmlformats.org/drawingml/2006/main">
            <a:off x="9681567" y="1655961"/>
            <a:ext cx="1748562" cy="23842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721"/>
              </a:lnSpc>
              <a:buNone/>
            </a:pPr>
            <a:r>
              <a:rPr sz="1229" b="1">
                <a:solidFill>
                  <a:srgbClr val="14281E"/>
                </a:solidFill>
                <a:latin typeface="IBM Plex Sans"/>
                <a:ea typeface="IBM Plex Sans"/>
                <a:cs typeface="IBM Plex Sans"/>
              </a:rPr>
              <a:t>Tara</a:t>
            </a:r>
            <a:endParaRPr sz="1229"/>
          </a:p>
        </p:txBody>
      </p:sp>
      <p:sp>
        <p:nvSpPr>
          <p:cNvPr id="20" name="Shape 18">
            <a:extLst xmlns:a="http://schemas.openxmlformats.org/drawingml/2006/main">
              <a:ext uri="{FF2B5EF4-FFF2-40B4-BE49-F238E27FC236}">
                <a16:creationId xmlns:a16="http://schemas.microsoft.com/office/drawing/2014/main" id="{CB9F4C83-CB33-49C1-80E2-87273FAA882C}"/>
              </a:ext>
            </a:extLst>
          </p:cNvPr>
          <p:cNvSpPr>
            <a:spLocks xmlns:a="http://schemas.openxmlformats.org/drawingml/2006/main" noGrp="1"/>
          </p:cNvSpPr>
          <p:nvPr/>
        </p:nvSpPr>
        <p:spPr>
          <a:xfrm xmlns:a="http://schemas.openxmlformats.org/drawingml/2006/main">
            <a:off x="9681567" y="1919784"/>
            <a:ext cx="1697633" cy="63500"/>
          </a:xfrm>
          <a:prstGeom xmlns:a="http://schemas.openxmlformats.org/drawingml/2006/main" prst="roundRect">
            <a:avLst>
              <a:gd name="adj" fmla="val 50000"/>
            </a:avLst>
          </a:prstGeom>
          <a:solidFill xmlns:a="http://schemas.openxmlformats.org/drawingml/2006/main">
            <a:srgbClr val="6B55A3"/>
          </a:solidFill>
        </p:spPr>
      </p:sp>
      <p:sp>
        <p:nvSpPr>
          <p:cNvPr id="21" name="Text 19">
            <a:extLst xmlns:a="http://schemas.openxmlformats.org/drawingml/2006/main">
              <a:ext uri="{FF2B5EF4-FFF2-40B4-BE49-F238E27FC236}">
                <a16:creationId xmlns:a16="http://schemas.microsoft.com/office/drawing/2014/main" id="{8B085A6B-D18A-4D8B-BCF0-132DDEF0CD43}"/>
              </a:ext>
            </a:extLst>
          </p:cNvPr>
          <p:cNvSpPr>
            <a:spLocks xmlns:a="http://schemas.openxmlformats.org/drawingml/2006/main" noGrp="1"/>
          </p:cNvSpPr>
          <p:nvPr/>
        </p:nvSpPr>
        <p:spPr>
          <a:xfrm xmlns:a="http://schemas.openxmlformats.org/drawingml/2006/main">
            <a:off x="9681567" y="2034084"/>
            <a:ext cx="2037159" cy="37742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83"/>
              </a:lnSpc>
              <a:buNone/>
            </a:pPr>
            <a:r>
              <a:rPr sz="1099">
                <a:solidFill>
                  <a:srgbClr val="4A5D52"/>
                </a:solidFill>
                <a:latin typeface="IBM Plex Sans"/>
                <a:ea typeface="IBM Plex Sans"/>
                <a:cs typeface="IBM Plex Sans"/>
              </a:rPr>
              <a:t>Volcable → Balanza egreso</a:t>
            </a:r>
            <a:endParaRPr sz="1099"/>
          </a:p>
        </p:txBody>
      </p:sp>
      <p:sp>
        <p:nvSpPr>
          <p:cNvPr id="22" name="Text 20">
            <a:extLst xmlns:a="http://schemas.openxmlformats.org/drawingml/2006/main">
              <a:ext uri="{FF2B5EF4-FFF2-40B4-BE49-F238E27FC236}">
                <a16:creationId xmlns:a16="http://schemas.microsoft.com/office/drawing/2014/main" id="{BF154791-9E35-45F9-A6E8-54C156EFCF57}"/>
              </a:ext>
            </a:extLst>
          </p:cNvPr>
          <p:cNvSpPr>
            <a:spLocks xmlns:a="http://schemas.openxmlformats.org/drawingml/2006/main" noGrp="1"/>
          </p:cNvSpPr>
          <p:nvPr/>
        </p:nvSpPr>
        <p:spPr>
          <a:xfrm xmlns:a="http://schemas.openxmlformats.org/drawingml/2006/main">
            <a:off x="787400" y="2589312"/>
            <a:ext cx="114300" cy="3048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3</a:t>
            </a:r>
            <a:endParaRPr sz="1800"/>
          </a:p>
        </p:txBody>
      </p:sp>
      <p:sp>
        <p:nvSpPr>
          <p:cNvPr id="23" name="Text 21">
            <a:extLst xmlns:a="http://schemas.openxmlformats.org/drawingml/2006/main">
              <a:ext uri="{FF2B5EF4-FFF2-40B4-BE49-F238E27FC236}">
                <a16:creationId xmlns:a16="http://schemas.microsoft.com/office/drawing/2014/main" id="{84C3F5E0-BEC6-469F-937B-B91E611065EF}"/>
              </a:ext>
            </a:extLst>
          </p:cNvPr>
          <p:cNvSpPr>
            <a:spLocks xmlns:a="http://schemas.openxmlformats.org/drawingml/2006/main" noGrp="1"/>
          </p:cNvSpPr>
          <p:nvPr/>
        </p:nvSpPr>
        <p:spPr>
          <a:xfrm xmlns:a="http://schemas.openxmlformats.org/drawingml/2006/main">
            <a:off x="817531" y="2589312"/>
            <a:ext cx="4035488" cy="3048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0B5638"/>
                </a:solidFill>
                <a:latin typeface="IBM Plex Sans"/>
                <a:ea typeface="IBM Plex Sans"/>
                <a:cs typeface="IBM Plex Sans"/>
              </a:rPr>
              <a:t>177</a:t>
            </a:r>
            <a:endParaRPr sz="1800"/>
          </a:p>
        </p:txBody>
      </p:sp>
      <p:sp>
        <p:nvSpPr>
          <p:cNvPr id="24" name="Text 22">
            <a:extLst xmlns:a="http://schemas.openxmlformats.org/drawingml/2006/main">
              <a:ext uri="{FF2B5EF4-FFF2-40B4-BE49-F238E27FC236}">
                <a16:creationId xmlns:a16="http://schemas.microsoft.com/office/drawing/2014/main" id="{CBEFAB6F-ED4C-42A2-9D1B-89D220FAD3F2}"/>
              </a:ext>
            </a:extLst>
          </p:cNvPr>
          <p:cNvSpPr>
            <a:spLocks xmlns:a="http://schemas.openxmlformats.org/drawingml/2006/main" noGrp="1"/>
          </p:cNvSpPr>
          <p:nvPr/>
        </p:nvSpPr>
        <p:spPr>
          <a:xfrm xmlns:a="http://schemas.openxmlformats.org/drawingml/2006/main">
            <a:off x="4768850" y="2589312"/>
            <a:ext cx="336550" cy="3048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13</a:t>
            </a:r>
            <a:endParaRPr sz="1800"/>
          </a:p>
        </p:txBody>
      </p:sp>
      <p:sp>
        <p:nvSpPr>
          <p:cNvPr id="25" name="Text 23">
            <a:extLst xmlns:a="http://schemas.openxmlformats.org/drawingml/2006/main">
              <a:ext uri="{FF2B5EF4-FFF2-40B4-BE49-F238E27FC236}">
                <a16:creationId xmlns:a16="http://schemas.microsoft.com/office/drawing/2014/main" id="{9A55014F-9EAE-4ED9-9F79-32A78B91BBF1}"/>
              </a:ext>
            </a:extLst>
          </p:cNvPr>
          <p:cNvSpPr>
            <a:spLocks xmlns:a="http://schemas.openxmlformats.org/drawingml/2006/main" noGrp="1"/>
          </p:cNvSpPr>
          <p:nvPr/>
        </p:nvSpPr>
        <p:spPr>
          <a:xfrm xmlns:a="http://schemas.openxmlformats.org/drawingml/2006/main">
            <a:off x="5054600" y="2589312"/>
            <a:ext cx="317500" cy="3048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12</a:t>
            </a:r>
            <a:endParaRPr sz="1800"/>
          </a:p>
        </p:txBody>
      </p:sp>
      <p:sp>
        <p:nvSpPr>
          <p:cNvPr id="26" name="Text 24">
            <a:extLst xmlns:a="http://schemas.openxmlformats.org/drawingml/2006/main">
              <a:ext uri="{FF2B5EF4-FFF2-40B4-BE49-F238E27FC236}">
                <a16:creationId xmlns:a16="http://schemas.microsoft.com/office/drawing/2014/main" id="{B181F7B3-8652-4C28-9B77-539BEBD00BE8}"/>
              </a:ext>
            </a:extLst>
          </p:cNvPr>
          <p:cNvSpPr>
            <a:spLocks xmlns:a="http://schemas.openxmlformats.org/drawingml/2006/main" noGrp="1"/>
          </p:cNvSpPr>
          <p:nvPr/>
        </p:nvSpPr>
        <p:spPr>
          <a:xfrm xmlns:a="http://schemas.openxmlformats.org/drawingml/2006/main">
            <a:off x="5263833" y="2589312"/>
            <a:ext cx="5690235" cy="3048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2E1B4E"/>
                </a:solidFill>
                <a:latin typeface="IBM Plex Sans"/>
                <a:ea typeface="IBM Plex Sans"/>
                <a:cs typeface="IBM Plex Sans"/>
              </a:rPr>
              <a:t>249</a:t>
            </a:r>
            <a:endParaRPr sz="1800"/>
          </a:p>
        </p:txBody>
      </p:sp>
      <p:sp>
        <p:nvSpPr>
          <p:cNvPr id="27" name="Text 25">
            <a:extLst xmlns:a="http://schemas.openxmlformats.org/drawingml/2006/main">
              <a:ext uri="{FF2B5EF4-FFF2-40B4-BE49-F238E27FC236}">
                <a16:creationId xmlns:a16="http://schemas.microsoft.com/office/drawing/2014/main" id="{F1DDB93E-48C0-40B7-BC00-A42496B428AA}"/>
              </a:ext>
            </a:extLst>
          </p:cNvPr>
          <p:cNvSpPr>
            <a:spLocks xmlns:a="http://schemas.openxmlformats.org/drawingml/2006/main" noGrp="1"/>
          </p:cNvSpPr>
          <p:nvPr/>
        </p:nvSpPr>
        <p:spPr>
          <a:xfrm xmlns:a="http://schemas.openxmlformats.org/drawingml/2006/main">
            <a:off x="10845800" y="2589312"/>
            <a:ext cx="558800" cy="3048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23</a:t>
            </a:r>
            <a:endParaRPr sz="1800"/>
          </a:p>
        </p:txBody>
      </p:sp>
      <p:sp>
        <p:nvSpPr>
          <p:cNvPr id="28" name="Shape 26">
            <a:extLst xmlns:a="http://schemas.openxmlformats.org/drawingml/2006/main">
              <a:ext uri="{FF2B5EF4-FFF2-40B4-BE49-F238E27FC236}">
                <a16:creationId xmlns:a16="http://schemas.microsoft.com/office/drawing/2014/main" id="{8587711B-FE85-4B50-9B1B-F82E6407A570}"/>
              </a:ext>
            </a:extLst>
          </p:cNvPr>
          <p:cNvSpPr>
            <a:spLocks xmlns:a="http://schemas.openxmlformats.org/drawingml/2006/main" noGrp="1"/>
          </p:cNvSpPr>
          <p:nvPr/>
        </p:nvSpPr>
        <p:spPr>
          <a:xfrm xmlns:a="http://schemas.openxmlformats.org/drawingml/2006/main">
            <a:off x="812800" y="2919512"/>
            <a:ext cx="63500" cy="355600"/>
          </a:xfrm>
          <a:custGeom xmlns:a="http://schemas.openxmlformats.org/drawingml/2006/main">
            <a:rect l="l" t="t" r="r" b="b"/>
            <a:pathLst>
              <a:path w="63500" h="355600">
                <a:moveTo>
                  <a:pt x="0" y="50800"/>
                </a:moveTo>
                <a:arcTo wR="50800" hR="50800" stAng="10800000" swAng="5400000"/>
                <a:lnTo>
                  <a:pt x="63500" y="0"/>
                </a:lnTo>
                <a:lnTo>
                  <a:pt x="63500" y="355600"/>
                </a:lnTo>
                <a:lnTo>
                  <a:pt x="0" y="355600"/>
                </a:lnTo>
                <a:close/>
              </a:path>
            </a:pathLst>
          </a:custGeom>
          <a:solidFill xmlns:a="http://schemas.openxmlformats.org/drawingml/2006/main">
            <a:srgbClr val="9CCBAE"/>
          </a:solidFill>
        </p:spPr>
      </p:sp>
      <p:sp>
        <p:nvSpPr>
          <p:cNvPr id="29" name="Shape 27">
            <a:extLst xmlns:a="http://schemas.openxmlformats.org/drawingml/2006/main">
              <a:ext uri="{FF2B5EF4-FFF2-40B4-BE49-F238E27FC236}">
                <a16:creationId xmlns:a16="http://schemas.microsoft.com/office/drawing/2014/main" id="{7897E388-10FD-4C81-8BA7-547CB0A79448}"/>
              </a:ext>
            </a:extLst>
          </p:cNvPr>
          <p:cNvSpPr>
            <a:spLocks xmlns:a="http://schemas.openxmlformats.org/drawingml/2006/main" noGrp="1"/>
          </p:cNvSpPr>
          <p:nvPr/>
        </p:nvSpPr>
        <p:spPr>
          <a:xfrm xmlns:a="http://schemas.openxmlformats.org/drawingml/2006/main">
            <a:off x="876300" y="2919512"/>
            <a:ext cx="3917950" cy="355600"/>
          </a:xfrm>
          <a:prstGeom xmlns:a="http://schemas.openxmlformats.org/drawingml/2006/main" prst="rect">
            <a:avLst/>
          </a:prstGeom>
          <a:solidFill xmlns:a="http://schemas.openxmlformats.org/drawingml/2006/main">
            <a:srgbClr val="0B5638"/>
          </a:solidFill>
        </p:spPr>
      </p:sp>
      <p:sp>
        <p:nvSpPr>
          <p:cNvPr id="30" name="Shape 28">
            <a:extLst xmlns:a="http://schemas.openxmlformats.org/drawingml/2006/main">
              <a:ext uri="{FF2B5EF4-FFF2-40B4-BE49-F238E27FC236}">
                <a16:creationId xmlns:a16="http://schemas.microsoft.com/office/drawing/2014/main" id="{0AAB9006-6DC0-4F26-9F7B-83342D155D41}"/>
              </a:ext>
            </a:extLst>
          </p:cNvPr>
          <p:cNvSpPr>
            <a:spLocks xmlns:a="http://schemas.openxmlformats.org/drawingml/2006/main" noGrp="1"/>
          </p:cNvSpPr>
          <p:nvPr/>
        </p:nvSpPr>
        <p:spPr>
          <a:xfrm xmlns:a="http://schemas.openxmlformats.org/drawingml/2006/main">
            <a:off x="885825" y="2919512"/>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1" name="Shape 29">
            <a:extLst xmlns:a="http://schemas.openxmlformats.org/drawingml/2006/main">
              <a:ext uri="{FF2B5EF4-FFF2-40B4-BE49-F238E27FC236}">
                <a16:creationId xmlns:a16="http://schemas.microsoft.com/office/drawing/2014/main" id="{0149132F-219E-425C-AED2-C251CBA43875}"/>
              </a:ext>
            </a:extLst>
          </p:cNvPr>
          <p:cNvSpPr>
            <a:spLocks xmlns:a="http://schemas.openxmlformats.org/drawingml/2006/main" noGrp="1"/>
          </p:cNvSpPr>
          <p:nvPr/>
        </p:nvSpPr>
        <p:spPr>
          <a:xfrm xmlns:a="http://schemas.openxmlformats.org/drawingml/2006/main">
            <a:off x="4794250" y="2919512"/>
            <a:ext cx="285750" cy="355600"/>
          </a:xfrm>
          <a:prstGeom xmlns:a="http://schemas.openxmlformats.org/drawingml/2006/main" prst="rect">
            <a:avLst/>
          </a:prstGeom>
          <a:solidFill xmlns:a="http://schemas.openxmlformats.org/drawingml/2006/main">
            <a:srgbClr val="3A8F63"/>
          </a:solidFill>
        </p:spPr>
      </p:sp>
      <p:sp>
        <p:nvSpPr>
          <p:cNvPr id="32" name="Shape 30">
            <a:extLst xmlns:a="http://schemas.openxmlformats.org/drawingml/2006/main">
              <a:ext uri="{FF2B5EF4-FFF2-40B4-BE49-F238E27FC236}">
                <a16:creationId xmlns:a16="http://schemas.microsoft.com/office/drawing/2014/main" id="{0F26CD43-88AF-46EA-B35D-C02E95B7C8A6}"/>
              </a:ext>
            </a:extLst>
          </p:cNvPr>
          <p:cNvSpPr>
            <a:spLocks xmlns:a="http://schemas.openxmlformats.org/drawingml/2006/main" noGrp="1"/>
          </p:cNvSpPr>
          <p:nvPr/>
        </p:nvSpPr>
        <p:spPr>
          <a:xfrm xmlns:a="http://schemas.openxmlformats.org/drawingml/2006/main">
            <a:off x="4803775" y="2919512"/>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3" name="Shape 31">
            <a:extLst xmlns:a="http://schemas.openxmlformats.org/drawingml/2006/main">
              <a:ext uri="{FF2B5EF4-FFF2-40B4-BE49-F238E27FC236}">
                <a16:creationId xmlns:a16="http://schemas.microsoft.com/office/drawing/2014/main" id="{A3572195-CA58-4555-89F7-AC189F03B3FB}"/>
              </a:ext>
            </a:extLst>
          </p:cNvPr>
          <p:cNvSpPr>
            <a:spLocks xmlns:a="http://schemas.openxmlformats.org/drawingml/2006/main" noGrp="1"/>
          </p:cNvSpPr>
          <p:nvPr/>
        </p:nvSpPr>
        <p:spPr>
          <a:xfrm xmlns:a="http://schemas.openxmlformats.org/drawingml/2006/main">
            <a:off x="5080000" y="2919512"/>
            <a:ext cx="266700" cy="355600"/>
          </a:xfrm>
          <a:prstGeom xmlns:a="http://schemas.openxmlformats.org/drawingml/2006/main" prst="rect">
            <a:avLst/>
          </a:prstGeom>
          <a:solidFill xmlns:a="http://schemas.openxmlformats.org/drawingml/2006/main">
            <a:srgbClr val="9CCBAE"/>
          </a:solidFill>
        </p:spPr>
      </p:sp>
      <p:sp>
        <p:nvSpPr>
          <p:cNvPr id="34" name="Shape 32">
            <a:extLst xmlns:a="http://schemas.openxmlformats.org/drawingml/2006/main">
              <a:ext uri="{FF2B5EF4-FFF2-40B4-BE49-F238E27FC236}">
                <a16:creationId xmlns:a16="http://schemas.microsoft.com/office/drawing/2014/main" id="{9C28BB63-2A59-41A9-8EA8-D5934A5E0F79}"/>
              </a:ext>
            </a:extLst>
          </p:cNvPr>
          <p:cNvSpPr>
            <a:spLocks xmlns:a="http://schemas.openxmlformats.org/drawingml/2006/main" noGrp="1"/>
          </p:cNvSpPr>
          <p:nvPr/>
        </p:nvSpPr>
        <p:spPr>
          <a:xfrm xmlns:a="http://schemas.openxmlformats.org/drawingml/2006/main">
            <a:off x="5089525" y="2919512"/>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5" name="Shape 33">
            <a:extLst xmlns:a="http://schemas.openxmlformats.org/drawingml/2006/main">
              <a:ext uri="{FF2B5EF4-FFF2-40B4-BE49-F238E27FC236}">
                <a16:creationId xmlns:a16="http://schemas.microsoft.com/office/drawing/2014/main" id="{BDB5C581-8D61-496D-8EB6-2953489CFAE8}"/>
              </a:ext>
            </a:extLst>
          </p:cNvPr>
          <p:cNvSpPr>
            <a:spLocks xmlns:a="http://schemas.openxmlformats.org/drawingml/2006/main" noGrp="1"/>
          </p:cNvSpPr>
          <p:nvPr/>
        </p:nvSpPr>
        <p:spPr>
          <a:xfrm xmlns:a="http://schemas.openxmlformats.org/drawingml/2006/main">
            <a:off x="5346700" y="2919512"/>
            <a:ext cx="5524500" cy="355600"/>
          </a:xfrm>
          <a:prstGeom xmlns:a="http://schemas.openxmlformats.org/drawingml/2006/main" prst="rect">
            <a:avLst/>
          </a:prstGeom>
          <a:solidFill xmlns:a="http://schemas.openxmlformats.org/drawingml/2006/main">
            <a:srgbClr val="2E1B4E"/>
          </a:solidFill>
        </p:spPr>
      </p:sp>
      <p:sp>
        <p:nvSpPr>
          <p:cNvPr id="36" name="Shape 34">
            <a:extLst xmlns:a="http://schemas.openxmlformats.org/drawingml/2006/main">
              <a:ext uri="{FF2B5EF4-FFF2-40B4-BE49-F238E27FC236}">
                <a16:creationId xmlns:a16="http://schemas.microsoft.com/office/drawing/2014/main" id="{F2DF4126-13C7-47BA-99BF-E453C0837D21}"/>
              </a:ext>
            </a:extLst>
          </p:cNvPr>
          <p:cNvSpPr>
            <a:spLocks xmlns:a="http://schemas.openxmlformats.org/drawingml/2006/main" noGrp="1"/>
          </p:cNvSpPr>
          <p:nvPr/>
        </p:nvSpPr>
        <p:spPr>
          <a:xfrm xmlns:a="http://schemas.openxmlformats.org/drawingml/2006/main">
            <a:off x="5356225" y="2919512"/>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7" name="Shape 35">
            <a:extLst xmlns:a="http://schemas.openxmlformats.org/drawingml/2006/main">
              <a:ext uri="{FF2B5EF4-FFF2-40B4-BE49-F238E27FC236}">
                <a16:creationId xmlns:a16="http://schemas.microsoft.com/office/drawing/2014/main" id="{09A9BE31-A194-40F2-8D61-CA3DE70CE3EE}"/>
              </a:ext>
            </a:extLst>
          </p:cNvPr>
          <p:cNvSpPr>
            <a:spLocks xmlns:a="http://schemas.openxmlformats.org/drawingml/2006/main" noGrp="1"/>
          </p:cNvSpPr>
          <p:nvPr/>
        </p:nvSpPr>
        <p:spPr>
          <a:xfrm xmlns:a="http://schemas.openxmlformats.org/drawingml/2006/main">
            <a:off x="10871200" y="2919512"/>
            <a:ext cx="508000" cy="355600"/>
          </a:xfrm>
          <a:custGeom xmlns:a="http://schemas.openxmlformats.org/drawingml/2006/main">
            <a:rect l="l" t="t" r="r" b="b"/>
            <a:pathLst>
              <a:path w="508000" h="355600">
                <a:moveTo>
                  <a:pt x="457200" y="0"/>
                </a:moveTo>
                <a:arcTo wR="50800" hR="50800" stAng="16200000" swAng="5400000"/>
                <a:lnTo>
                  <a:pt x="508000" y="355600"/>
                </a:lnTo>
                <a:lnTo>
                  <a:pt x="0" y="355600"/>
                </a:lnTo>
                <a:lnTo>
                  <a:pt x="0" y="0"/>
                </a:lnTo>
                <a:close/>
              </a:path>
            </a:pathLst>
          </a:custGeom>
          <a:solidFill xmlns:a="http://schemas.openxmlformats.org/drawingml/2006/main">
            <a:srgbClr val="6B55A3"/>
          </a:solidFill>
        </p:spPr>
      </p:sp>
      <p:sp>
        <p:nvSpPr>
          <p:cNvPr id="38" name="Shape 36">
            <a:extLst xmlns:a="http://schemas.openxmlformats.org/drawingml/2006/main">
              <a:ext uri="{FF2B5EF4-FFF2-40B4-BE49-F238E27FC236}">
                <a16:creationId xmlns:a16="http://schemas.microsoft.com/office/drawing/2014/main" id="{A0DE2747-4C9E-4F69-83E9-5192FC42686A}"/>
              </a:ext>
            </a:extLst>
          </p:cNvPr>
          <p:cNvSpPr>
            <a:spLocks xmlns:a="http://schemas.openxmlformats.org/drawingml/2006/main" noGrp="1"/>
          </p:cNvSpPr>
          <p:nvPr/>
        </p:nvSpPr>
        <p:spPr>
          <a:xfrm xmlns:a="http://schemas.openxmlformats.org/drawingml/2006/main">
            <a:off x="10871200" y="2919512"/>
            <a:ext cx="508000" cy="355600"/>
          </a:xfrm>
          <a:custGeom xmlns:a="http://schemas.openxmlformats.org/drawingml/2006/main">
            <a:rect l="l" t="t" r="r" b="b"/>
            <a:pathLst>
              <a:path w="508000" h="355600">
                <a:moveTo>
                  <a:pt x="0" y="0"/>
                </a:moveTo>
                <a:lnTo>
                  <a:pt x="19050" y="0"/>
                </a:lnTo>
                <a:lnTo>
                  <a:pt x="19050" y="355600"/>
                </a:lnTo>
                <a:lnTo>
                  <a:pt x="0" y="355600"/>
                </a:lnTo>
                <a:lnTo>
                  <a:pt x="0" y="0"/>
                </a:lnTo>
                <a:close/>
              </a:path>
            </a:pathLst>
          </a:custGeom>
          <a:solidFill xmlns:a="http://schemas.openxmlformats.org/drawingml/2006/main">
            <a:srgbClr val="F5F8F4"/>
          </a:solidFill>
        </p:spPr>
      </p:sp>
      <p:sp>
        <p:nvSpPr>
          <p:cNvPr id="39" name="Shape 37">
            <a:extLst xmlns:a="http://schemas.openxmlformats.org/drawingml/2006/main">
              <a:ext uri="{FF2B5EF4-FFF2-40B4-BE49-F238E27FC236}">
                <a16:creationId xmlns:a16="http://schemas.microsoft.com/office/drawing/2014/main" id="{31DF0326-FED1-4FD9-98F8-403DD0E03CD3}"/>
              </a:ext>
            </a:extLst>
          </p:cNvPr>
          <p:cNvSpPr>
            <a:spLocks xmlns:a="http://schemas.openxmlformats.org/drawingml/2006/main" noGrp="1"/>
          </p:cNvSpPr>
          <p:nvPr/>
        </p:nvSpPr>
        <p:spPr>
          <a:xfrm xmlns:a="http://schemas.openxmlformats.org/drawingml/2006/main">
            <a:off x="812800" y="3293566"/>
            <a:ext cx="10566400" cy="0"/>
          </a:xfrm>
          <a:prstGeom xmlns:a="http://schemas.openxmlformats.org/drawingml/2006/main" prst="line">
            <a:avLst/>
          </a:prstGeom>
          <a:noFill xmlns:a="http://schemas.openxmlformats.org/drawingml/2006/main"/>
          <a:ln xmlns:a="http://schemas.openxmlformats.org/drawingml/2006/main" w="25400">
            <a:solidFill>
              <a:srgbClr val="2E1B4E"/>
            </a:solidFill>
            <a:prstDash val="solid"/>
          </a:ln>
        </p:spPr>
      </p:sp>
      <p:sp>
        <p:nvSpPr>
          <p:cNvPr id="40" name="Text 38">
            <a:extLst xmlns:a="http://schemas.openxmlformats.org/drawingml/2006/main">
              <a:ext uri="{FF2B5EF4-FFF2-40B4-BE49-F238E27FC236}">
                <a16:creationId xmlns:a16="http://schemas.microsoft.com/office/drawing/2014/main" id="{C2A154D9-BD2E-4D1E-802C-004A33A03E81}"/>
              </a:ext>
            </a:extLst>
          </p:cNvPr>
          <p:cNvSpPr>
            <a:spLocks xmlns:a="http://schemas.openxmlformats.org/drawingml/2006/main" noGrp="1"/>
          </p:cNvSpPr>
          <p:nvPr/>
        </p:nvSpPr>
        <p:spPr>
          <a:xfrm xmlns:a="http://schemas.openxmlformats.org/drawingml/2006/main">
            <a:off x="654304" y="3369766"/>
            <a:ext cx="10883392" cy="23147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23"/>
              </a:lnSpc>
              <a:buNone/>
            </a:pPr>
            <a:r>
              <a:rPr sz="1159" b="1">
                <a:solidFill>
                  <a:srgbClr val="2E1B4E"/>
                </a:solidFill>
                <a:latin typeface="IBM Plex Sans"/>
                <a:ea typeface="IBM Plex Sans"/>
                <a:cs typeface="IBM Plex Sans"/>
              </a:rPr>
              <a:t>Ricardone · 477 min (7 h 57 m)</a:t>
            </a:r>
            <a:endParaRPr sz="1159"/>
          </a:p>
        </p:txBody>
      </p:sp>
      <p:sp>
        <p:nvSpPr>
          <p:cNvPr id="41" name="Shape 39">
            <a:extLst xmlns:a="http://schemas.openxmlformats.org/drawingml/2006/main">
              <a:ext uri="{FF2B5EF4-FFF2-40B4-BE49-F238E27FC236}">
                <a16:creationId xmlns:a16="http://schemas.microsoft.com/office/drawing/2014/main" id="{1838B323-F9AE-43E1-8E08-59D13021F041}"/>
              </a:ext>
            </a:extLst>
          </p:cNvPr>
          <p:cNvSpPr>
            <a:spLocks xmlns:a="http://schemas.openxmlformats.org/drawingml/2006/main" noGrp="1"/>
          </p:cNvSpPr>
          <p:nvPr/>
        </p:nvSpPr>
        <p:spPr>
          <a:xfrm xmlns:a="http://schemas.openxmlformats.org/drawingml/2006/main">
            <a:off x="815975" y="3782219"/>
            <a:ext cx="3414117" cy="1189236"/>
          </a:xfrm>
          <a:prstGeom xmlns:a="http://schemas.openxmlformats.org/drawingml/2006/main" prst="roundRect">
            <a:avLst>
              <a:gd name="adj" fmla="val 7208"/>
            </a:avLst>
          </a:prstGeom>
          <a:solidFill xmlns:a="http://schemas.openxmlformats.org/drawingml/2006/main">
            <a:srgbClr val="FCFDFB"/>
          </a:solidFill>
          <a:ln xmlns:a="http://schemas.openxmlformats.org/drawingml/2006/main" w="6350">
            <a:solidFill>
              <a:srgbClr val="D3E2D7"/>
            </a:solidFill>
            <a:prstDash val="solid"/>
          </a:ln>
        </p:spPr>
      </p:sp>
      <p:sp>
        <p:nvSpPr>
          <p:cNvPr id="42" name="Text 40">
            <a:extLst xmlns:a="http://schemas.openxmlformats.org/drawingml/2006/main">
              <a:ext uri="{FF2B5EF4-FFF2-40B4-BE49-F238E27FC236}">
                <a16:creationId xmlns:a16="http://schemas.microsoft.com/office/drawing/2014/main" id="{620A12D9-E5CC-49A2-A46E-1561082D5A60}"/>
              </a:ext>
            </a:extLst>
          </p:cNvPr>
          <p:cNvSpPr>
            <a:spLocks xmlns:a="http://schemas.openxmlformats.org/drawingml/2006/main" noGrp="1"/>
          </p:cNvSpPr>
          <p:nvPr/>
        </p:nvSpPr>
        <p:spPr>
          <a:xfrm xmlns:a="http://schemas.openxmlformats.org/drawingml/2006/main">
            <a:off x="1022350" y="3937794"/>
            <a:ext cx="3091408" cy="20538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23"/>
              </a:lnSpc>
              <a:buNone/>
            </a:pPr>
            <a:r>
              <a:rPr sz="1016" b="1">
                <a:solidFill>
                  <a:srgbClr val="4A5D52"/>
                </a:solidFill>
                <a:latin typeface="IBM Plex Sans"/>
                <a:ea typeface="IBM Plex Sans"/>
                <a:cs typeface="IBM Plex Sans"/>
              </a:rPr>
              <a:t>Tiempo total (suma de tramos)</a:t>
            </a:r>
            <a:endParaRPr sz="1016"/>
          </a:p>
        </p:txBody>
      </p:sp>
      <p:sp>
        <p:nvSpPr>
          <p:cNvPr id="43" name="Text 41">
            <a:extLst xmlns:a="http://schemas.openxmlformats.org/drawingml/2006/main">
              <a:ext uri="{FF2B5EF4-FFF2-40B4-BE49-F238E27FC236}">
                <a16:creationId xmlns:a16="http://schemas.microsoft.com/office/drawing/2014/main" id="{FC38C0A6-D189-4158-940E-1B1D96716177}"/>
              </a:ext>
            </a:extLst>
          </p:cNvPr>
          <p:cNvSpPr>
            <a:spLocks xmlns:a="http://schemas.openxmlformats.org/drawingml/2006/main" noGrp="1"/>
          </p:cNvSpPr>
          <p:nvPr/>
        </p:nvSpPr>
        <p:spPr>
          <a:xfrm xmlns:a="http://schemas.openxmlformats.org/drawingml/2006/main">
            <a:off x="1022350" y="4155877"/>
            <a:ext cx="3204567" cy="68540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22"/>
              </a:lnSpc>
              <a:buNone/>
            </a:pPr>
            <a:r>
              <a:rPr sz="2748" b="1">
                <a:solidFill>
                  <a:srgbClr val="2E1B4E"/>
                </a:solidFill>
                <a:latin typeface="IBM Plex Sans"/>
                <a:ea typeface="IBM Plex Sans"/>
                <a:cs typeface="IBM Plex Sans"/>
              </a:rPr>
              <a:t>477 min · 7 h 57 m</a:t>
            </a:r>
            <a:endParaRPr sz="2748"/>
          </a:p>
        </p:txBody>
      </p:sp>
      <p:sp>
        <p:nvSpPr>
          <p:cNvPr id="44" name="Shape 42">
            <a:extLst xmlns:a="http://schemas.openxmlformats.org/drawingml/2006/main">
              <a:ext uri="{FF2B5EF4-FFF2-40B4-BE49-F238E27FC236}">
                <a16:creationId xmlns:a16="http://schemas.microsoft.com/office/drawing/2014/main" id="{E96CAE2A-3A2C-4CA3-9AF6-6552F5DE12C2}"/>
              </a:ext>
            </a:extLst>
          </p:cNvPr>
          <p:cNvSpPr>
            <a:spLocks xmlns:a="http://schemas.openxmlformats.org/drawingml/2006/main" noGrp="1"/>
          </p:cNvSpPr>
          <p:nvPr/>
        </p:nvSpPr>
        <p:spPr>
          <a:xfrm xmlns:a="http://schemas.openxmlformats.org/drawingml/2006/main">
            <a:off x="4388842" y="3782219"/>
            <a:ext cx="3414216" cy="1189236"/>
          </a:xfrm>
          <a:prstGeom xmlns:a="http://schemas.openxmlformats.org/drawingml/2006/main" prst="roundRect">
            <a:avLst>
              <a:gd name="adj" fmla="val 7208"/>
            </a:avLst>
          </a:prstGeom>
          <a:solidFill xmlns:a="http://schemas.openxmlformats.org/drawingml/2006/main">
            <a:srgbClr val="FCFDFB"/>
          </a:solidFill>
          <a:ln xmlns:a="http://schemas.openxmlformats.org/drawingml/2006/main" w="6350">
            <a:solidFill>
              <a:srgbClr val="D3E2D7"/>
            </a:solidFill>
            <a:prstDash val="solid"/>
          </a:ln>
        </p:spPr>
      </p:sp>
      <p:sp>
        <p:nvSpPr>
          <p:cNvPr id="45" name="Text 43">
            <a:extLst xmlns:a="http://schemas.openxmlformats.org/drawingml/2006/main">
              <a:ext uri="{FF2B5EF4-FFF2-40B4-BE49-F238E27FC236}">
                <a16:creationId xmlns:a16="http://schemas.microsoft.com/office/drawing/2014/main" id="{992F3633-1D88-4FDC-9E5D-81C56378E55F}"/>
              </a:ext>
            </a:extLst>
          </p:cNvPr>
          <p:cNvSpPr>
            <a:spLocks xmlns:a="http://schemas.openxmlformats.org/drawingml/2006/main" noGrp="1"/>
          </p:cNvSpPr>
          <p:nvPr/>
        </p:nvSpPr>
        <p:spPr>
          <a:xfrm xmlns:a="http://schemas.openxmlformats.org/drawingml/2006/main">
            <a:off x="4595217" y="3937794"/>
            <a:ext cx="30915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Comparativo semana anterior</a:t>
            </a:r>
            <a:endParaRPr sz="1200"/>
          </a:p>
        </p:txBody>
      </p:sp>
      <p:sp>
        <p:nvSpPr>
          <p:cNvPr id="46" name="Text 44">
            <a:extLst xmlns:a="http://schemas.openxmlformats.org/drawingml/2006/main">
              <a:ext uri="{FF2B5EF4-FFF2-40B4-BE49-F238E27FC236}">
                <a16:creationId xmlns:a16="http://schemas.microsoft.com/office/drawing/2014/main" id="{736A2AE1-8698-44AC-94E2-0EEDA50E3E4D}"/>
              </a:ext>
            </a:extLst>
          </p:cNvPr>
          <p:cNvSpPr>
            <a:spLocks xmlns:a="http://schemas.openxmlformats.org/drawingml/2006/main" noGrp="1"/>
          </p:cNvSpPr>
          <p:nvPr/>
        </p:nvSpPr>
        <p:spPr>
          <a:xfrm xmlns:a="http://schemas.openxmlformats.org/drawingml/2006/main">
            <a:off x="4595217" y="4189214"/>
            <a:ext cx="3091510"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0B5638"/>
                </a:solidFill>
                <a:latin typeface="IBM Plex Sans"/>
                <a:ea typeface="IBM Plex Sans"/>
                <a:cs typeface="IBM Plex Sans"/>
              </a:rPr>
              <a:t>+249 min</a:t>
            </a:r>
            <a:endParaRPr sz="2800"/>
          </a:p>
        </p:txBody>
      </p:sp>
      <p:sp>
        <p:nvSpPr>
          <p:cNvPr id="47" name="Shape 45">
            <a:extLst xmlns:a="http://schemas.openxmlformats.org/drawingml/2006/main">
              <a:ext uri="{FF2B5EF4-FFF2-40B4-BE49-F238E27FC236}">
                <a16:creationId xmlns:a16="http://schemas.microsoft.com/office/drawing/2014/main" id="{1695F7E6-43B3-4159-AEF9-F6BC7A79E14F}"/>
              </a:ext>
            </a:extLst>
          </p:cNvPr>
          <p:cNvSpPr>
            <a:spLocks xmlns:a="http://schemas.openxmlformats.org/drawingml/2006/main" noGrp="1"/>
          </p:cNvSpPr>
          <p:nvPr/>
        </p:nvSpPr>
        <p:spPr>
          <a:xfrm xmlns:a="http://schemas.openxmlformats.org/drawingml/2006/main">
            <a:off x="7961809" y="3782219"/>
            <a:ext cx="3414216" cy="1189236"/>
          </a:xfrm>
          <a:prstGeom xmlns:a="http://schemas.openxmlformats.org/drawingml/2006/main" prst="roundRect">
            <a:avLst>
              <a:gd name="adj" fmla="val 7208"/>
            </a:avLst>
          </a:prstGeom>
          <a:solidFill xmlns:a="http://schemas.openxmlformats.org/drawingml/2006/main">
            <a:srgbClr val="FCFDFB"/>
          </a:solidFill>
          <a:ln xmlns:a="http://schemas.openxmlformats.org/drawingml/2006/main" w="6350">
            <a:solidFill>
              <a:srgbClr val="D3E2D7"/>
            </a:solidFill>
            <a:prstDash val="solid"/>
          </a:ln>
        </p:spPr>
      </p:sp>
      <p:sp>
        <p:nvSpPr>
          <p:cNvPr id="48" name="Text 46">
            <a:extLst xmlns:a="http://schemas.openxmlformats.org/drawingml/2006/main">
              <a:ext uri="{FF2B5EF4-FFF2-40B4-BE49-F238E27FC236}">
                <a16:creationId xmlns:a16="http://schemas.microsoft.com/office/drawing/2014/main" id="{83FE62C7-AC65-4734-991A-1F66246BE202}"/>
              </a:ext>
            </a:extLst>
          </p:cNvPr>
          <p:cNvSpPr>
            <a:spLocks xmlns:a="http://schemas.openxmlformats.org/drawingml/2006/main" noGrp="1"/>
          </p:cNvSpPr>
          <p:nvPr/>
        </p:nvSpPr>
        <p:spPr>
          <a:xfrm xmlns:a="http://schemas.openxmlformats.org/drawingml/2006/main">
            <a:off x="8168184" y="3937794"/>
            <a:ext cx="30915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Total de camiones</a:t>
            </a:r>
            <a:endParaRPr sz="1200"/>
          </a:p>
        </p:txBody>
      </p:sp>
      <p:sp>
        <p:nvSpPr>
          <p:cNvPr id="49" name="Text 47">
            <a:extLst xmlns:a="http://schemas.openxmlformats.org/drawingml/2006/main">
              <a:ext uri="{FF2B5EF4-FFF2-40B4-BE49-F238E27FC236}">
                <a16:creationId xmlns:a16="http://schemas.microsoft.com/office/drawing/2014/main" id="{B2FD6914-7A90-4AAA-8420-0F96135CDE86}"/>
              </a:ext>
            </a:extLst>
          </p:cNvPr>
          <p:cNvSpPr>
            <a:spLocks xmlns:a="http://schemas.openxmlformats.org/drawingml/2006/main" noGrp="1"/>
          </p:cNvSpPr>
          <p:nvPr/>
        </p:nvSpPr>
        <p:spPr>
          <a:xfrm xmlns:a="http://schemas.openxmlformats.org/drawingml/2006/main">
            <a:off x="8168184" y="4189214"/>
            <a:ext cx="3091510"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0B5638"/>
                </a:solidFill>
                <a:latin typeface="IBM Plex Sans"/>
                <a:ea typeface="IBM Plex Sans"/>
                <a:cs typeface="IBM Plex Sans"/>
              </a:rPr>
              <a:t>208</a:t>
            </a:r>
            <a:endParaRPr sz="2800"/>
          </a:p>
        </p:txBody>
      </p:sp>
      <p:sp>
        <p:nvSpPr>
          <p:cNvPr id="50" name="Shape 48">
            <a:extLst xmlns:a="http://schemas.openxmlformats.org/drawingml/2006/main">
              <a:ext uri="{FF2B5EF4-FFF2-40B4-BE49-F238E27FC236}">
                <a16:creationId xmlns:a16="http://schemas.microsoft.com/office/drawing/2014/main" id="{91C5F7AB-27A6-4A8D-87D6-2000DB78226B}"/>
              </a:ext>
            </a:extLst>
          </p:cNvPr>
          <p:cNvSpPr>
            <a:spLocks xmlns:a="http://schemas.openxmlformats.org/drawingml/2006/main" noGrp="1"/>
          </p:cNvSpPr>
          <p:nvPr/>
        </p:nvSpPr>
        <p:spPr>
          <a:xfrm xmlns:a="http://schemas.openxmlformats.org/drawingml/2006/main">
            <a:off x="831850" y="5177830"/>
            <a:ext cx="0" cy="664170"/>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51" name="Text 49">
            <a:extLst xmlns:a="http://schemas.openxmlformats.org/drawingml/2006/main">
              <a:ext uri="{FF2B5EF4-FFF2-40B4-BE49-F238E27FC236}">
                <a16:creationId xmlns:a16="http://schemas.microsoft.com/office/drawing/2014/main" id="{6D874E19-65A0-42DB-83B2-6041F252E986}"/>
              </a:ext>
            </a:extLst>
          </p:cNvPr>
          <p:cNvSpPr>
            <a:spLocks xmlns:a="http://schemas.openxmlformats.org/drawingml/2006/main" noGrp="1"/>
          </p:cNvSpPr>
          <p:nvPr/>
        </p:nvSpPr>
        <p:spPr>
          <a:xfrm xmlns:a="http://schemas.openxmlformats.org/drawingml/2006/main">
            <a:off x="977900" y="5203230"/>
            <a:ext cx="10713339" cy="63877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1"/>
              </a:lnSpc>
              <a:buNone/>
            </a:pPr>
            <a:r>
              <a:rPr sz="1158" b="1">
                <a:solidFill>
                  <a:srgbClr val="0B5638"/>
                </a:solidFill>
                <a:latin typeface="IBM Plex Sans"/>
                <a:ea typeface="IBM Plex Sans"/>
                <a:cs typeface="IBM Plex Sans"/>
              </a:rPr>
              <a:t>La descarga (Playa 3 → volcable) sigue siendo el tramo más largo y creció a 249 min; Playa 1 subió a 177. Desde el domingo casi todo entró por la volcable 2. La volcable 1 no descargó lunes y martes (OT en la balanza 1 y en la válvula de la celda 5): sin redundancia, la descarga pasó a la volcable 2 y a silos Kepler 2.</a:t>
            </a:r>
            <a:endParaRPr sz="1158"/>
          </a:p>
        </p:txBody>
      </p:sp>
      <p:pic>
        <p:nvPicPr>
          <p:cNvPr id="106" name="Image 0"/>
          <p:cNvPicPr>
            <a:picLocks xmlns:a="http://schemas.openxmlformats.org/drawingml/2006/main" noChangeAspect="1"/>
          </p:cNvPicPr>
          <p:nvPr/>
        </p:nvPicPr>
        <p:blipFill>
          <a:blip xmlns:r="http://schemas.openxmlformats.org/officeDocument/2006/relationships" xmlns:a="http://schemas.openxmlformats.org/drawingml/2006/main" r:embed="Rf7115b9b97d846bc"/>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53" name="Text 50">
            <a:extLst xmlns:a="http://schemas.openxmlformats.org/drawingml/2006/main">
              <a:ext uri="{FF2B5EF4-FFF2-40B4-BE49-F238E27FC236}">
                <a16:creationId xmlns:a16="http://schemas.microsoft.com/office/drawing/2014/main" id="{5F0B6880-AF2A-4DFD-B1B2-8C156438E855}"/>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21</a:t>
            </a:r>
            <a:endParaRPr sz="1200"/>
          </a:p>
        </p:txBody>
      </p:sp>
      <p:pic>
        <p:nvPicPr>
          <p:cNvPr id="108" name="Image 1"/>
          <p:cNvPicPr>
            <a:picLocks xmlns:a="http://schemas.openxmlformats.org/drawingml/2006/main" noChangeAspect="1"/>
          </p:cNvPicPr>
          <p:nvPr/>
        </p:nvPicPr>
        <p:blipFill>
          <a:blip xmlns:r="http://schemas.openxmlformats.org/officeDocument/2006/relationships" xmlns:a="http://schemas.openxmlformats.org/drawingml/2006/main" r:embed="Re830fc29f50c4297"/>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980485058"/>
      </p:ext>
    </p:extLst>
  </p:cSld>
</p:sld>
</file>

<file path=ppt/slides/slide22.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F0C81F8-2DCA-4CAD-8E78-5055D0702230}"/>
              </a:ext>
            </a:extLst>
          </p:cNvPr>
          <p:cNvSpPr>
            <a:spLocks xmlns:a="http://schemas.openxmlformats.org/drawingml/2006/main" noGrp="1"/>
          </p:cNvSpPr>
          <p:nvPr/>
        </p:nvSpPr>
        <p:spPr>
          <a:xfrm xmlns:a="http://schemas.openxmlformats.org/drawingml/2006/main">
            <a:off x="812800" y="711200"/>
            <a:ext cx="1678583" cy="289520"/>
          </a:xfrm>
          <a:custGeom xmlns:a="http://schemas.openxmlformats.org/drawingml/2006/main">
            <a:rect l="l" t="t" r="r" b="b"/>
            <a:pathLst>
              <a:path w="1678583" h="289520">
                <a:moveTo>
                  <a:pt x="144760" y="0"/>
                </a:moveTo>
                <a:lnTo>
                  <a:pt x="1533823" y="0"/>
                </a:lnTo>
                <a:arcTo wR="144760" hR="144760" stAng="16200000" swAng="5400000"/>
                <a:lnTo>
                  <a:pt x="1678583"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2E1B4E"/>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GIRASOL · R5+R6</a:t>
            </a:r>
            <a:endParaRPr sz="1200"/>
          </a:p>
        </p:txBody>
      </p:sp>
      <p:sp>
        <p:nvSpPr>
          <p:cNvPr id="3" name="Text 1">
            <a:extLst xmlns:a="http://schemas.openxmlformats.org/drawingml/2006/main">
              <a:ext uri="{FF2B5EF4-FFF2-40B4-BE49-F238E27FC236}">
                <a16:creationId xmlns:a16="http://schemas.microsoft.com/office/drawing/2014/main" id="{D4BF7A8A-93C6-45DB-9767-2276130C92D7}"/>
              </a:ext>
            </a:extLst>
          </p:cNvPr>
          <p:cNvSpPr>
            <a:spLocks xmlns:a="http://schemas.openxmlformats.org/drawingml/2006/main" noGrp="1"/>
          </p:cNvSpPr>
          <p:nvPr>
            <p:ph type="title" idx="0"/>
          </p:nvPr>
        </p:nvSpPr>
        <p:spPr>
          <a:xfrm xmlns:a="http://schemas.openxmlformats.org/drawingml/2006/main">
            <a:off x="812800" y="1102320"/>
            <a:ext cx="11379200"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Dónde queda la semana: el tiempo más alto desde junio</a:t>
            </a:r>
            <a:endParaRPr sz="3200"/>
          </a:p>
        </p:txBody>
      </p:sp>
      <p:sp>
        <p:nvSpPr>
          <p:cNvPr id="4" name="Shape 2">
            <a:extLst xmlns:a="http://schemas.openxmlformats.org/drawingml/2006/main">
              <a:ext uri="{FF2B5EF4-FFF2-40B4-BE49-F238E27FC236}">
                <a16:creationId xmlns:a16="http://schemas.microsoft.com/office/drawing/2014/main" id="{B2C2D361-AEF4-4A95-BF82-43C77EE48D27}"/>
              </a:ext>
            </a:extLst>
          </p:cNvPr>
          <p:cNvSpPr>
            <a:spLocks xmlns:a="http://schemas.openxmlformats.org/drawingml/2006/main" noGrp="1"/>
          </p:cNvSpPr>
          <p:nvPr/>
        </p:nvSpPr>
        <p:spPr>
          <a:xfrm xmlns:a="http://schemas.openxmlformats.org/drawingml/2006/main">
            <a:off x="812800" y="1719461"/>
            <a:ext cx="177800" cy="177800"/>
          </a:xfrm>
          <a:prstGeom xmlns:a="http://schemas.openxmlformats.org/drawingml/2006/main" prst="roundRect">
            <a:avLst>
              <a:gd name="adj" fmla="val 21429"/>
            </a:avLst>
          </a:prstGeom>
          <a:solidFill xmlns:a="http://schemas.openxmlformats.org/drawingml/2006/main">
            <a:srgbClr val="2E1B4E"/>
          </a:solidFill>
        </p:spPr>
      </p:sp>
      <p:sp>
        <p:nvSpPr>
          <p:cNvPr id="5" name="Text 3">
            <a:extLst xmlns:a="http://schemas.openxmlformats.org/drawingml/2006/main">
              <a:ext uri="{FF2B5EF4-FFF2-40B4-BE49-F238E27FC236}">
                <a16:creationId xmlns:a16="http://schemas.microsoft.com/office/drawing/2014/main" id="{CD16FE42-C7E3-4968-BEA3-6740143031FB}"/>
              </a:ext>
            </a:extLst>
          </p:cNvPr>
          <p:cNvSpPr>
            <a:spLocks xmlns:a="http://schemas.openxmlformats.org/drawingml/2006/main" noGrp="1"/>
          </p:cNvSpPr>
          <p:nvPr/>
        </p:nvSpPr>
        <p:spPr>
          <a:xfrm xmlns:a="http://schemas.openxmlformats.org/drawingml/2006/main">
            <a:off x="1066800" y="1701701"/>
            <a:ext cx="4394603"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Tiempo total, suma de tramos (min) · rótulo = fecha del comité</a:t>
            </a:r>
            <a:endParaRPr sz="1200"/>
          </a:p>
        </p:txBody>
      </p:sp>
      <p:sp>
        <p:nvSpPr>
          <p:cNvPr id="6" name="Shape 4">
            <a:extLst xmlns:a="http://schemas.openxmlformats.org/drawingml/2006/main">
              <a:ext uri="{FF2B5EF4-FFF2-40B4-BE49-F238E27FC236}">
                <a16:creationId xmlns:a16="http://schemas.microsoft.com/office/drawing/2014/main" id="{BE4CEE80-87D6-43DF-A67C-901B7322D374}"/>
              </a:ext>
            </a:extLst>
          </p:cNvPr>
          <p:cNvSpPr>
            <a:spLocks xmlns:a="http://schemas.openxmlformats.org/drawingml/2006/main" noGrp="1"/>
          </p:cNvSpPr>
          <p:nvPr/>
        </p:nvSpPr>
        <p:spPr>
          <a:xfrm xmlns:a="http://schemas.openxmlformats.org/drawingml/2006/main">
            <a:off x="5409605" y="1719461"/>
            <a:ext cx="177800" cy="177800"/>
          </a:xfrm>
          <a:prstGeom xmlns:a="http://schemas.openxmlformats.org/drawingml/2006/main" prst="roundRect">
            <a:avLst>
              <a:gd name="adj" fmla="val 21429"/>
            </a:avLst>
          </a:prstGeom>
          <a:solidFill xmlns:a="http://schemas.openxmlformats.org/drawingml/2006/main">
            <a:srgbClr val="4A5D52"/>
          </a:solidFill>
        </p:spPr>
      </p:sp>
      <p:sp>
        <p:nvSpPr>
          <p:cNvPr id="7" name="Text 5">
            <a:extLst xmlns:a="http://schemas.openxmlformats.org/drawingml/2006/main">
              <a:ext uri="{FF2B5EF4-FFF2-40B4-BE49-F238E27FC236}">
                <a16:creationId xmlns:a16="http://schemas.microsoft.com/office/drawing/2014/main" id="{7302B6B2-BE21-426C-8F56-73C0F8DC5A8D}"/>
              </a:ext>
            </a:extLst>
          </p:cNvPr>
          <p:cNvSpPr>
            <a:spLocks xmlns:a="http://schemas.openxmlformats.org/drawingml/2006/main" noGrp="1"/>
          </p:cNvSpPr>
          <p:nvPr/>
        </p:nvSpPr>
        <p:spPr>
          <a:xfrm xmlns:a="http://schemas.openxmlformats.org/drawingml/2006/main">
            <a:off x="5663605" y="1701701"/>
            <a:ext cx="1805689"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Promedio de la serie: 334</a:t>
            </a:r>
            <a:endParaRPr sz="1200"/>
          </a:p>
        </p:txBody>
      </p:sp>
      <p:pic>
        <p:nvPicPr>
          <p:cNvPr id="64" name="Image 0"/>
          <p:cNvPicPr>
            <a:picLocks xmlns:a="http://schemas.openxmlformats.org/drawingml/2006/main" noChangeAspect="1"/>
          </p:cNvPicPr>
          <p:nvPr/>
        </p:nvPicPr>
        <p:blipFill>
          <a:blip xmlns:r="http://schemas.openxmlformats.org/officeDocument/2006/relationships" xmlns:a="http://schemas.openxmlformats.org/drawingml/2006/main" r:embed="R011a4acb29c84c94"/>
          <a:srcRect xmlns:a="http://schemas.openxmlformats.org/drawingml/2006/main" l="0" t="-27" r="0" b="-27"/>
          <a:stretch xmlns:a="http://schemas.openxmlformats.org/drawingml/2006/main"/>
        </p:blipFill>
        <p:spPr>
          <a:xfrm xmlns:a="http://schemas.openxmlformats.org/drawingml/2006/main">
            <a:off x="939800" y="2286000"/>
            <a:ext cx="6604000" cy="2794000"/>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6A1BCDA9-0AED-4B3B-8743-0C6188D5502D}"/>
              </a:ext>
            </a:extLst>
          </p:cNvPr>
          <p:cNvSpPr>
            <a:spLocks xmlns:a="http://schemas.openxmlformats.org/drawingml/2006/main" noGrp="1"/>
          </p:cNvSpPr>
          <p:nvPr/>
        </p:nvSpPr>
        <p:spPr>
          <a:xfrm xmlns:a="http://schemas.openxmlformats.org/drawingml/2006/main">
            <a:off x="787400" y="36766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315</a:t>
            </a:r>
            <a:endParaRPr sz="1200"/>
          </a:p>
        </p:txBody>
      </p:sp>
      <p:sp>
        <p:nvSpPr>
          <p:cNvPr id="10" name="Text 7">
            <a:extLst xmlns:a="http://schemas.openxmlformats.org/drawingml/2006/main">
              <a:ext uri="{FF2B5EF4-FFF2-40B4-BE49-F238E27FC236}">
                <a16:creationId xmlns:a16="http://schemas.microsoft.com/office/drawing/2014/main" id="{70E030FB-7A3C-4CA8-B300-6C98CCF11C84}"/>
              </a:ext>
            </a:extLst>
          </p:cNvPr>
          <p:cNvSpPr>
            <a:spLocks xmlns:a="http://schemas.openxmlformats.org/drawingml/2006/main" noGrp="1"/>
          </p:cNvSpPr>
          <p:nvPr/>
        </p:nvSpPr>
        <p:spPr>
          <a:xfrm xmlns:a="http://schemas.openxmlformats.org/drawingml/2006/main">
            <a:off x="7874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17/6</a:t>
            </a:r>
            <a:endParaRPr sz="1200"/>
          </a:p>
        </p:txBody>
      </p:sp>
      <p:sp>
        <p:nvSpPr>
          <p:cNvPr id="11" name="Text 8">
            <a:extLst xmlns:a="http://schemas.openxmlformats.org/drawingml/2006/main">
              <a:ext uri="{FF2B5EF4-FFF2-40B4-BE49-F238E27FC236}">
                <a16:creationId xmlns:a16="http://schemas.microsoft.com/office/drawing/2014/main" id="{F1B2E52E-7EFA-4843-A007-2EA4BFC3A789}"/>
              </a:ext>
            </a:extLst>
          </p:cNvPr>
          <p:cNvSpPr>
            <a:spLocks xmlns:a="http://schemas.openxmlformats.org/drawingml/2006/main" noGrp="1"/>
          </p:cNvSpPr>
          <p:nvPr/>
        </p:nvSpPr>
        <p:spPr>
          <a:xfrm xmlns:a="http://schemas.openxmlformats.org/drawingml/2006/main">
            <a:off x="1238250" y="39116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287</a:t>
            </a:r>
            <a:endParaRPr sz="1200"/>
          </a:p>
        </p:txBody>
      </p:sp>
      <p:sp>
        <p:nvSpPr>
          <p:cNvPr id="12" name="Text 9">
            <a:extLst xmlns:a="http://schemas.openxmlformats.org/drawingml/2006/main">
              <a:ext uri="{FF2B5EF4-FFF2-40B4-BE49-F238E27FC236}">
                <a16:creationId xmlns:a16="http://schemas.microsoft.com/office/drawing/2014/main" id="{134E8BC6-F4C2-4561-907A-3F55365355C7}"/>
              </a:ext>
            </a:extLst>
          </p:cNvPr>
          <p:cNvSpPr>
            <a:spLocks xmlns:a="http://schemas.openxmlformats.org/drawingml/2006/main" noGrp="1"/>
          </p:cNvSpPr>
          <p:nvPr/>
        </p:nvSpPr>
        <p:spPr>
          <a:xfrm xmlns:a="http://schemas.openxmlformats.org/drawingml/2006/main">
            <a:off x="12382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24/6</a:t>
            </a:r>
            <a:endParaRPr sz="1200"/>
          </a:p>
        </p:txBody>
      </p:sp>
      <p:sp>
        <p:nvSpPr>
          <p:cNvPr id="13" name="Text 10">
            <a:extLst xmlns:a="http://schemas.openxmlformats.org/drawingml/2006/main">
              <a:ext uri="{FF2B5EF4-FFF2-40B4-BE49-F238E27FC236}">
                <a16:creationId xmlns:a16="http://schemas.microsoft.com/office/drawing/2014/main" id="{861F0162-77BD-4115-A027-6DCC24CAFC01}"/>
              </a:ext>
            </a:extLst>
          </p:cNvPr>
          <p:cNvSpPr>
            <a:spLocks xmlns:a="http://schemas.openxmlformats.org/drawingml/2006/main" noGrp="1"/>
          </p:cNvSpPr>
          <p:nvPr/>
        </p:nvSpPr>
        <p:spPr>
          <a:xfrm xmlns:a="http://schemas.openxmlformats.org/drawingml/2006/main">
            <a:off x="1695450" y="36576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317</a:t>
            </a:r>
            <a:endParaRPr sz="1200"/>
          </a:p>
        </p:txBody>
      </p:sp>
      <p:sp>
        <p:nvSpPr>
          <p:cNvPr id="14" name="Text 11">
            <a:extLst xmlns:a="http://schemas.openxmlformats.org/drawingml/2006/main">
              <a:ext uri="{FF2B5EF4-FFF2-40B4-BE49-F238E27FC236}">
                <a16:creationId xmlns:a16="http://schemas.microsoft.com/office/drawing/2014/main" id="{677AC524-3944-434A-B3DA-C0F9D4553C7C}"/>
              </a:ext>
            </a:extLst>
          </p:cNvPr>
          <p:cNvSpPr>
            <a:spLocks xmlns:a="http://schemas.openxmlformats.org/drawingml/2006/main" noGrp="1"/>
          </p:cNvSpPr>
          <p:nvPr/>
        </p:nvSpPr>
        <p:spPr>
          <a:xfrm xmlns:a="http://schemas.openxmlformats.org/drawingml/2006/main">
            <a:off x="16954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8/7</a:t>
            </a:r>
            <a:endParaRPr sz="1200"/>
          </a:p>
        </p:txBody>
      </p:sp>
      <p:sp>
        <p:nvSpPr>
          <p:cNvPr id="15" name="Text 12">
            <a:extLst xmlns:a="http://schemas.openxmlformats.org/drawingml/2006/main">
              <a:ext uri="{FF2B5EF4-FFF2-40B4-BE49-F238E27FC236}">
                <a16:creationId xmlns:a16="http://schemas.microsoft.com/office/drawing/2014/main" id="{14428584-F784-48D7-A0D8-B62DC9B3999A}"/>
              </a:ext>
            </a:extLst>
          </p:cNvPr>
          <p:cNvSpPr>
            <a:spLocks xmlns:a="http://schemas.openxmlformats.org/drawingml/2006/main" noGrp="1"/>
          </p:cNvSpPr>
          <p:nvPr/>
        </p:nvSpPr>
        <p:spPr>
          <a:xfrm xmlns:a="http://schemas.openxmlformats.org/drawingml/2006/main">
            <a:off x="2146300" y="37528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306</a:t>
            </a:r>
            <a:endParaRPr sz="1200"/>
          </a:p>
        </p:txBody>
      </p:sp>
      <p:sp>
        <p:nvSpPr>
          <p:cNvPr id="16" name="Text 13">
            <a:extLst xmlns:a="http://schemas.openxmlformats.org/drawingml/2006/main">
              <a:ext uri="{FF2B5EF4-FFF2-40B4-BE49-F238E27FC236}">
                <a16:creationId xmlns:a16="http://schemas.microsoft.com/office/drawing/2014/main" id="{9D670ABC-03C5-4DB9-B5C0-109C6DEE65A2}"/>
              </a:ext>
            </a:extLst>
          </p:cNvPr>
          <p:cNvSpPr>
            <a:spLocks xmlns:a="http://schemas.openxmlformats.org/drawingml/2006/main" noGrp="1"/>
          </p:cNvSpPr>
          <p:nvPr/>
        </p:nvSpPr>
        <p:spPr>
          <a:xfrm xmlns:a="http://schemas.openxmlformats.org/drawingml/2006/main">
            <a:off x="21463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15/7</a:t>
            </a:r>
            <a:endParaRPr sz="1200"/>
          </a:p>
        </p:txBody>
      </p:sp>
      <p:sp>
        <p:nvSpPr>
          <p:cNvPr id="17" name="Text 14">
            <a:extLst xmlns:a="http://schemas.openxmlformats.org/drawingml/2006/main">
              <a:ext uri="{FF2B5EF4-FFF2-40B4-BE49-F238E27FC236}">
                <a16:creationId xmlns:a16="http://schemas.microsoft.com/office/drawing/2014/main" id="{84778825-039E-48BF-8946-456E04326B35}"/>
              </a:ext>
            </a:extLst>
          </p:cNvPr>
          <p:cNvSpPr>
            <a:spLocks xmlns:a="http://schemas.openxmlformats.org/drawingml/2006/main" noGrp="1"/>
          </p:cNvSpPr>
          <p:nvPr/>
        </p:nvSpPr>
        <p:spPr>
          <a:xfrm xmlns:a="http://schemas.openxmlformats.org/drawingml/2006/main">
            <a:off x="2603500" y="33718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351</a:t>
            </a:r>
            <a:endParaRPr sz="1200"/>
          </a:p>
        </p:txBody>
      </p:sp>
      <p:sp>
        <p:nvSpPr>
          <p:cNvPr id="18" name="Text 15">
            <a:extLst xmlns:a="http://schemas.openxmlformats.org/drawingml/2006/main">
              <a:ext uri="{FF2B5EF4-FFF2-40B4-BE49-F238E27FC236}">
                <a16:creationId xmlns:a16="http://schemas.microsoft.com/office/drawing/2014/main" id="{B84F143B-33F7-48A8-9771-4E611A54683B}"/>
              </a:ext>
            </a:extLst>
          </p:cNvPr>
          <p:cNvSpPr>
            <a:spLocks xmlns:a="http://schemas.openxmlformats.org/drawingml/2006/main" noGrp="1"/>
          </p:cNvSpPr>
          <p:nvPr/>
        </p:nvSpPr>
        <p:spPr>
          <a:xfrm xmlns:a="http://schemas.openxmlformats.org/drawingml/2006/main">
            <a:off x="26035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24/7</a:t>
            </a:r>
            <a:endParaRPr sz="1200"/>
          </a:p>
        </p:txBody>
      </p:sp>
      <p:sp>
        <p:nvSpPr>
          <p:cNvPr id="19" name="Text 16">
            <a:extLst xmlns:a="http://schemas.openxmlformats.org/drawingml/2006/main">
              <a:ext uri="{FF2B5EF4-FFF2-40B4-BE49-F238E27FC236}">
                <a16:creationId xmlns:a16="http://schemas.microsoft.com/office/drawing/2014/main" id="{2421F9E1-CD83-4AD9-B54D-34385FDA56F7}"/>
              </a:ext>
            </a:extLst>
          </p:cNvPr>
          <p:cNvSpPr>
            <a:spLocks xmlns:a="http://schemas.openxmlformats.org/drawingml/2006/main" noGrp="1"/>
          </p:cNvSpPr>
          <p:nvPr/>
        </p:nvSpPr>
        <p:spPr>
          <a:xfrm xmlns:a="http://schemas.openxmlformats.org/drawingml/2006/main">
            <a:off x="3054350" y="32829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361</a:t>
            </a:r>
            <a:endParaRPr sz="1200"/>
          </a:p>
        </p:txBody>
      </p:sp>
      <p:sp>
        <p:nvSpPr>
          <p:cNvPr id="20" name="Text 17">
            <a:extLst xmlns:a="http://schemas.openxmlformats.org/drawingml/2006/main">
              <a:ext uri="{FF2B5EF4-FFF2-40B4-BE49-F238E27FC236}">
                <a16:creationId xmlns:a16="http://schemas.microsoft.com/office/drawing/2014/main" id="{9348BD78-CC1D-4F90-9634-106EAE330BC3}"/>
              </a:ext>
            </a:extLst>
          </p:cNvPr>
          <p:cNvSpPr>
            <a:spLocks xmlns:a="http://schemas.openxmlformats.org/drawingml/2006/main" noGrp="1"/>
          </p:cNvSpPr>
          <p:nvPr/>
        </p:nvSpPr>
        <p:spPr>
          <a:xfrm xmlns:a="http://schemas.openxmlformats.org/drawingml/2006/main">
            <a:off x="30543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30/7</a:t>
            </a:r>
            <a:endParaRPr sz="1200"/>
          </a:p>
        </p:txBody>
      </p:sp>
      <p:sp>
        <p:nvSpPr>
          <p:cNvPr id="21" name="Text 18">
            <a:extLst xmlns:a="http://schemas.openxmlformats.org/drawingml/2006/main">
              <a:ext uri="{FF2B5EF4-FFF2-40B4-BE49-F238E27FC236}">
                <a16:creationId xmlns:a16="http://schemas.microsoft.com/office/drawing/2014/main" id="{F9B0C57C-1A74-47C5-9641-7C333EAD31D3}"/>
              </a:ext>
            </a:extLst>
          </p:cNvPr>
          <p:cNvSpPr>
            <a:spLocks xmlns:a="http://schemas.openxmlformats.org/drawingml/2006/main" noGrp="1"/>
          </p:cNvSpPr>
          <p:nvPr/>
        </p:nvSpPr>
        <p:spPr>
          <a:xfrm xmlns:a="http://schemas.openxmlformats.org/drawingml/2006/main">
            <a:off x="3511550" y="34036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347</a:t>
            </a:r>
            <a:endParaRPr sz="1200"/>
          </a:p>
        </p:txBody>
      </p:sp>
      <p:sp>
        <p:nvSpPr>
          <p:cNvPr id="22" name="Text 19">
            <a:extLst xmlns:a="http://schemas.openxmlformats.org/drawingml/2006/main">
              <a:ext uri="{FF2B5EF4-FFF2-40B4-BE49-F238E27FC236}">
                <a16:creationId xmlns:a16="http://schemas.microsoft.com/office/drawing/2014/main" id="{B8343F08-4E72-4C08-ABC9-946CAE3C51FB}"/>
              </a:ext>
            </a:extLst>
          </p:cNvPr>
          <p:cNvSpPr>
            <a:spLocks xmlns:a="http://schemas.openxmlformats.org/drawingml/2006/main" noGrp="1"/>
          </p:cNvSpPr>
          <p:nvPr/>
        </p:nvSpPr>
        <p:spPr>
          <a:xfrm xmlns:a="http://schemas.openxmlformats.org/drawingml/2006/main">
            <a:off x="35115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7/8</a:t>
            </a:r>
            <a:endParaRPr sz="1200"/>
          </a:p>
        </p:txBody>
      </p:sp>
      <p:sp>
        <p:nvSpPr>
          <p:cNvPr id="23" name="Text 20">
            <a:extLst xmlns:a="http://schemas.openxmlformats.org/drawingml/2006/main">
              <a:ext uri="{FF2B5EF4-FFF2-40B4-BE49-F238E27FC236}">
                <a16:creationId xmlns:a16="http://schemas.microsoft.com/office/drawing/2014/main" id="{7FFCF221-BAD9-4874-9464-DBA3FE7884E1}"/>
              </a:ext>
            </a:extLst>
          </p:cNvPr>
          <p:cNvSpPr>
            <a:spLocks xmlns:a="http://schemas.openxmlformats.org/drawingml/2006/main" noGrp="1"/>
          </p:cNvSpPr>
          <p:nvPr/>
        </p:nvSpPr>
        <p:spPr>
          <a:xfrm xmlns:a="http://schemas.openxmlformats.org/drawingml/2006/main">
            <a:off x="3962400" y="42989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241</a:t>
            </a:r>
            <a:endParaRPr sz="1200"/>
          </a:p>
        </p:txBody>
      </p:sp>
      <p:sp>
        <p:nvSpPr>
          <p:cNvPr id="24" name="Text 21">
            <a:extLst xmlns:a="http://schemas.openxmlformats.org/drawingml/2006/main">
              <a:ext uri="{FF2B5EF4-FFF2-40B4-BE49-F238E27FC236}">
                <a16:creationId xmlns:a16="http://schemas.microsoft.com/office/drawing/2014/main" id="{FE09BAA9-6D98-43B7-9A30-996D8273EB82}"/>
              </a:ext>
            </a:extLst>
          </p:cNvPr>
          <p:cNvSpPr>
            <a:spLocks xmlns:a="http://schemas.openxmlformats.org/drawingml/2006/main" noGrp="1"/>
          </p:cNvSpPr>
          <p:nvPr/>
        </p:nvSpPr>
        <p:spPr>
          <a:xfrm xmlns:a="http://schemas.openxmlformats.org/drawingml/2006/main">
            <a:off x="39624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13/8</a:t>
            </a:r>
            <a:endParaRPr sz="1200"/>
          </a:p>
        </p:txBody>
      </p:sp>
      <p:sp>
        <p:nvSpPr>
          <p:cNvPr id="25" name="Text 22">
            <a:extLst xmlns:a="http://schemas.openxmlformats.org/drawingml/2006/main">
              <a:ext uri="{FF2B5EF4-FFF2-40B4-BE49-F238E27FC236}">
                <a16:creationId xmlns:a16="http://schemas.microsoft.com/office/drawing/2014/main" id="{0E0B5009-BC2B-4BCA-8FDA-B4F2D3CBA56D}"/>
              </a:ext>
            </a:extLst>
          </p:cNvPr>
          <p:cNvSpPr>
            <a:spLocks xmlns:a="http://schemas.openxmlformats.org/drawingml/2006/main" noGrp="1"/>
          </p:cNvSpPr>
          <p:nvPr/>
        </p:nvSpPr>
        <p:spPr>
          <a:xfrm xmlns:a="http://schemas.openxmlformats.org/drawingml/2006/main">
            <a:off x="4413250" y="38925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289</a:t>
            </a:r>
            <a:endParaRPr sz="1200"/>
          </a:p>
        </p:txBody>
      </p:sp>
      <p:sp>
        <p:nvSpPr>
          <p:cNvPr id="26" name="Text 23">
            <a:extLst xmlns:a="http://schemas.openxmlformats.org/drawingml/2006/main">
              <a:ext uri="{FF2B5EF4-FFF2-40B4-BE49-F238E27FC236}">
                <a16:creationId xmlns:a16="http://schemas.microsoft.com/office/drawing/2014/main" id="{0EC8D85B-814A-4EFF-AC42-FD12E5A48CEB}"/>
              </a:ext>
            </a:extLst>
          </p:cNvPr>
          <p:cNvSpPr>
            <a:spLocks xmlns:a="http://schemas.openxmlformats.org/drawingml/2006/main" noGrp="1"/>
          </p:cNvSpPr>
          <p:nvPr/>
        </p:nvSpPr>
        <p:spPr>
          <a:xfrm xmlns:a="http://schemas.openxmlformats.org/drawingml/2006/main">
            <a:off x="44132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21/8</a:t>
            </a:r>
            <a:endParaRPr sz="1200"/>
          </a:p>
        </p:txBody>
      </p:sp>
      <p:sp>
        <p:nvSpPr>
          <p:cNvPr id="27" name="Text 24">
            <a:extLst xmlns:a="http://schemas.openxmlformats.org/drawingml/2006/main">
              <a:ext uri="{FF2B5EF4-FFF2-40B4-BE49-F238E27FC236}">
                <a16:creationId xmlns:a16="http://schemas.microsoft.com/office/drawing/2014/main" id="{C8A62F88-6004-43BF-B9FE-C81714FDD7B0}"/>
              </a:ext>
            </a:extLst>
          </p:cNvPr>
          <p:cNvSpPr>
            <a:spLocks xmlns:a="http://schemas.openxmlformats.org/drawingml/2006/main" noGrp="1"/>
          </p:cNvSpPr>
          <p:nvPr/>
        </p:nvSpPr>
        <p:spPr>
          <a:xfrm xmlns:a="http://schemas.openxmlformats.org/drawingml/2006/main">
            <a:off x="4870450" y="33528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353</a:t>
            </a:r>
            <a:endParaRPr sz="1200"/>
          </a:p>
        </p:txBody>
      </p:sp>
      <p:sp>
        <p:nvSpPr>
          <p:cNvPr id="28" name="Text 25">
            <a:extLst xmlns:a="http://schemas.openxmlformats.org/drawingml/2006/main">
              <a:ext uri="{FF2B5EF4-FFF2-40B4-BE49-F238E27FC236}">
                <a16:creationId xmlns:a16="http://schemas.microsoft.com/office/drawing/2014/main" id="{C3DB85DE-6C3A-46D3-87F3-0201F7212875}"/>
              </a:ext>
            </a:extLst>
          </p:cNvPr>
          <p:cNvSpPr>
            <a:spLocks xmlns:a="http://schemas.openxmlformats.org/drawingml/2006/main" noGrp="1"/>
          </p:cNvSpPr>
          <p:nvPr/>
        </p:nvSpPr>
        <p:spPr>
          <a:xfrm xmlns:a="http://schemas.openxmlformats.org/drawingml/2006/main">
            <a:off x="48704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28/8</a:t>
            </a:r>
            <a:endParaRPr sz="1200"/>
          </a:p>
        </p:txBody>
      </p:sp>
      <p:sp>
        <p:nvSpPr>
          <p:cNvPr id="29" name="Text 26">
            <a:extLst xmlns:a="http://schemas.openxmlformats.org/drawingml/2006/main">
              <a:ext uri="{FF2B5EF4-FFF2-40B4-BE49-F238E27FC236}">
                <a16:creationId xmlns:a16="http://schemas.microsoft.com/office/drawing/2014/main" id="{A3179F95-B43C-4828-8643-0A1FEFD4DA9C}"/>
              </a:ext>
            </a:extLst>
          </p:cNvPr>
          <p:cNvSpPr>
            <a:spLocks xmlns:a="http://schemas.openxmlformats.org/drawingml/2006/main" noGrp="1"/>
          </p:cNvSpPr>
          <p:nvPr/>
        </p:nvSpPr>
        <p:spPr>
          <a:xfrm xmlns:a="http://schemas.openxmlformats.org/drawingml/2006/main">
            <a:off x="5321300" y="26987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430</a:t>
            </a:r>
            <a:endParaRPr sz="1200"/>
          </a:p>
        </p:txBody>
      </p:sp>
      <p:sp>
        <p:nvSpPr>
          <p:cNvPr id="30" name="Text 27">
            <a:extLst xmlns:a="http://schemas.openxmlformats.org/drawingml/2006/main">
              <a:ext uri="{FF2B5EF4-FFF2-40B4-BE49-F238E27FC236}">
                <a16:creationId xmlns:a16="http://schemas.microsoft.com/office/drawing/2014/main" id="{EAB9F61A-8962-4DFA-91C6-95B151C159B7}"/>
              </a:ext>
            </a:extLst>
          </p:cNvPr>
          <p:cNvSpPr>
            <a:spLocks xmlns:a="http://schemas.openxmlformats.org/drawingml/2006/main" noGrp="1"/>
          </p:cNvSpPr>
          <p:nvPr/>
        </p:nvSpPr>
        <p:spPr>
          <a:xfrm xmlns:a="http://schemas.openxmlformats.org/drawingml/2006/main">
            <a:off x="53213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4/9</a:t>
            </a:r>
            <a:endParaRPr sz="1200"/>
          </a:p>
        </p:txBody>
      </p:sp>
      <p:sp>
        <p:nvSpPr>
          <p:cNvPr id="31" name="Text 28">
            <a:extLst xmlns:a="http://schemas.openxmlformats.org/drawingml/2006/main">
              <a:ext uri="{FF2B5EF4-FFF2-40B4-BE49-F238E27FC236}">
                <a16:creationId xmlns:a16="http://schemas.microsoft.com/office/drawing/2014/main" id="{28D440BC-54FE-474E-8579-50966DAE85F1}"/>
              </a:ext>
            </a:extLst>
          </p:cNvPr>
          <p:cNvSpPr>
            <a:spLocks xmlns:a="http://schemas.openxmlformats.org/drawingml/2006/main" noGrp="1"/>
          </p:cNvSpPr>
          <p:nvPr/>
        </p:nvSpPr>
        <p:spPr>
          <a:xfrm xmlns:a="http://schemas.openxmlformats.org/drawingml/2006/main">
            <a:off x="5778500" y="36385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319</a:t>
            </a:r>
            <a:endParaRPr sz="1200"/>
          </a:p>
        </p:txBody>
      </p:sp>
      <p:sp>
        <p:nvSpPr>
          <p:cNvPr id="32" name="Text 29">
            <a:extLst xmlns:a="http://schemas.openxmlformats.org/drawingml/2006/main">
              <a:ext uri="{FF2B5EF4-FFF2-40B4-BE49-F238E27FC236}">
                <a16:creationId xmlns:a16="http://schemas.microsoft.com/office/drawing/2014/main" id="{D9536033-FE58-4CC2-AE14-D7DE6B5E1747}"/>
              </a:ext>
            </a:extLst>
          </p:cNvPr>
          <p:cNvSpPr>
            <a:spLocks xmlns:a="http://schemas.openxmlformats.org/drawingml/2006/main" noGrp="1"/>
          </p:cNvSpPr>
          <p:nvPr/>
        </p:nvSpPr>
        <p:spPr>
          <a:xfrm xmlns:a="http://schemas.openxmlformats.org/drawingml/2006/main">
            <a:off x="57785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11/9</a:t>
            </a:r>
            <a:endParaRPr sz="1200"/>
          </a:p>
        </p:txBody>
      </p:sp>
      <p:sp>
        <p:nvSpPr>
          <p:cNvPr id="33" name="Text 30">
            <a:extLst xmlns:a="http://schemas.openxmlformats.org/drawingml/2006/main">
              <a:ext uri="{FF2B5EF4-FFF2-40B4-BE49-F238E27FC236}">
                <a16:creationId xmlns:a16="http://schemas.microsoft.com/office/drawing/2014/main" id="{13D9CE6A-5217-4902-8762-2F89E7362D44}"/>
              </a:ext>
            </a:extLst>
          </p:cNvPr>
          <p:cNvSpPr>
            <a:spLocks xmlns:a="http://schemas.openxmlformats.org/drawingml/2006/main" noGrp="1"/>
          </p:cNvSpPr>
          <p:nvPr/>
        </p:nvSpPr>
        <p:spPr>
          <a:xfrm xmlns:a="http://schemas.openxmlformats.org/drawingml/2006/main">
            <a:off x="6229350" y="31051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382</a:t>
            </a:r>
            <a:endParaRPr sz="1200"/>
          </a:p>
        </p:txBody>
      </p:sp>
      <p:sp>
        <p:nvSpPr>
          <p:cNvPr id="34" name="Text 31">
            <a:extLst xmlns:a="http://schemas.openxmlformats.org/drawingml/2006/main">
              <a:ext uri="{FF2B5EF4-FFF2-40B4-BE49-F238E27FC236}">
                <a16:creationId xmlns:a16="http://schemas.microsoft.com/office/drawing/2014/main" id="{27330CEC-1E23-4054-AB5E-8B9D5B256346}"/>
              </a:ext>
            </a:extLst>
          </p:cNvPr>
          <p:cNvSpPr>
            <a:spLocks xmlns:a="http://schemas.openxmlformats.org/drawingml/2006/main" noGrp="1"/>
          </p:cNvSpPr>
          <p:nvPr/>
        </p:nvSpPr>
        <p:spPr>
          <a:xfrm xmlns:a="http://schemas.openxmlformats.org/drawingml/2006/main">
            <a:off x="62293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18/9</a:t>
            </a:r>
            <a:endParaRPr sz="1200"/>
          </a:p>
        </p:txBody>
      </p:sp>
      <p:sp>
        <p:nvSpPr>
          <p:cNvPr id="35" name="Text 32">
            <a:extLst xmlns:a="http://schemas.openxmlformats.org/drawingml/2006/main">
              <a:ext uri="{FF2B5EF4-FFF2-40B4-BE49-F238E27FC236}">
                <a16:creationId xmlns:a16="http://schemas.microsoft.com/office/drawing/2014/main" id="{F596E271-1A2F-49AB-8FAE-6C57F48BCEFC}"/>
              </a:ext>
            </a:extLst>
          </p:cNvPr>
          <p:cNvSpPr>
            <a:spLocks xmlns:a="http://schemas.openxmlformats.org/drawingml/2006/main" noGrp="1"/>
          </p:cNvSpPr>
          <p:nvPr/>
        </p:nvSpPr>
        <p:spPr>
          <a:xfrm xmlns:a="http://schemas.openxmlformats.org/drawingml/2006/main">
            <a:off x="6686550" y="44132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228</a:t>
            </a:r>
            <a:endParaRPr sz="1200"/>
          </a:p>
        </p:txBody>
      </p:sp>
      <p:sp>
        <p:nvSpPr>
          <p:cNvPr id="36" name="Text 33">
            <a:extLst xmlns:a="http://schemas.openxmlformats.org/drawingml/2006/main">
              <a:ext uri="{FF2B5EF4-FFF2-40B4-BE49-F238E27FC236}">
                <a16:creationId xmlns:a16="http://schemas.microsoft.com/office/drawing/2014/main" id="{E9436030-F4FB-4626-AEFB-0CA6A0483DA2}"/>
              </a:ext>
            </a:extLst>
          </p:cNvPr>
          <p:cNvSpPr>
            <a:spLocks xmlns:a="http://schemas.openxmlformats.org/drawingml/2006/main" noGrp="1"/>
          </p:cNvSpPr>
          <p:nvPr/>
        </p:nvSpPr>
        <p:spPr>
          <a:xfrm xmlns:a="http://schemas.openxmlformats.org/drawingml/2006/main">
            <a:off x="66865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25/9</a:t>
            </a:r>
            <a:endParaRPr sz="1200"/>
          </a:p>
        </p:txBody>
      </p:sp>
      <p:sp>
        <p:nvSpPr>
          <p:cNvPr id="37" name="Text 34">
            <a:extLst xmlns:a="http://schemas.openxmlformats.org/drawingml/2006/main">
              <a:ext uri="{FF2B5EF4-FFF2-40B4-BE49-F238E27FC236}">
                <a16:creationId xmlns:a16="http://schemas.microsoft.com/office/drawing/2014/main" id="{0599838B-8EFB-4E24-ADDD-E760443EDE22}"/>
              </a:ext>
            </a:extLst>
          </p:cNvPr>
          <p:cNvSpPr>
            <a:spLocks xmlns:a="http://schemas.openxmlformats.org/drawingml/2006/main" noGrp="1"/>
          </p:cNvSpPr>
          <p:nvPr/>
        </p:nvSpPr>
        <p:spPr>
          <a:xfrm xmlns:a="http://schemas.openxmlformats.org/drawingml/2006/main">
            <a:off x="7137400" y="23050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477</a:t>
            </a:r>
            <a:endParaRPr sz="1200"/>
          </a:p>
        </p:txBody>
      </p:sp>
      <p:sp>
        <p:nvSpPr>
          <p:cNvPr id="38" name="Text 35">
            <a:extLst xmlns:a="http://schemas.openxmlformats.org/drawingml/2006/main">
              <a:ext uri="{FF2B5EF4-FFF2-40B4-BE49-F238E27FC236}">
                <a16:creationId xmlns:a16="http://schemas.microsoft.com/office/drawing/2014/main" id="{BB4EE2B2-7F7D-4AF7-A668-1AAECFCD3E32}"/>
              </a:ext>
            </a:extLst>
          </p:cNvPr>
          <p:cNvSpPr>
            <a:spLocks xmlns:a="http://schemas.openxmlformats.org/drawingml/2006/main" noGrp="1"/>
          </p:cNvSpPr>
          <p:nvPr/>
        </p:nvSpPr>
        <p:spPr>
          <a:xfrm xmlns:a="http://schemas.openxmlformats.org/drawingml/2006/main">
            <a:off x="71374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2/10</a:t>
            </a:r>
            <a:endParaRPr sz="1200"/>
          </a:p>
        </p:txBody>
      </p:sp>
      <p:sp>
        <p:nvSpPr>
          <p:cNvPr id="39" name="Shape 36">
            <a:extLst xmlns:a="http://schemas.openxmlformats.org/drawingml/2006/main">
              <a:ext uri="{FF2B5EF4-FFF2-40B4-BE49-F238E27FC236}">
                <a16:creationId xmlns:a16="http://schemas.microsoft.com/office/drawing/2014/main" id="{8A40369F-D264-414C-B7EF-DEC6AFF36B67}"/>
              </a:ext>
            </a:extLst>
          </p:cNvPr>
          <p:cNvSpPr>
            <a:spLocks xmlns:a="http://schemas.openxmlformats.org/drawingml/2006/main" noGrp="1"/>
          </p:cNvSpPr>
          <p:nvPr/>
        </p:nvSpPr>
        <p:spPr>
          <a:xfrm xmlns:a="http://schemas.openxmlformats.org/drawingml/2006/main">
            <a:off x="8131175" y="2098675"/>
            <a:ext cx="3244850" cy="1207691"/>
          </a:xfrm>
          <a:prstGeom xmlns:a="http://schemas.openxmlformats.org/drawingml/2006/main" prst="roundRect">
            <a:avLst>
              <a:gd name="adj" fmla="val 7098"/>
            </a:avLst>
          </a:prstGeom>
          <a:solidFill xmlns:a="http://schemas.openxmlformats.org/drawingml/2006/main">
            <a:srgbClr val="FCFDFB"/>
          </a:solidFill>
          <a:ln xmlns:a="http://schemas.openxmlformats.org/drawingml/2006/main" w="6350">
            <a:solidFill>
              <a:srgbClr val="D3E2D7"/>
            </a:solidFill>
            <a:prstDash val="solid"/>
          </a:ln>
        </p:spPr>
      </p:sp>
      <p:sp>
        <p:nvSpPr>
          <p:cNvPr id="40" name="Text 37">
            <a:extLst xmlns:a="http://schemas.openxmlformats.org/drawingml/2006/main">
              <a:ext uri="{FF2B5EF4-FFF2-40B4-BE49-F238E27FC236}">
                <a16:creationId xmlns:a16="http://schemas.microsoft.com/office/drawing/2014/main" id="{9D192774-B710-4D0B-8489-0A2A092AA224}"/>
              </a:ext>
            </a:extLst>
          </p:cNvPr>
          <p:cNvSpPr>
            <a:spLocks xmlns:a="http://schemas.openxmlformats.org/drawingml/2006/main" noGrp="1"/>
          </p:cNvSpPr>
          <p:nvPr/>
        </p:nvSpPr>
        <p:spPr>
          <a:xfrm xmlns:a="http://schemas.openxmlformats.org/drawingml/2006/main">
            <a:off x="8286750" y="2228850"/>
            <a:ext cx="302171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Espera Playa 1</a:t>
            </a:r>
            <a:endParaRPr sz="1200"/>
          </a:p>
        </p:txBody>
      </p:sp>
      <p:sp>
        <p:nvSpPr>
          <p:cNvPr id="41" name="Text 38">
            <a:extLst xmlns:a="http://schemas.openxmlformats.org/drawingml/2006/main">
              <a:ext uri="{FF2B5EF4-FFF2-40B4-BE49-F238E27FC236}">
                <a16:creationId xmlns:a16="http://schemas.microsoft.com/office/drawing/2014/main" id="{4D988D7A-29E2-466E-948B-7B45777E2151}"/>
              </a:ext>
            </a:extLst>
          </p:cNvPr>
          <p:cNvSpPr>
            <a:spLocks xmlns:a="http://schemas.openxmlformats.org/drawingml/2006/main" noGrp="1"/>
          </p:cNvSpPr>
          <p:nvPr/>
        </p:nvSpPr>
        <p:spPr>
          <a:xfrm xmlns:a="http://schemas.openxmlformats.org/drawingml/2006/main">
            <a:off x="8286750" y="2551410"/>
            <a:ext cx="1536700" cy="3987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940"/>
              </a:lnSpc>
              <a:buNone/>
            </a:pPr>
            <a:r>
              <a:rPr sz="2800" b="1">
                <a:solidFill>
                  <a:srgbClr val="0B5638"/>
                </a:solidFill>
                <a:latin typeface="IBM Plex Sans"/>
                <a:ea typeface="IBM Plex Sans"/>
                <a:cs typeface="IBM Plex Sans"/>
              </a:rPr>
              <a:t>177 min</a:t>
            </a:r>
            <a:endParaRPr sz="2800"/>
          </a:p>
        </p:txBody>
      </p:sp>
      <p:pic>
        <p:nvPicPr>
          <p:cNvPr id="98" name="Image 1"/>
          <p:cNvPicPr>
            <a:picLocks xmlns:a="http://schemas.openxmlformats.org/drawingml/2006/main" noChangeAspect="1"/>
          </p:cNvPicPr>
          <p:nvPr/>
        </p:nvPicPr>
        <p:blipFill>
          <a:blip xmlns:r="http://schemas.openxmlformats.org/officeDocument/2006/relationships" xmlns:a="http://schemas.openxmlformats.org/drawingml/2006/main" r:embed="R00a2ab4649b5486d"/>
          <a:srcRect xmlns:a="http://schemas.openxmlformats.org/drawingml/2006/main" l="0" t="0" r="0" b="0"/>
          <a:stretch xmlns:a="http://schemas.openxmlformats.org/drawingml/2006/main"/>
        </p:blipFill>
        <p:spPr>
          <a:xfrm xmlns:a="http://schemas.openxmlformats.org/drawingml/2006/main">
            <a:off x="9823450" y="2480270"/>
            <a:ext cx="1397000" cy="444500"/>
          </a:xfrm>
          <a:prstGeom xmlns:a="http://schemas.openxmlformats.org/drawingml/2006/main" prst="rect">
            <a:avLst/>
          </a:prstGeom>
        </p:spPr>
      </p:pic>
      <p:sp>
        <p:nvSpPr>
          <p:cNvPr id="43" name="Text 39">
            <a:extLst xmlns:a="http://schemas.openxmlformats.org/drawingml/2006/main">
              <a:ext uri="{FF2B5EF4-FFF2-40B4-BE49-F238E27FC236}">
                <a16:creationId xmlns:a16="http://schemas.microsoft.com/office/drawing/2014/main" id="{DD0B8A6B-0C69-490A-81F3-F59B67AA03A0}"/>
              </a:ext>
            </a:extLst>
          </p:cNvPr>
          <p:cNvSpPr>
            <a:spLocks xmlns:a="http://schemas.openxmlformats.org/drawingml/2006/main" noGrp="1"/>
          </p:cNvSpPr>
          <p:nvPr/>
        </p:nvSpPr>
        <p:spPr>
          <a:xfrm xmlns:a="http://schemas.openxmlformats.org/drawingml/2006/main">
            <a:off x="8286750" y="2962870"/>
            <a:ext cx="302171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Promedio desde junio: 127 · 2.ª más alta</a:t>
            </a:r>
            <a:endParaRPr sz="1200"/>
          </a:p>
        </p:txBody>
      </p:sp>
      <p:sp>
        <p:nvSpPr>
          <p:cNvPr id="44" name="Shape 40">
            <a:extLst xmlns:a="http://schemas.openxmlformats.org/drawingml/2006/main">
              <a:ext uri="{FF2B5EF4-FFF2-40B4-BE49-F238E27FC236}">
                <a16:creationId xmlns:a16="http://schemas.microsoft.com/office/drawing/2014/main" id="{9567734C-18B1-49F8-8563-2C9A224F4E85}"/>
              </a:ext>
            </a:extLst>
          </p:cNvPr>
          <p:cNvSpPr>
            <a:spLocks xmlns:a="http://schemas.openxmlformats.org/drawingml/2006/main" noGrp="1"/>
          </p:cNvSpPr>
          <p:nvPr/>
        </p:nvSpPr>
        <p:spPr>
          <a:xfrm xmlns:a="http://schemas.openxmlformats.org/drawingml/2006/main">
            <a:off x="8131175" y="3439716"/>
            <a:ext cx="3244850" cy="1421011"/>
          </a:xfrm>
          <a:prstGeom xmlns:a="http://schemas.openxmlformats.org/drawingml/2006/main" prst="roundRect">
            <a:avLst>
              <a:gd name="adj" fmla="val 6033"/>
            </a:avLst>
          </a:prstGeom>
          <a:solidFill xmlns:a="http://schemas.openxmlformats.org/drawingml/2006/main">
            <a:srgbClr val="FCFDFB"/>
          </a:solidFill>
          <a:ln xmlns:a="http://schemas.openxmlformats.org/drawingml/2006/main" w="6350">
            <a:solidFill>
              <a:srgbClr val="D3E2D7"/>
            </a:solidFill>
            <a:prstDash val="solid"/>
          </a:ln>
        </p:spPr>
      </p:sp>
      <p:sp>
        <p:nvSpPr>
          <p:cNvPr id="45" name="Text 41">
            <a:extLst xmlns:a="http://schemas.openxmlformats.org/drawingml/2006/main">
              <a:ext uri="{FF2B5EF4-FFF2-40B4-BE49-F238E27FC236}">
                <a16:creationId xmlns:a16="http://schemas.microsoft.com/office/drawing/2014/main" id="{9886FA21-25DC-446E-B1B8-134FDCF2BB11}"/>
              </a:ext>
            </a:extLst>
          </p:cNvPr>
          <p:cNvSpPr>
            <a:spLocks xmlns:a="http://schemas.openxmlformats.org/drawingml/2006/main" noGrp="1"/>
          </p:cNvSpPr>
          <p:nvPr/>
        </p:nvSpPr>
        <p:spPr>
          <a:xfrm xmlns:a="http://schemas.openxmlformats.org/drawingml/2006/main">
            <a:off x="8286750" y="3569891"/>
            <a:ext cx="302171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Descarga (Playa 3 → volcable y tara)</a:t>
            </a:r>
            <a:endParaRPr sz="1200"/>
          </a:p>
        </p:txBody>
      </p:sp>
      <p:sp>
        <p:nvSpPr>
          <p:cNvPr id="46" name="Text 42">
            <a:extLst xmlns:a="http://schemas.openxmlformats.org/drawingml/2006/main">
              <a:ext uri="{FF2B5EF4-FFF2-40B4-BE49-F238E27FC236}">
                <a16:creationId xmlns:a16="http://schemas.microsoft.com/office/drawing/2014/main" id="{3508C369-0E51-4622-8D8C-FAF346B94FC3}"/>
              </a:ext>
            </a:extLst>
          </p:cNvPr>
          <p:cNvSpPr>
            <a:spLocks xmlns:a="http://schemas.openxmlformats.org/drawingml/2006/main" noGrp="1"/>
          </p:cNvSpPr>
          <p:nvPr/>
        </p:nvSpPr>
        <p:spPr>
          <a:xfrm xmlns:a="http://schemas.openxmlformats.org/drawingml/2006/main">
            <a:off x="8286750" y="3892451"/>
            <a:ext cx="1536700" cy="3987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940"/>
              </a:lnSpc>
              <a:buNone/>
            </a:pPr>
            <a:r>
              <a:rPr sz="2800" b="1">
                <a:solidFill>
                  <a:srgbClr val="6B55A3"/>
                </a:solidFill>
                <a:latin typeface="IBM Plex Sans"/>
                <a:ea typeface="IBM Plex Sans"/>
                <a:cs typeface="IBM Plex Sans"/>
              </a:rPr>
              <a:t>272 min</a:t>
            </a:r>
            <a:endParaRPr sz="2800"/>
          </a:p>
        </p:txBody>
      </p:sp>
      <p:pic>
        <p:nvPicPr>
          <p:cNvPr id="103" name="Image 2"/>
          <p:cNvPicPr>
            <a:picLocks xmlns:a="http://schemas.openxmlformats.org/drawingml/2006/main" noChangeAspect="1"/>
          </p:cNvPicPr>
          <p:nvPr/>
        </p:nvPicPr>
        <p:blipFill>
          <a:blip xmlns:r="http://schemas.openxmlformats.org/officeDocument/2006/relationships" xmlns:a="http://schemas.openxmlformats.org/drawingml/2006/main" r:embed="Rec352e87cf2d465e"/>
          <a:srcRect xmlns:a="http://schemas.openxmlformats.org/drawingml/2006/main" l="0" t="0" r="0" b="0"/>
          <a:stretch xmlns:a="http://schemas.openxmlformats.org/drawingml/2006/main"/>
        </p:blipFill>
        <p:spPr>
          <a:xfrm xmlns:a="http://schemas.openxmlformats.org/drawingml/2006/main">
            <a:off x="9823450" y="3821311"/>
            <a:ext cx="1397000" cy="444500"/>
          </a:xfrm>
          <a:prstGeom xmlns:a="http://schemas.openxmlformats.org/drawingml/2006/main" prst="rect">
            <a:avLst/>
          </a:prstGeom>
        </p:spPr>
      </p:pic>
      <p:sp>
        <p:nvSpPr>
          <p:cNvPr id="48" name="Text 43">
            <a:extLst xmlns:a="http://schemas.openxmlformats.org/drawingml/2006/main">
              <a:ext uri="{FF2B5EF4-FFF2-40B4-BE49-F238E27FC236}">
                <a16:creationId xmlns:a16="http://schemas.microsoft.com/office/drawing/2014/main" id="{45698D95-5E2D-49C2-9EC6-C3344D71E4A9}"/>
              </a:ext>
            </a:extLst>
          </p:cNvPr>
          <p:cNvSpPr>
            <a:spLocks xmlns:a="http://schemas.openxmlformats.org/drawingml/2006/main" noGrp="1"/>
          </p:cNvSpPr>
          <p:nvPr/>
        </p:nvSpPr>
        <p:spPr>
          <a:xfrm xmlns:a="http://schemas.openxmlformats.org/drawingml/2006/main">
            <a:off x="8286750" y="4303911"/>
            <a:ext cx="3021711"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Promedio desde junio: 176 · máximo de la serie</a:t>
            </a:r>
            <a:endParaRPr sz="1200"/>
          </a:p>
        </p:txBody>
      </p:sp>
      <p:sp>
        <p:nvSpPr>
          <p:cNvPr id="49" name="Shape 44">
            <a:extLst xmlns:a="http://schemas.openxmlformats.org/drawingml/2006/main">
              <a:ext uri="{FF2B5EF4-FFF2-40B4-BE49-F238E27FC236}">
                <a16:creationId xmlns:a16="http://schemas.microsoft.com/office/drawing/2014/main" id="{052FB2EE-6C12-4225-BECD-46024EB4CE1C}"/>
              </a:ext>
            </a:extLst>
          </p:cNvPr>
          <p:cNvSpPr>
            <a:spLocks xmlns:a="http://schemas.openxmlformats.org/drawingml/2006/main" noGrp="1"/>
          </p:cNvSpPr>
          <p:nvPr/>
        </p:nvSpPr>
        <p:spPr>
          <a:xfrm xmlns:a="http://schemas.openxmlformats.org/drawingml/2006/main">
            <a:off x="8147050" y="4990902"/>
            <a:ext cx="0" cy="1899444"/>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50" name="Text 45">
            <a:extLst xmlns:a="http://schemas.openxmlformats.org/drawingml/2006/main">
              <a:ext uri="{FF2B5EF4-FFF2-40B4-BE49-F238E27FC236}">
                <a16:creationId xmlns:a16="http://schemas.microsoft.com/office/drawing/2014/main" id="{187F70CC-0317-498C-9321-8DF158DC7A6F}"/>
              </a:ext>
            </a:extLst>
          </p:cNvPr>
          <p:cNvSpPr>
            <a:spLocks xmlns:a="http://schemas.openxmlformats.org/drawingml/2006/main" noGrp="1"/>
          </p:cNvSpPr>
          <p:nvPr/>
        </p:nvSpPr>
        <p:spPr>
          <a:xfrm xmlns:a="http://schemas.openxmlformats.org/drawingml/2006/main">
            <a:off x="8293100" y="5016302"/>
            <a:ext cx="3178683" cy="187404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Subieron a la vez la espera y la descarga. Según la planilla, la mitad de los camiones estuvo más de 14 h en planta: la semana empezó con la volcable 1 demorada (970 min el jueves, OT en la aspiración de polvillo y el calador 1) y la cerró sin ella lunes y martes.</a:t>
            </a:r>
            <a:endParaRPr sz="1300"/>
          </a:p>
        </p:txBody>
      </p:sp>
      <p:pic>
        <p:nvPicPr>
          <p:cNvPr id="107" name="Image 3"/>
          <p:cNvPicPr>
            <a:picLocks xmlns:a="http://schemas.openxmlformats.org/drawingml/2006/main" noChangeAspect="1"/>
          </p:cNvPicPr>
          <p:nvPr/>
        </p:nvPicPr>
        <p:blipFill>
          <a:blip xmlns:r="http://schemas.openxmlformats.org/officeDocument/2006/relationships" xmlns:a="http://schemas.openxmlformats.org/drawingml/2006/main" r:embed="R759171cbb95149fa"/>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52" name="Text 46">
            <a:extLst xmlns:a="http://schemas.openxmlformats.org/drawingml/2006/main">
              <a:ext uri="{FF2B5EF4-FFF2-40B4-BE49-F238E27FC236}">
                <a16:creationId xmlns:a16="http://schemas.microsoft.com/office/drawing/2014/main" id="{23815099-36AB-480F-AACC-B022030AD0E7}"/>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22</a:t>
            </a:r>
            <a:endParaRPr sz="1200"/>
          </a:p>
        </p:txBody>
      </p:sp>
      <p:pic>
        <p:nvPicPr>
          <p:cNvPr id="109" name="Image 4"/>
          <p:cNvPicPr>
            <a:picLocks xmlns:a="http://schemas.openxmlformats.org/drawingml/2006/main" noChangeAspect="1"/>
          </p:cNvPicPr>
          <p:nvPr/>
        </p:nvPicPr>
        <p:blipFill>
          <a:blip xmlns:r="http://schemas.openxmlformats.org/officeDocument/2006/relationships" xmlns:a="http://schemas.openxmlformats.org/drawingml/2006/main" r:embed="R2d72477b0ca04b4a"/>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204562068"/>
      </p:ext>
    </p:extLst>
  </p:cSld>
</p:sld>
</file>

<file path=ppt/slides/slide23.xml><?xml version="1.0" encoding="utf-8"?>
<p:sld xmlns:p="http://schemas.openxmlformats.org/presentationml/2006/main">
  <p:cSld>
    <p:bg>
      <p:bgPr>
        <a:solidFill xmlns:a="http://schemas.openxmlformats.org/drawingml/2006/main">
          <a:srgbClr val="1F4E7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741FD72-1063-42CC-9BC7-D2C2A066E611}"/>
              </a:ext>
            </a:extLst>
          </p:cNvPr>
          <p:cNvSpPr>
            <a:spLocks xmlns:a="http://schemas.openxmlformats.org/drawingml/2006/main" noGrp="1"/>
          </p:cNvSpPr>
          <p:nvPr/>
        </p:nvSpPr>
        <p:spPr>
          <a:xfrm xmlns:a="http://schemas.openxmlformats.org/drawingml/2006/main">
            <a:off x="812800" y="1907580"/>
            <a:ext cx="10883392" cy="1041400"/>
          </a:xfrm>
          <a:prstGeom xmlns:a="http://schemas.openxmlformats.org/drawingml/2006/main" prst="rect">
            <a:avLst/>
          </a:prstGeom>
          <a:solidFill xmlns:a="http://schemas.openxmlformats.org/drawingml/2006/main">
            <a:srgbClr val="1F4E7A"/>
          </a:solidFill>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8000"/>
              </a:lnSpc>
              <a:buNone/>
            </a:pPr>
            <a:r>
              <a:rPr sz="8000" b="1">
                <a:solidFill>
                  <a:srgbClr val="9CCBAE"/>
                </a:solidFill>
                <a:latin typeface="IBM Plex Sans"/>
                <a:ea typeface="IBM Plex Sans"/>
                <a:cs typeface="IBM Plex Sans"/>
              </a:rPr>
              <a:t>04</a:t>
            </a:r>
            <a:endParaRPr sz="8000"/>
          </a:p>
        </p:txBody>
      </p:sp>
      <p:sp>
        <p:nvSpPr>
          <p:cNvPr id="3" name="Text 1">
            <a:extLst xmlns:a="http://schemas.openxmlformats.org/drawingml/2006/main">
              <a:ext uri="{FF2B5EF4-FFF2-40B4-BE49-F238E27FC236}">
                <a16:creationId xmlns:a16="http://schemas.microsoft.com/office/drawing/2014/main" id="{B5FD5759-6248-4E81-9303-A4FEB0C9D16D}"/>
              </a:ext>
            </a:extLst>
          </p:cNvPr>
          <p:cNvSpPr>
            <a:spLocks xmlns:a="http://schemas.openxmlformats.org/drawingml/2006/main" noGrp="1"/>
          </p:cNvSpPr>
          <p:nvPr>
            <p:ph type="title" idx="0"/>
          </p:nvPr>
        </p:nvSpPr>
        <p:spPr>
          <a:xfrm xmlns:a="http://schemas.openxmlformats.org/drawingml/2006/main">
            <a:off x="812800" y="3075980"/>
            <a:ext cx="10883392" cy="825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6300"/>
              </a:lnSpc>
              <a:buNone/>
            </a:pPr>
            <a:r>
              <a:rPr sz="6000" b="1" i="0">
                <a:solidFill>
                  <a:srgbClr val="F1F6F2"/>
                </a:solidFill>
                <a:latin typeface="IBM Plex Sans"/>
                <a:ea typeface="IBM Plex Sans"/>
                <a:cs typeface="IBM Plex Sans"/>
              </a:rPr>
              <a:t>Líquidos</a:t>
            </a:r>
            <a:endParaRPr sz="6000"/>
          </a:p>
        </p:txBody>
      </p:sp>
      <p:sp>
        <p:nvSpPr>
          <p:cNvPr id="4" name="Text 2">
            <a:extLst xmlns:a="http://schemas.openxmlformats.org/drawingml/2006/main">
              <a:ext uri="{FF2B5EF4-FFF2-40B4-BE49-F238E27FC236}">
                <a16:creationId xmlns:a16="http://schemas.microsoft.com/office/drawing/2014/main" id="{F6C4FEE6-D240-4369-A178-4432E2E96D04}"/>
              </a:ext>
            </a:extLst>
          </p:cNvPr>
          <p:cNvSpPr>
            <a:spLocks xmlns:a="http://schemas.openxmlformats.org/drawingml/2006/main" noGrp="1"/>
          </p:cNvSpPr>
          <p:nvPr/>
        </p:nvSpPr>
        <p:spPr>
          <a:xfrm xmlns:a="http://schemas.openxmlformats.org/drawingml/2006/main">
            <a:off x="812800" y="4028480"/>
            <a:ext cx="8502650" cy="6425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2430"/>
              </a:lnSpc>
              <a:buNone/>
            </a:pPr>
            <a:r>
              <a:rPr sz="1800">
                <a:solidFill>
                  <a:srgbClr val="D6E4DA"/>
                </a:solidFill>
                <a:latin typeface="IBM Plex Sans"/>
                <a:ea typeface="IBM Plex Sans"/>
                <a:cs typeface="IBM Plex Sans"/>
              </a:rPr>
              <a:t>Aceites, borras y glicerina: movimientos, tiempos y circuitos de la semana.</a:t>
            </a:r>
            <a:endParaRPr sz="1800"/>
          </a:p>
        </p:txBody>
      </p:sp>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0683a0d9e78e45c2"/>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9C8247FD-5247-4654-A7E8-FFE877567264}"/>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lnSpc>
                <a:spcPts val="1680"/>
              </a:lnSpc>
              <a:buNone/>
            </a:pPr>
            <a:r>
              <a:rPr sz="1200">
                <a:solidFill>
                  <a:srgbClr val="C9D8CE"/>
                </a:solidFill>
                <a:latin typeface="IBM Plex Sans"/>
                <a:ea typeface="IBM Plex Sans"/>
                <a:cs typeface="IBM Plex Sans"/>
              </a:rPr>
              <a:t>Comité de Logística Nodo Sur · 24–30/09 · 23</a:t>
            </a:r>
            <a:endParaRPr sz="1200"/>
          </a:p>
        </p:txBody>
      </p:sp>
      <p:pic>
        <p:nvPicPr>
          <p:cNvPr id="14" name="Image 1"/>
          <p:cNvPicPr>
            <a:picLocks xmlns:a="http://schemas.openxmlformats.org/drawingml/2006/main" noChangeAspect="1"/>
          </p:cNvPicPr>
          <p:nvPr/>
        </p:nvPicPr>
        <p:blipFill>
          <a:blip xmlns:r="http://schemas.openxmlformats.org/officeDocument/2006/relationships" xmlns:a="http://schemas.openxmlformats.org/drawingml/2006/main" r:embed="R6671a2c273eb4e40"/>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546333653"/>
      </p:ext>
    </p:extLst>
  </p:cSld>
</p:sld>
</file>

<file path=ppt/slides/slide24.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pic>
        <p:nvPicPr>
          <p:cNvPr id="59" name="Image 3"/>
          <p:cNvPicPr>
            <a:picLocks xmlns:a="http://schemas.openxmlformats.org/drawingml/2006/main" noChangeAspect="1"/>
          </p:cNvPicPr>
          <p:nvPr/>
        </p:nvPicPr>
        <p:blipFill>
          <a:blip xmlns:r="http://schemas.openxmlformats.org/officeDocument/2006/relationships" xmlns:a="http://schemas.openxmlformats.org/drawingml/2006/main" r:embed="R43c40f86f9fc49bf"/>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pic>
        <p:nvPicPr>
          <p:cNvPr id="60" name="Image 4"/>
          <p:cNvPicPr>
            <a:picLocks xmlns:a="http://schemas.openxmlformats.org/drawingml/2006/main" noChangeAspect="1"/>
          </p:cNvPicPr>
          <p:nvPr/>
        </p:nvPicPr>
        <p:blipFill>
          <a:blip xmlns:r="http://schemas.openxmlformats.org/officeDocument/2006/relationships" xmlns:a="http://schemas.openxmlformats.org/drawingml/2006/main" r:embed="R3d0573714f5f44fa"/>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
        <p:nvSpPr>
          <p:cNvPr id="32" name="section-tag-bg">
            <a:extLst xmlns:a="http://schemas.openxmlformats.org/drawingml/2006/main">
              <a:ext uri="{FF2B5EF4-FFF2-40B4-BE49-F238E27FC236}">
                <a16:creationId xmlns:a16="http://schemas.microsoft.com/office/drawing/2014/main" id="{8F4097C4-B5BF-4122-B4BA-93C922A54A58}"/>
              </a:ext>
            </a:extLst>
          </p:cNvPr>
          <p:cNvSpPr>
            <a:spLocks xmlns:a="http://schemas.openxmlformats.org/drawingml/2006/main" noGrp="1"/>
          </p:cNvSpPr>
          <p:nvPr/>
        </p:nvSpPr>
        <p:spPr>
          <a:xfrm xmlns:a="http://schemas.openxmlformats.org/drawingml/2006/main">
            <a:off x="809625" y="419100"/>
            <a:ext cx="2190750" cy="323850"/>
          </a:xfrm>
          <a:prstGeom xmlns:a="http://schemas.openxmlformats.org/drawingml/2006/main" prst="roundRect">
            <a:avLst>
              <a:gd name="adj" fmla="val 23529"/>
            </a:avLst>
          </a:prstGeom>
          <a:solidFill xmlns:a="http://schemas.openxmlformats.org/drawingml/2006/main">
            <a:srgbClr val="1F4E7A"/>
          </a:solidFill>
          <a:ln xmlns:a="http://schemas.openxmlformats.org/drawingml/2006/main" w="0">
            <a:noFill/>
          </a:ln>
        </p:spPr>
      </p:sp>
      <p:sp>
        <p:nvSpPr>
          <p:cNvPr id="33" name="section-tag">
            <a:extLst xmlns:a="http://schemas.openxmlformats.org/drawingml/2006/main">
              <a:ext uri="{FF2B5EF4-FFF2-40B4-BE49-F238E27FC236}">
                <a16:creationId xmlns:a16="http://schemas.microsoft.com/office/drawing/2014/main" id="{8A0A570B-8E84-48E8-AE7C-C05D485F11D9}"/>
              </a:ext>
            </a:extLst>
          </p:cNvPr>
          <p:cNvSpPr>
            <a:spLocks xmlns:a="http://schemas.openxmlformats.org/drawingml/2006/main" noGrp="1"/>
          </p:cNvSpPr>
          <p:nvPr/>
        </p:nvSpPr>
        <p:spPr>
          <a:xfrm xmlns:a="http://schemas.openxmlformats.org/drawingml/2006/main">
            <a:off x="933450" y="466725"/>
            <a:ext cx="1952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208"/>
          </a:bodyPr>
          <a:lstStyle xmlns:a="http://schemas.openxmlformats.org/drawingml/2006/main"/>
          <a:p xmlns:a="http://schemas.openxmlformats.org/drawingml/2006/main">
            <a:pPr algn="l">
              <a:defRPr sz="1200" b="1">
                <a:solidFill>
                  <a:srgbClr val="F5F8F4"/>
                </a:solidFill>
                <a:latin typeface="IBM Plex Sans"/>
                <a:ea typeface="IBM Plex Sans"/>
                <a:cs typeface="IBM Plex Sans"/>
              </a:defRPr>
            </a:pPr>
            <a:r>
              <a:rPr sz="1200" b="1">
                <a:solidFill>
                  <a:srgbClr val="F5F8F4"/>
                </a:solidFill>
                <a:latin typeface="IBM Plex Sans"/>
                <a:ea typeface="IBM Plex Sans"/>
                <a:cs typeface="IBM Plex Sans"/>
              </a:rPr>
              <a:t>LÍQUIDOS</a:t>
            </a:r>
          </a:p>
        </p:txBody>
      </p:sp>
      <p:sp>
        <p:nvSpPr>
          <p:cNvPr id="34" name="title">
            <a:extLst xmlns:a="http://schemas.openxmlformats.org/drawingml/2006/main">
              <a:ext uri="{FF2B5EF4-FFF2-40B4-BE49-F238E27FC236}">
                <a16:creationId xmlns:a16="http://schemas.microsoft.com/office/drawing/2014/main" id="{73C473CD-0D6D-4904-91C6-8C4579638C0A}"/>
              </a:ext>
            </a:extLst>
          </p:cNvPr>
          <p:cNvSpPr>
            <a:spLocks xmlns:a="http://schemas.openxmlformats.org/drawingml/2006/main" noGrp="1"/>
          </p:cNvSpPr>
          <p:nvPr/>
        </p:nvSpPr>
        <p:spPr>
          <a:xfrm xmlns:a="http://schemas.openxmlformats.org/drawingml/2006/main">
            <a:off x="809625" y="8667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850" b="1">
                <a:solidFill>
                  <a:srgbClr val="14281E"/>
                </a:solidFill>
                <a:latin typeface="IBM Plex Sans"/>
                <a:ea typeface="IBM Plex Sans"/>
                <a:cs typeface="IBM Plex Sans"/>
              </a:defRPr>
            </a:pPr>
            <a:r>
              <a:rPr sz="2850" b="1">
                <a:solidFill>
                  <a:srgbClr val="14281E"/>
                </a:solidFill>
                <a:latin typeface="IBM Plex Sans"/>
                <a:ea typeface="IBM Plex Sans"/>
                <a:cs typeface="IBM Plex Sans"/>
              </a:rPr>
              <a:t>Resumen de la semana: líquidos</a:t>
            </a:r>
          </a:p>
        </p:txBody>
      </p:sp>
      <p:sp>
        <p:nvSpPr>
          <p:cNvPr id="35" name="kpi-1">
            <a:extLst xmlns:a="http://schemas.openxmlformats.org/drawingml/2006/main">
              <a:ext uri="{FF2B5EF4-FFF2-40B4-BE49-F238E27FC236}">
                <a16:creationId xmlns:a16="http://schemas.microsoft.com/office/drawing/2014/main" id="{0F22DFD9-2540-4323-8735-EE1B582FA7A1}"/>
              </a:ext>
            </a:extLst>
          </p:cNvPr>
          <p:cNvSpPr>
            <a:spLocks xmlns:a="http://schemas.openxmlformats.org/drawingml/2006/main" noGrp="1"/>
          </p:cNvSpPr>
          <p:nvPr/>
        </p:nvSpPr>
        <p:spPr>
          <a:xfrm xmlns:a="http://schemas.openxmlformats.org/drawingml/2006/main">
            <a:off x="809625" y="1809750"/>
            <a:ext cx="2428875" cy="2095500"/>
          </a:xfrm>
          <a:prstGeom xmlns:a="http://schemas.openxmlformats.org/drawingml/2006/main" prst="roundRect">
            <a:avLst>
              <a:gd name="adj" fmla="val 3636"/>
            </a:avLst>
          </a:prstGeom>
          <a:solidFill xmlns:a="http://schemas.openxmlformats.org/drawingml/2006/main">
            <a:srgbClr val="FCFDFB"/>
          </a:solidFill>
          <a:ln xmlns:a="http://schemas.openxmlformats.org/drawingml/2006/main" w="9525">
            <a:solidFill>
              <a:srgbClr val="D3E2D7"/>
            </a:solidFill>
          </a:ln>
        </p:spPr>
      </p:sp>
      <p:sp>
        <p:nvSpPr>
          <p:cNvPr id="36" name="kpi-accent-1">
            <a:extLst xmlns:a="http://schemas.openxmlformats.org/drawingml/2006/main">
              <a:ext uri="{FF2B5EF4-FFF2-40B4-BE49-F238E27FC236}">
                <a16:creationId xmlns:a16="http://schemas.microsoft.com/office/drawing/2014/main" id="{02E78E64-A212-4C06-8E5F-6627828D650D}"/>
              </a:ext>
            </a:extLst>
          </p:cNvPr>
          <p:cNvSpPr>
            <a:spLocks xmlns:a="http://schemas.openxmlformats.org/drawingml/2006/main" noGrp="1"/>
          </p:cNvSpPr>
          <p:nvPr/>
        </p:nvSpPr>
        <p:spPr>
          <a:xfrm xmlns:a="http://schemas.openxmlformats.org/drawingml/2006/main">
            <a:off x="809625" y="1809750"/>
            <a:ext cx="2428875" cy="66675"/>
          </a:xfrm>
          <a:prstGeom xmlns:a="http://schemas.openxmlformats.org/drawingml/2006/main" prst="rect">
            <a:avLst/>
          </a:prstGeom>
          <a:solidFill xmlns:a="http://schemas.openxmlformats.org/drawingml/2006/main">
            <a:srgbClr val="1F4E7A"/>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15A384FD-EF47-4639-95FC-B6D56878FCB5}"/>
              </a:ext>
            </a:extLst>
          </p:cNvPr>
          <p:cNvSpPr>
            <a:spLocks xmlns:a="http://schemas.openxmlformats.org/drawingml/2006/main" noGrp="1"/>
          </p:cNvSpPr>
          <p:nvPr/>
        </p:nvSpPr>
        <p:spPr>
          <a:xfrm xmlns:a="http://schemas.openxmlformats.org/drawingml/2006/main">
            <a:off x="981075" y="2047875"/>
            <a:ext cx="20859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1">
                <a:solidFill>
                  <a:srgbClr val="4A5D52"/>
                </a:solidFill>
                <a:latin typeface="IBM Plex Sans"/>
                <a:ea typeface="IBM Plex Sans"/>
                <a:cs typeface="IBM Plex Sans"/>
              </a:defRPr>
            </a:pPr>
            <a:r>
              <a:rPr sz="1200" b="1">
                <a:solidFill>
                  <a:srgbClr val="4A5D52"/>
                </a:solidFill>
                <a:latin typeface="IBM Plex Sans"/>
                <a:ea typeface="IBM Plex Sans"/>
                <a:cs typeface="IBM Plex Sans"/>
              </a:rPr>
              <a:t>Movimientos según Excel</a:t>
            </a:r>
          </a:p>
        </p:txBody>
      </p:sp>
      <p:sp>
        <p:nvSpPr>
          <p:cNvPr id="38" name="">
            <a:extLst xmlns:a="http://schemas.openxmlformats.org/drawingml/2006/main">
              <a:ext uri="{FF2B5EF4-FFF2-40B4-BE49-F238E27FC236}">
                <a16:creationId xmlns:a16="http://schemas.microsoft.com/office/drawing/2014/main" id="{2988FDBA-961D-426A-B4D4-34CF06D8234D}"/>
              </a:ext>
            </a:extLst>
          </p:cNvPr>
          <p:cNvSpPr>
            <a:spLocks xmlns:a="http://schemas.openxmlformats.org/drawingml/2006/main" noGrp="1"/>
          </p:cNvSpPr>
          <p:nvPr/>
        </p:nvSpPr>
        <p:spPr>
          <a:xfrm xmlns:a="http://schemas.openxmlformats.org/drawingml/2006/main">
            <a:off x="981075" y="2590800"/>
            <a:ext cx="20859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F4E7A"/>
                </a:solidFill>
                <a:latin typeface="IBM Plex Sans"/>
                <a:ea typeface="IBM Plex Sans"/>
                <a:cs typeface="IBM Plex Sans"/>
              </a:defRPr>
            </a:pPr>
            <a:r>
              <a:rPr sz="2550" b="1">
                <a:solidFill>
                  <a:srgbClr val="1F4E7A"/>
                </a:solidFill>
                <a:latin typeface="IBM Plex Sans"/>
                <a:ea typeface="IBM Plex Sans"/>
                <a:cs typeface="IBM Plex Sans"/>
              </a:rPr>
              <a:t>383</a:t>
            </a:r>
          </a:p>
        </p:txBody>
      </p:sp>
      <p:sp>
        <p:nvSpPr>
          <p:cNvPr id="39" name="">
            <a:extLst xmlns:a="http://schemas.openxmlformats.org/drawingml/2006/main">
              <a:ext uri="{FF2B5EF4-FFF2-40B4-BE49-F238E27FC236}">
                <a16:creationId xmlns:a16="http://schemas.microsoft.com/office/drawing/2014/main" id="{88F024F7-6A36-4F70-B6D8-37FFB72DB6D3}"/>
              </a:ext>
            </a:extLst>
          </p:cNvPr>
          <p:cNvSpPr>
            <a:spLocks xmlns:a="http://schemas.openxmlformats.org/drawingml/2006/main" noGrp="1"/>
          </p:cNvSpPr>
          <p:nvPr/>
        </p:nvSpPr>
        <p:spPr>
          <a:xfrm xmlns:a="http://schemas.openxmlformats.org/drawingml/2006/main">
            <a:off x="981075" y="3238500"/>
            <a:ext cx="20859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150 ingresos · 233 egresos</a:t>
            </a:r>
          </a:p>
        </p:txBody>
      </p:sp>
      <p:sp>
        <p:nvSpPr>
          <p:cNvPr id="40" name="kpi-2">
            <a:extLst xmlns:a="http://schemas.openxmlformats.org/drawingml/2006/main">
              <a:ext uri="{FF2B5EF4-FFF2-40B4-BE49-F238E27FC236}">
                <a16:creationId xmlns:a16="http://schemas.microsoft.com/office/drawing/2014/main" id="{C2735152-687B-4F70-A341-DDEDDA1F6836}"/>
              </a:ext>
            </a:extLst>
          </p:cNvPr>
          <p:cNvSpPr>
            <a:spLocks xmlns:a="http://schemas.openxmlformats.org/drawingml/2006/main" noGrp="1"/>
          </p:cNvSpPr>
          <p:nvPr/>
        </p:nvSpPr>
        <p:spPr>
          <a:xfrm xmlns:a="http://schemas.openxmlformats.org/drawingml/2006/main">
            <a:off x="3476625" y="1809750"/>
            <a:ext cx="2428875" cy="2095500"/>
          </a:xfrm>
          <a:prstGeom xmlns:a="http://schemas.openxmlformats.org/drawingml/2006/main" prst="roundRect">
            <a:avLst>
              <a:gd name="adj" fmla="val 3636"/>
            </a:avLst>
          </a:prstGeom>
          <a:solidFill xmlns:a="http://schemas.openxmlformats.org/drawingml/2006/main">
            <a:srgbClr val="FCFDFB"/>
          </a:solidFill>
          <a:ln xmlns:a="http://schemas.openxmlformats.org/drawingml/2006/main" w="9525">
            <a:solidFill>
              <a:srgbClr val="D3E2D7"/>
            </a:solidFill>
          </a:ln>
        </p:spPr>
      </p:sp>
      <p:sp>
        <p:nvSpPr>
          <p:cNvPr id="41" name="kpi-accent-2">
            <a:extLst xmlns:a="http://schemas.openxmlformats.org/drawingml/2006/main">
              <a:ext uri="{FF2B5EF4-FFF2-40B4-BE49-F238E27FC236}">
                <a16:creationId xmlns:a16="http://schemas.microsoft.com/office/drawing/2014/main" id="{056A1C3C-0D0F-403A-9257-D4510F40DB9C}"/>
              </a:ext>
            </a:extLst>
          </p:cNvPr>
          <p:cNvSpPr>
            <a:spLocks xmlns:a="http://schemas.openxmlformats.org/drawingml/2006/main" noGrp="1"/>
          </p:cNvSpPr>
          <p:nvPr/>
        </p:nvSpPr>
        <p:spPr>
          <a:xfrm xmlns:a="http://schemas.openxmlformats.org/drawingml/2006/main">
            <a:off x="3476625" y="1809750"/>
            <a:ext cx="2428875" cy="66675"/>
          </a:xfrm>
          <a:prstGeom xmlns:a="http://schemas.openxmlformats.org/drawingml/2006/main" prst="rect">
            <a:avLst/>
          </a:prstGeom>
          <a:solidFill xmlns:a="http://schemas.openxmlformats.org/drawingml/2006/main">
            <a:srgbClr val="1F4E7A"/>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BD39B7FA-723E-4282-990F-A0FACCD8AFE3}"/>
              </a:ext>
            </a:extLst>
          </p:cNvPr>
          <p:cNvSpPr>
            <a:spLocks xmlns:a="http://schemas.openxmlformats.org/drawingml/2006/main" noGrp="1"/>
          </p:cNvSpPr>
          <p:nvPr/>
        </p:nvSpPr>
        <p:spPr>
          <a:xfrm xmlns:a="http://schemas.openxmlformats.org/drawingml/2006/main">
            <a:off x="3648075" y="2047875"/>
            <a:ext cx="20859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1">
                <a:solidFill>
                  <a:srgbClr val="4A5D52"/>
                </a:solidFill>
                <a:latin typeface="IBM Plex Sans"/>
                <a:ea typeface="IBM Plex Sans"/>
                <a:cs typeface="IBM Plex Sans"/>
              </a:defRPr>
            </a:pPr>
            <a:r>
              <a:rPr sz="1200" b="1">
                <a:solidFill>
                  <a:srgbClr val="4A5D52"/>
                </a:solidFill>
                <a:latin typeface="IBM Plex Sans"/>
                <a:ea typeface="IBM Plex Sans"/>
                <a:cs typeface="IBM Plex Sans"/>
              </a:rPr>
              <a:t>Tiempo medio</a:t>
            </a:r>
          </a:p>
        </p:txBody>
      </p:sp>
      <p:sp>
        <p:nvSpPr>
          <p:cNvPr id="43" name="">
            <a:extLst xmlns:a="http://schemas.openxmlformats.org/drawingml/2006/main">
              <a:ext uri="{FF2B5EF4-FFF2-40B4-BE49-F238E27FC236}">
                <a16:creationId xmlns:a16="http://schemas.microsoft.com/office/drawing/2014/main" id="{32D7E032-9A81-45DD-AADA-CDDF20FDCEB3}"/>
              </a:ext>
            </a:extLst>
          </p:cNvPr>
          <p:cNvSpPr>
            <a:spLocks xmlns:a="http://schemas.openxmlformats.org/drawingml/2006/main" noGrp="1"/>
          </p:cNvSpPr>
          <p:nvPr/>
        </p:nvSpPr>
        <p:spPr>
          <a:xfrm xmlns:a="http://schemas.openxmlformats.org/drawingml/2006/main">
            <a:off x="3648075" y="2590800"/>
            <a:ext cx="20859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F4E7A"/>
                </a:solidFill>
                <a:latin typeface="IBM Plex Sans"/>
                <a:ea typeface="IBM Plex Sans"/>
                <a:cs typeface="IBM Plex Sans"/>
              </a:defRPr>
            </a:pPr>
            <a:r>
              <a:rPr sz="2550" b="1">
                <a:solidFill>
                  <a:srgbClr val="1F4E7A"/>
                </a:solidFill>
                <a:latin typeface="IBM Plex Sans"/>
                <a:ea typeface="IBM Plex Sans"/>
                <a:cs typeface="IBM Plex Sans"/>
              </a:rPr>
              <a:t>328 min</a:t>
            </a:r>
          </a:p>
        </p:txBody>
      </p:sp>
      <p:sp>
        <p:nvSpPr>
          <p:cNvPr id="44" name="">
            <a:extLst xmlns:a="http://schemas.openxmlformats.org/drawingml/2006/main">
              <a:ext uri="{FF2B5EF4-FFF2-40B4-BE49-F238E27FC236}">
                <a16:creationId xmlns:a16="http://schemas.microsoft.com/office/drawing/2014/main" id="{5B2DF879-5C6A-4BEA-A920-F49B5F4B870F}"/>
              </a:ext>
            </a:extLst>
          </p:cNvPr>
          <p:cNvSpPr>
            <a:spLocks xmlns:a="http://schemas.openxmlformats.org/drawingml/2006/main" noGrp="1"/>
          </p:cNvSpPr>
          <p:nvPr/>
        </p:nvSpPr>
        <p:spPr>
          <a:xfrm xmlns:a="http://schemas.openxmlformats.org/drawingml/2006/main">
            <a:off x="3648075" y="3238500"/>
            <a:ext cx="20859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Puerta a puerta</a:t>
            </a:r>
          </a:p>
        </p:txBody>
      </p:sp>
      <p:sp>
        <p:nvSpPr>
          <p:cNvPr id="45" name="kpi-3">
            <a:extLst xmlns:a="http://schemas.openxmlformats.org/drawingml/2006/main">
              <a:ext uri="{FF2B5EF4-FFF2-40B4-BE49-F238E27FC236}">
                <a16:creationId xmlns:a16="http://schemas.microsoft.com/office/drawing/2014/main" id="{46B6E401-B622-49E5-B0AB-88B6B115D165}"/>
              </a:ext>
            </a:extLst>
          </p:cNvPr>
          <p:cNvSpPr>
            <a:spLocks xmlns:a="http://schemas.openxmlformats.org/drawingml/2006/main" noGrp="1"/>
          </p:cNvSpPr>
          <p:nvPr/>
        </p:nvSpPr>
        <p:spPr>
          <a:xfrm xmlns:a="http://schemas.openxmlformats.org/drawingml/2006/main">
            <a:off x="6143625" y="1809750"/>
            <a:ext cx="2428875" cy="2095500"/>
          </a:xfrm>
          <a:prstGeom xmlns:a="http://schemas.openxmlformats.org/drawingml/2006/main" prst="roundRect">
            <a:avLst>
              <a:gd name="adj" fmla="val 3636"/>
            </a:avLst>
          </a:prstGeom>
          <a:solidFill xmlns:a="http://schemas.openxmlformats.org/drawingml/2006/main">
            <a:srgbClr val="FCFDFB"/>
          </a:solidFill>
          <a:ln xmlns:a="http://schemas.openxmlformats.org/drawingml/2006/main" w="9525">
            <a:solidFill>
              <a:srgbClr val="D3E2D7"/>
            </a:solidFill>
          </a:ln>
        </p:spPr>
      </p:sp>
      <p:sp>
        <p:nvSpPr>
          <p:cNvPr id="46" name="kpi-accent-3">
            <a:extLst xmlns:a="http://schemas.openxmlformats.org/drawingml/2006/main">
              <a:ext uri="{FF2B5EF4-FFF2-40B4-BE49-F238E27FC236}">
                <a16:creationId xmlns:a16="http://schemas.microsoft.com/office/drawing/2014/main" id="{BAAD1797-C10C-43F0-AC96-40F84CB90B31}"/>
              </a:ext>
            </a:extLst>
          </p:cNvPr>
          <p:cNvSpPr>
            <a:spLocks xmlns:a="http://schemas.openxmlformats.org/drawingml/2006/main" noGrp="1"/>
          </p:cNvSpPr>
          <p:nvPr/>
        </p:nvSpPr>
        <p:spPr>
          <a:xfrm xmlns:a="http://schemas.openxmlformats.org/drawingml/2006/main">
            <a:off x="6143625" y="1809750"/>
            <a:ext cx="2428875" cy="66675"/>
          </a:xfrm>
          <a:prstGeom xmlns:a="http://schemas.openxmlformats.org/drawingml/2006/main" prst="rect">
            <a:avLst/>
          </a:prstGeom>
          <a:solidFill xmlns:a="http://schemas.openxmlformats.org/drawingml/2006/main">
            <a:srgbClr val="1F4E7A"/>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E8286678-BC68-481B-87F8-A08677AD7475}"/>
              </a:ext>
            </a:extLst>
          </p:cNvPr>
          <p:cNvSpPr>
            <a:spLocks xmlns:a="http://schemas.openxmlformats.org/drawingml/2006/main" noGrp="1"/>
          </p:cNvSpPr>
          <p:nvPr/>
        </p:nvSpPr>
        <p:spPr>
          <a:xfrm xmlns:a="http://schemas.openxmlformats.org/drawingml/2006/main">
            <a:off x="6315075" y="2047875"/>
            <a:ext cx="20859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1">
                <a:solidFill>
                  <a:srgbClr val="4A5D52"/>
                </a:solidFill>
                <a:latin typeface="IBM Plex Sans"/>
                <a:ea typeface="IBM Plex Sans"/>
                <a:cs typeface="IBM Plex Sans"/>
              </a:defRPr>
            </a:pPr>
            <a:r>
              <a:rPr sz="1200" b="1">
                <a:solidFill>
                  <a:srgbClr val="4A5D52"/>
                </a:solidFill>
                <a:latin typeface="IBM Plex Sans"/>
                <a:ea typeface="IBM Plex Sans"/>
                <a:cs typeface="IBM Plex Sans"/>
              </a:rPr>
              <a:t>Mediana</a:t>
            </a:r>
          </a:p>
        </p:txBody>
      </p:sp>
      <p:sp>
        <p:nvSpPr>
          <p:cNvPr id="48" name="">
            <a:extLst xmlns:a="http://schemas.openxmlformats.org/drawingml/2006/main">
              <a:ext uri="{FF2B5EF4-FFF2-40B4-BE49-F238E27FC236}">
                <a16:creationId xmlns:a16="http://schemas.microsoft.com/office/drawing/2014/main" id="{FEA28EE3-18A6-4DF5-9A81-FC64E30D8C95}"/>
              </a:ext>
            </a:extLst>
          </p:cNvPr>
          <p:cNvSpPr>
            <a:spLocks xmlns:a="http://schemas.openxmlformats.org/drawingml/2006/main" noGrp="1"/>
          </p:cNvSpPr>
          <p:nvPr/>
        </p:nvSpPr>
        <p:spPr>
          <a:xfrm xmlns:a="http://schemas.openxmlformats.org/drawingml/2006/main">
            <a:off x="6315075" y="2590800"/>
            <a:ext cx="20859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F4E7A"/>
                </a:solidFill>
                <a:latin typeface="IBM Plex Sans"/>
                <a:ea typeface="IBM Plex Sans"/>
                <a:cs typeface="IBM Plex Sans"/>
              </a:defRPr>
            </a:pPr>
            <a:r>
              <a:rPr sz="2550" b="1">
                <a:solidFill>
                  <a:srgbClr val="1F4E7A"/>
                </a:solidFill>
                <a:latin typeface="IBM Plex Sans"/>
                <a:ea typeface="IBM Plex Sans"/>
                <a:cs typeface="IBM Plex Sans"/>
              </a:rPr>
              <a:t>249 min</a:t>
            </a:r>
          </a:p>
        </p:txBody>
      </p:sp>
      <p:sp>
        <p:nvSpPr>
          <p:cNvPr id="49" name="">
            <a:extLst xmlns:a="http://schemas.openxmlformats.org/drawingml/2006/main">
              <a:ext uri="{FF2B5EF4-FFF2-40B4-BE49-F238E27FC236}">
                <a16:creationId xmlns:a16="http://schemas.microsoft.com/office/drawing/2014/main" id="{70C8C2EC-A178-40E3-986C-ECCBD5A9577F}"/>
              </a:ext>
            </a:extLst>
          </p:cNvPr>
          <p:cNvSpPr>
            <a:spLocks xmlns:a="http://schemas.openxmlformats.org/drawingml/2006/main" noGrp="1"/>
          </p:cNvSpPr>
          <p:nvPr/>
        </p:nvSpPr>
        <p:spPr>
          <a:xfrm xmlns:a="http://schemas.openxmlformats.org/drawingml/2006/main">
            <a:off x="6315075" y="3238500"/>
            <a:ext cx="20859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79 min debajo de la media</a:t>
            </a:r>
          </a:p>
        </p:txBody>
      </p:sp>
      <p:sp>
        <p:nvSpPr>
          <p:cNvPr id="50" name="kpi-4">
            <a:extLst xmlns:a="http://schemas.openxmlformats.org/drawingml/2006/main">
              <a:ext uri="{FF2B5EF4-FFF2-40B4-BE49-F238E27FC236}">
                <a16:creationId xmlns:a16="http://schemas.microsoft.com/office/drawing/2014/main" id="{2A5C62B6-502D-42A3-B5E4-CF14648EC85D}"/>
              </a:ext>
            </a:extLst>
          </p:cNvPr>
          <p:cNvSpPr>
            <a:spLocks xmlns:a="http://schemas.openxmlformats.org/drawingml/2006/main" noGrp="1"/>
          </p:cNvSpPr>
          <p:nvPr/>
        </p:nvSpPr>
        <p:spPr>
          <a:xfrm xmlns:a="http://schemas.openxmlformats.org/drawingml/2006/main">
            <a:off x="8810625" y="1809750"/>
            <a:ext cx="2428875" cy="2095500"/>
          </a:xfrm>
          <a:prstGeom xmlns:a="http://schemas.openxmlformats.org/drawingml/2006/main" prst="roundRect">
            <a:avLst>
              <a:gd name="adj" fmla="val 3636"/>
            </a:avLst>
          </a:prstGeom>
          <a:solidFill xmlns:a="http://schemas.openxmlformats.org/drawingml/2006/main">
            <a:srgbClr val="FCFDFB"/>
          </a:solidFill>
          <a:ln xmlns:a="http://schemas.openxmlformats.org/drawingml/2006/main" w="9525">
            <a:solidFill>
              <a:srgbClr val="D3E2D7"/>
            </a:solidFill>
          </a:ln>
        </p:spPr>
      </p:sp>
      <p:sp>
        <p:nvSpPr>
          <p:cNvPr id="51" name="kpi-accent-4">
            <a:extLst xmlns:a="http://schemas.openxmlformats.org/drawingml/2006/main">
              <a:ext uri="{FF2B5EF4-FFF2-40B4-BE49-F238E27FC236}">
                <a16:creationId xmlns:a16="http://schemas.microsoft.com/office/drawing/2014/main" id="{BF083CBB-EBF2-4D2D-B992-8F2BC2DDB52D}"/>
              </a:ext>
            </a:extLst>
          </p:cNvPr>
          <p:cNvSpPr>
            <a:spLocks xmlns:a="http://schemas.openxmlformats.org/drawingml/2006/main" noGrp="1"/>
          </p:cNvSpPr>
          <p:nvPr/>
        </p:nvSpPr>
        <p:spPr>
          <a:xfrm xmlns:a="http://schemas.openxmlformats.org/drawingml/2006/main">
            <a:off x="8810625" y="1809750"/>
            <a:ext cx="2428875" cy="66675"/>
          </a:xfrm>
          <a:prstGeom xmlns:a="http://schemas.openxmlformats.org/drawingml/2006/main" prst="rect">
            <a:avLst/>
          </a:prstGeom>
          <a:solidFill xmlns:a="http://schemas.openxmlformats.org/drawingml/2006/main">
            <a:srgbClr val="3F7FB5"/>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0343BCBC-868B-40AB-8063-A64432EF3D4A}"/>
              </a:ext>
            </a:extLst>
          </p:cNvPr>
          <p:cNvSpPr>
            <a:spLocks xmlns:a="http://schemas.openxmlformats.org/drawingml/2006/main" noGrp="1"/>
          </p:cNvSpPr>
          <p:nvPr/>
        </p:nvSpPr>
        <p:spPr>
          <a:xfrm xmlns:a="http://schemas.openxmlformats.org/drawingml/2006/main">
            <a:off x="8982075" y="2047875"/>
            <a:ext cx="20859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1">
                <a:solidFill>
                  <a:srgbClr val="4A5D52"/>
                </a:solidFill>
                <a:latin typeface="IBM Plex Sans"/>
                <a:ea typeface="IBM Plex Sans"/>
                <a:cs typeface="IBM Plex Sans"/>
              </a:defRPr>
            </a:pPr>
            <a:r>
              <a:rPr sz="1200" b="1">
                <a:solidFill>
                  <a:srgbClr val="4A5D52"/>
                </a:solidFill>
                <a:latin typeface="IBM Plex Sans"/>
                <a:ea typeface="IBM Plex Sans"/>
                <a:cs typeface="IBM Plex Sans"/>
              </a:rPr>
              <a:t>Semana anterior</a:t>
            </a:r>
          </a:p>
        </p:txBody>
      </p:sp>
      <p:sp>
        <p:nvSpPr>
          <p:cNvPr id="53" name="">
            <a:extLst xmlns:a="http://schemas.openxmlformats.org/drawingml/2006/main">
              <a:ext uri="{FF2B5EF4-FFF2-40B4-BE49-F238E27FC236}">
                <a16:creationId xmlns:a16="http://schemas.microsoft.com/office/drawing/2014/main" id="{87E94677-6D21-49B6-8254-2776D8A815C3}"/>
              </a:ext>
            </a:extLst>
          </p:cNvPr>
          <p:cNvSpPr>
            <a:spLocks xmlns:a="http://schemas.openxmlformats.org/drawingml/2006/main" noGrp="1"/>
          </p:cNvSpPr>
          <p:nvPr/>
        </p:nvSpPr>
        <p:spPr>
          <a:xfrm xmlns:a="http://schemas.openxmlformats.org/drawingml/2006/main">
            <a:off x="8982075" y="2590800"/>
            <a:ext cx="20859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F4E7A"/>
                </a:solidFill>
                <a:latin typeface="IBM Plex Sans"/>
                <a:ea typeface="IBM Plex Sans"/>
                <a:cs typeface="IBM Plex Sans"/>
              </a:defRPr>
            </a:pPr>
            <a:r>
              <a:rPr sz="2550" b="1">
                <a:solidFill>
                  <a:srgbClr val="1F4E7A"/>
                </a:solidFill>
                <a:latin typeface="IBM Plex Sans"/>
                <a:ea typeface="IBM Plex Sans"/>
                <a:cs typeface="IBM Plex Sans"/>
              </a:rPr>
              <a:t>282</a:t>
            </a:r>
          </a:p>
        </p:txBody>
      </p:sp>
      <p:sp>
        <p:nvSpPr>
          <p:cNvPr id="54" name="">
            <a:extLst xmlns:a="http://schemas.openxmlformats.org/drawingml/2006/main">
              <a:ext uri="{FF2B5EF4-FFF2-40B4-BE49-F238E27FC236}">
                <a16:creationId xmlns:a16="http://schemas.microsoft.com/office/drawing/2014/main" id="{CC981272-1C1C-458F-B319-DD3FE1D45A13}"/>
              </a:ext>
            </a:extLst>
          </p:cNvPr>
          <p:cNvSpPr>
            <a:spLocks xmlns:a="http://schemas.openxmlformats.org/drawingml/2006/main" noGrp="1"/>
          </p:cNvSpPr>
          <p:nvPr/>
        </p:nvSpPr>
        <p:spPr>
          <a:xfrm xmlns:a="http://schemas.openxmlformats.org/drawingml/2006/main">
            <a:off x="8982075" y="3238500"/>
            <a:ext cx="20859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+101 movimientos · +36 %</a:t>
            </a:r>
          </a:p>
        </p:txBody>
      </p:sp>
      <p:sp>
        <p:nvSpPr>
          <p:cNvPr id="55" name="takeaway">
            <a:extLst xmlns:a="http://schemas.openxmlformats.org/drawingml/2006/main">
              <a:ext uri="{FF2B5EF4-FFF2-40B4-BE49-F238E27FC236}">
                <a16:creationId xmlns:a16="http://schemas.microsoft.com/office/drawing/2014/main" id="{C047C5A4-DB98-4790-A539-F97EBCBE1FFF}"/>
              </a:ext>
            </a:extLst>
          </p:cNvPr>
          <p:cNvSpPr>
            <a:spLocks xmlns:a="http://schemas.openxmlformats.org/drawingml/2006/main" noGrp="1"/>
          </p:cNvSpPr>
          <p:nvPr/>
        </p:nvSpPr>
        <p:spPr>
          <a:xfrm xmlns:a="http://schemas.openxmlformats.org/drawingml/2006/main">
            <a:off x="809625" y="4333875"/>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0">
                <a:solidFill>
                  <a:srgbClr val="14281E"/>
                </a:solidFill>
                <a:latin typeface="IBM Plex Sans"/>
                <a:ea typeface="IBM Plex Sans"/>
                <a:cs typeface="IBM Plex Sans"/>
              </a:defRPr>
            </a:pPr>
            <a:r>
              <a:rPr sz="1650" b="0">
                <a:solidFill>
                  <a:srgbClr val="14281E"/>
                </a:solidFill>
                <a:latin typeface="IBM Plex Sans"/>
                <a:ea typeface="IBM Plex Sans"/>
                <a:cs typeface="IBM Plex Sans"/>
              </a:rPr>
              <a:t>El volumen subió frente a la semana anterior con el mismo criterio de conteo. La diferencia entre media y mediana muestra una cola de permanencias largas que conviene revisar por circuito.</a:t>
            </a:r>
          </a:p>
        </p:txBody>
      </p:sp>
      <p:sp>
        <p:nvSpPr>
          <p:cNvPr id="56" name="note-accent">
            <a:extLst xmlns:a="http://schemas.openxmlformats.org/drawingml/2006/main">
              <a:ext uri="{FF2B5EF4-FFF2-40B4-BE49-F238E27FC236}">
                <a16:creationId xmlns:a16="http://schemas.microsoft.com/office/drawing/2014/main" id="{3CF2F906-1F02-4E91-84B1-C9B14C1753E5}"/>
              </a:ext>
            </a:extLst>
          </p:cNvPr>
          <p:cNvSpPr>
            <a:spLocks xmlns:a="http://schemas.openxmlformats.org/drawingml/2006/main" noGrp="1"/>
          </p:cNvSpPr>
          <p:nvPr/>
        </p:nvSpPr>
        <p:spPr>
          <a:xfrm xmlns:a="http://schemas.openxmlformats.org/drawingml/2006/main">
            <a:off x="809625" y="5286375"/>
            <a:ext cx="76200" cy="523875"/>
          </a:xfrm>
          <a:prstGeom xmlns:a="http://schemas.openxmlformats.org/drawingml/2006/main" prst="rect">
            <a:avLst/>
          </a:prstGeom>
          <a:solidFill xmlns:a="http://schemas.openxmlformats.org/drawingml/2006/main">
            <a:srgbClr val="3F7FB5"/>
          </a:solidFill>
          <a:ln xmlns:a="http://schemas.openxmlformats.org/drawingml/2006/main" w="0">
            <a:noFill/>
          </a:ln>
        </p:spPr>
      </p:sp>
      <p:sp>
        <p:nvSpPr>
          <p:cNvPr id="57" name="denominator">
            <a:extLst xmlns:a="http://schemas.openxmlformats.org/drawingml/2006/main">
              <a:ext uri="{FF2B5EF4-FFF2-40B4-BE49-F238E27FC236}">
                <a16:creationId xmlns:a16="http://schemas.microsoft.com/office/drawing/2014/main" id="{16F2B2B5-2C8D-460A-AD5E-3E29772E29CD}"/>
              </a:ext>
            </a:extLst>
          </p:cNvPr>
          <p:cNvSpPr>
            <a:spLocks xmlns:a="http://schemas.openxmlformats.org/drawingml/2006/main" noGrp="1"/>
          </p:cNvSpPr>
          <p:nvPr/>
        </p:nvSpPr>
        <p:spPr>
          <a:xfrm xmlns:a="http://schemas.openxmlformats.org/drawingml/2006/main">
            <a:off x="1047750" y="5286375"/>
            <a:ext cx="1033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Denominador: 383 movimientos de líquidos según Excel. Comparación anterior: 282 movimientos con el mismo criterio.</a:t>
            </a:r>
          </a:p>
        </p:txBody>
      </p:sp>
      <p:sp>
        <p:nvSpPr>
          <p:cNvPr id="58" name="footer">
            <a:extLst xmlns:a="http://schemas.openxmlformats.org/drawingml/2006/main">
              <a:ext uri="{FF2B5EF4-FFF2-40B4-BE49-F238E27FC236}">
                <a16:creationId xmlns:a16="http://schemas.microsoft.com/office/drawing/2014/main" id="{74C6D54D-FA53-4542-B4C7-0962C13017F5}"/>
              </a:ext>
            </a:extLst>
          </p:cNvPr>
          <p:cNvSpPr>
            <a:spLocks xmlns:a="http://schemas.openxmlformats.org/drawingml/2006/main" noGrp="1"/>
          </p:cNvSpPr>
          <p:nvPr/>
        </p:nvSpPr>
        <p:spPr>
          <a:xfrm xmlns:a="http://schemas.openxmlformats.org/drawingml/2006/main">
            <a:off x="2476500" y="62293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Comité de Logística Nodo Sur · 24–30/09 · 24</a:t>
            </a:r>
          </a:p>
        </p:txBody>
      </p:sp>
    </p:spTree>
    <p:extLst>
      <p:ext uri="{BB962C8B-B14F-4D97-AF65-F5344CB8AC3E}">
        <p14:creationId xmlns:p14="http://schemas.microsoft.com/office/powerpoint/2010/main" val="587371848"/>
      </p:ext>
    </p:extLst>
  </p:cSld>
</p:sld>
</file>

<file path=ppt/slides/slide25.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pic>
        <p:nvPicPr>
          <p:cNvPr id="79" name="Image 0"/>
          <p:cNvPicPr>
            <a:picLocks xmlns:a="http://schemas.openxmlformats.org/drawingml/2006/main" noChangeAspect="1"/>
          </p:cNvPicPr>
          <p:nvPr/>
        </p:nvPicPr>
        <p:blipFill>
          <a:blip xmlns:r="http://schemas.openxmlformats.org/officeDocument/2006/relationships" xmlns:a="http://schemas.openxmlformats.org/drawingml/2006/main" r:embed="Ra13aaa0e45dc43fb"/>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pic>
        <p:nvPicPr>
          <p:cNvPr id="80" name="Image 1"/>
          <p:cNvPicPr>
            <a:picLocks xmlns:a="http://schemas.openxmlformats.org/drawingml/2006/main" noChangeAspect="1"/>
          </p:cNvPicPr>
          <p:nvPr/>
        </p:nvPicPr>
        <p:blipFill>
          <a:blip xmlns:r="http://schemas.openxmlformats.org/officeDocument/2006/relationships" xmlns:a="http://schemas.openxmlformats.org/drawingml/2006/main" r:embed="Rb9eb7dae11af4483"/>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
        <p:nvSpPr>
          <p:cNvPr id="45" name="section-tag-bg">
            <a:extLst xmlns:a="http://schemas.openxmlformats.org/drawingml/2006/main">
              <a:ext uri="{FF2B5EF4-FFF2-40B4-BE49-F238E27FC236}">
                <a16:creationId xmlns:a16="http://schemas.microsoft.com/office/drawing/2014/main" id="{F730DFE9-3828-4B45-968A-3EB4B9E06C97}"/>
              </a:ext>
            </a:extLst>
          </p:cNvPr>
          <p:cNvSpPr>
            <a:spLocks xmlns:a="http://schemas.openxmlformats.org/drawingml/2006/main" noGrp="1"/>
          </p:cNvSpPr>
          <p:nvPr/>
        </p:nvSpPr>
        <p:spPr>
          <a:xfrm xmlns:a="http://schemas.openxmlformats.org/drawingml/2006/main">
            <a:off x="809625" y="419100"/>
            <a:ext cx="2190750" cy="323850"/>
          </a:xfrm>
          <a:prstGeom xmlns:a="http://schemas.openxmlformats.org/drawingml/2006/main" prst="roundRect">
            <a:avLst>
              <a:gd name="adj" fmla="val 23529"/>
            </a:avLst>
          </a:prstGeom>
          <a:solidFill xmlns:a="http://schemas.openxmlformats.org/drawingml/2006/main">
            <a:srgbClr val="1F4E7A"/>
          </a:solidFill>
          <a:ln xmlns:a="http://schemas.openxmlformats.org/drawingml/2006/main" w="0">
            <a:noFill/>
          </a:ln>
        </p:spPr>
      </p:sp>
      <p:sp>
        <p:nvSpPr>
          <p:cNvPr id="46" name="section-tag">
            <a:extLst xmlns:a="http://schemas.openxmlformats.org/drawingml/2006/main">
              <a:ext uri="{FF2B5EF4-FFF2-40B4-BE49-F238E27FC236}">
                <a16:creationId xmlns:a16="http://schemas.microsoft.com/office/drawing/2014/main" id="{711FDA06-9839-4082-A82B-E09A7A714725}"/>
              </a:ext>
            </a:extLst>
          </p:cNvPr>
          <p:cNvSpPr>
            <a:spLocks xmlns:a="http://schemas.openxmlformats.org/drawingml/2006/main" noGrp="1"/>
          </p:cNvSpPr>
          <p:nvPr/>
        </p:nvSpPr>
        <p:spPr>
          <a:xfrm xmlns:a="http://schemas.openxmlformats.org/drawingml/2006/main">
            <a:off x="933450" y="466725"/>
            <a:ext cx="1952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208"/>
          </a:bodyPr>
          <a:lstStyle xmlns:a="http://schemas.openxmlformats.org/drawingml/2006/main"/>
          <a:p xmlns:a="http://schemas.openxmlformats.org/drawingml/2006/main">
            <a:pPr algn="l">
              <a:defRPr sz="1200" b="1">
                <a:solidFill>
                  <a:srgbClr val="F5F8F4"/>
                </a:solidFill>
                <a:latin typeface="IBM Plex Sans"/>
                <a:ea typeface="IBM Plex Sans"/>
                <a:cs typeface="IBM Plex Sans"/>
              </a:defRPr>
            </a:pPr>
            <a:r>
              <a:rPr sz="1200" b="1">
                <a:solidFill>
                  <a:srgbClr val="F5F8F4"/>
                </a:solidFill>
                <a:latin typeface="IBM Plex Sans"/>
                <a:ea typeface="IBM Plex Sans"/>
                <a:cs typeface="IBM Plex Sans"/>
              </a:rPr>
              <a:t>LÍQUIDOS</a:t>
            </a:r>
          </a:p>
        </p:txBody>
      </p:sp>
      <p:sp>
        <p:nvSpPr>
          <p:cNvPr id="47" name="title">
            <a:extLst xmlns:a="http://schemas.openxmlformats.org/drawingml/2006/main">
              <a:ext uri="{FF2B5EF4-FFF2-40B4-BE49-F238E27FC236}">
                <a16:creationId xmlns:a16="http://schemas.microsoft.com/office/drawing/2014/main" id="{F44332B9-25DF-4AD6-9740-56618349FE38}"/>
              </a:ext>
            </a:extLst>
          </p:cNvPr>
          <p:cNvSpPr>
            <a:spLocks xmlns:a="http://schemas.openxmlformats.org/drawingml/2006/main" noGrp="1"/>
          </p:cNvSpPr>
          <p:nvPr/>
        </p:nvSpPr>
        <p:spPr>
          <a:xfrm xmlns:a="http://schemas.openxmlformats.org/drawingml/2006/main">
            <a:off x="809625" y="8667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850" b="1">
                <a:solidFill>
                  <a:srgbClr val="14281E"/>
                </a:solidFill>
                <a:latin typeface="IBM Plex Sans"/>
                <a:ea typeface="IBM Plex Sans"/>
                <a:cs typeface="IBM Plex Sans"/>
              </a:defRPr>
            </a:pPr>
            <a:r>
              <a:rPr sz="2850" b="1">
                <a:solidFill>
                  <a:srgbClr val="14281E"/>
                </a:solidFill>
                <a:latin typeface="IBM Plex Sans"/>
                <a:ea typeface="IBM Plex Sans"/>
                <a:cs typeface="IBM Plex Sans"/>
              </a:rPr>
              <a:t>La actividad se concentró entre lunes y miércoles</a:t>
            </a:r>
          </a:p>
        </p:txBody>
      </p:sp>
      <p:sp>
        <p:nvSpPr>
          <p:cNvPr id="48" name="">
            <a:extLst xmlns:a="http://schemas.openxmlformats.org/drawingml/2006/main">
              <a:ext uri="{FF2B5EF4-FFF2-40B4-BE49-F238E27FC236}">
                <a16:creationId xmlns:a16="http://schemas.microsoft.com/office/drawing/2014/main" id="{F62E99B7-6C19-4BA9-B835-DE9B5FE20D22}"/>
              </a:ext>
            </a:extLst>
          </p:cNvPr>
          <p:cNvSpPr>
            <a:spLocks xmlns:a="http://schemas.openxmlformats.org/drawingml/2006/main" noGrp="1"/>
          </p:cNvSpPr>
          <p:nvPr/>
        </p:nvSpPr>
        <p:spPr>
          <a:xfrm xmlns:a="http://schemas.openxmlformats.org/drawingml/2006/main">
            <a:off x="904875" y="1695450"/>
            <a:ext cx="723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1">
                <a:solidFill>
                  <a:srgbClr val="4A5D52"/>
                </a:solidFill>
                <a:latin typeface="IBM Plex Sans"/>
                <a:ea typeface="IBM Plex Sans"/>
                <a:cs typeface="IBM Plex Sans"/>
              </a:defRPr>
            </a:pPr>
            <a:r>
              <a:rPr sz="1350" b="1">
                <a:solidFill>
                  <a:srgbClr val="4A5D52"/>
                </a:solidFill>
                <a:latin typeface="IBM Plex Sans"/>
                <a:ea typeface="IBM Plex Sans"/>
                <a:cs typeface="IBM Plex Sans"/>
              </a:rPr>
              <a:t>Movimientos por día operativo según Excel</a:t>
            </a:r>
          </a:p>
        </p:txBody>
      </p:sp>
      <p:sp>
        <p:nvSpPr>
          <p:cNvPr id="49" name="">
            <a:extLst xmlns:a="http://schemas.openxmlformats.org/drawingml/2006/main">
              <a:ext uri="{FF2B5EF4-FFF2-40B4-BE49-F238E27FC236}">
                <a16:creationId xmlns:a16="http://schemas.microsoft.com/office/drawing/2014/main" id="{2452526E-2902-486D-80C4-E3DF9B91638B}"/>
              </a:ext>
            </a:extLst>
          </p:cNvPr>
          <p:cNvSpPr>
            <a:spLocks xmlns:a="http://schemas.openxmlformats.org/drawingml/2006/main" noGrp="1"/>
          </p:cNvSpPr>
          <p:nvPr/>
        </p:nvSpPr>
        <p:spPr>
          <a:xfrm xmlns:a="http://schemas.openxmlformats.org/drawingml/2006/main">
            <a:off x="1066800" y="4953000"/>
            <a:ext cx="6953250" cy="19050"/>
          </a:xfrm>
          <a:prstGeom xmlns:a="http://schemas.openxmlformats.org/drawingml/2006/main" prst="rect">
            <a:avLst/>
          </a:prstGeom>
          <a:solidFill xmlns:a="http://schemas.openxmlformats.org/drawingml/2006/main">
            <a:srgbClr val="D3E2D7"/>
          </a:solidFill>
          <a:ln xmlns:a="http://schemas.openxmlformats.org/drawingml/2006/main" w="0">
            <a:noFill/>
          </a:ln>
        </p:spPr>
      </p:sp>
      <p:sp>
        <p:nvSpPr>
          <p:cNvPr id="50" name="bar-day-1">
            <a:extLst xmlns:a="http://schemas.openxmlformats.org/drawingml/2006/main">
              <a:ext uri="{FF2B5EF4-FFF2-40B4-BE49-F238E27FC236}">
                <a16:creationId xmlns:a16="http://schemas.microsoft.com/office/drawing/2014/main" id="{A4519107-C8AF-4E5A-A664-9E306A8B142D}"/>
              </a:ext>
            </a:extLst>
          </p:cNvPr>
          <p:cNvSpPr>
            <a:spLocks xmlns:a="http://schemas.openxmlformats.org/drawingml/2006/main" noGrp="1"/>
          </p:cNvSpPr>
          <p:nvPr/>
        </p:nvSpPr>
        <p:spPr>
          <a:xfrm xmlns:a="http://schemas.openxmlformats.org/drawingml/2006/main">
            <a:off x="1238250" y="3114675"/>
            <a:ext cx="590550" cy="1838325"/>
          </a:xfrm>
          <a:prstGeom xmlns:a="http://schemas.openxmlformats.org/drawingml/2006/main" prst="roundRect">
            <a:avLst>
              <a:gd name="adj" fmla="val 12903"/>
            </a:avLst>
          </a:prstGeom>
          <a:solidFill xmlns:a="http://schemas.openxmlformats.org/drawingml/2006/main">
            <a:srgbClr val="3F7FB5"/>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294E18E6-9A94-4F08-90EE-6EC8EE4CEB7B}"/>
              </a:ext>
            </a:extLst>
          </p:cNvPr>
          <p:cNvSpPr>
            <a:spLocks xmlns:a="http://schemas.openxmlformats.org/drawingml/2006/main" noGrp="1"/>
          </p:cNvSpPr>
          <p:nvPr/>
        </p:nvSpPr>
        <p:spPr>
          <a:xfrm xmlns:a="http://schemas.openxmlformats.org/drawingml/2006/main">
            <a:off x="1200150" y="28289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lgn="ctr">
              <a:defRPr sz="1200" b="1">
                <a:solidFill>
                  <a:srgbClr val="14281E"/>
                </a:solidFill>
                <a:latin typeface="IBM Plex Sans"/>
                <a:ea typeface="IBM Plex Sans"/>
                <a:cs typeface="IBM Plex Sans"/>
              </a:defRPr>
            </a:pPr>
            <a:r>
              <a:rPr sz="1200" b="1">
                <a:solidFill>
                  <a:srgbClr val="14281E"/>
                </a:solidFill>
                <a:latin typeface="IBM Plex Sans"/>
                <a:ea typeface="IBM Plex Sans"/>
                <a:cs typeface="IBM Plex Sans"/>
              </a:rPr>
              <a:t>71</a:t>
            </a:r>
          </a:p>
        </p:txBody>
      </p:sp>
      <p:sp>
        <p:nvSpPr>
          <p:cNvPr id="52" name="">
            <a:extLst xmlns:a="http://schemas.openxmlformats.org/drawingml/2006/main">
              <a:ext uri="{FF2B5EF4-FFF2-40B4-BE49-F238E27FC236}">
                <a16:creationId xmlns:a16="http://schemas.microsoft.com/office/drawing/2014/main" id="{BE66D7A4-25A6-403F-9882-B18AC8EC1F66}"/>
              </a:ext>
            </a:extLst>
          </p:cNvPr>
          <p:cNvSpPr>
            <a:spLocks xmlns:a="http://schemas.openxmlformats.org/drawingml/2006/main" noGrp="1"/>
          </p:cNvSpPr>
          <p:nvPr/>
        </p:nvSpPr>
        <p:spPr>
          <a:xfrm xmlns:a="http://schemas.openxmlformats.org/drawingml/2006/main">
            <a:off x="1104900" y="5095875"/>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lgn="ctr">
              <a:defRPr sz="1050" b="0">
                <a:solidFill>
                  <a:srgbClr val="4A5D52"/>
                </a:solidFill>
                <a:latin typeface="IBM Plex Sans"/>
                <a:ea typeface="IBM Plex Sans"/>
                <a:cs typeface="IBM Plex Sans"/>
              </a:defRPr>
            </a:pPr>
            <a:r>
              <a:rPr sz="1050" b="0">
                <a:solidFill>
                  <a:srgbClr val="4A5D52"/>
                </a:solidFill>
                <a:latin typeface="IBM Plex Sans"/>
                <a:ea typeface="IBM Plex Sans"/>
                <a:cs typeface="IBM Plex Sans"/>
              </a:rPr>
              <a:t>Jue 24</a:t>
            </a:r>
          </a:p>
        </p:txBody>
      </p:sp>
      <p:sp>
        <p:nvSpPr>
          <p:cNvPr id="53" name="bar-day-2">
            <a:extLst xmlns:a="http://schemas.openxmlformats.org/drawingml/2006/main">
              <a:ext uri="{FF2B5EF4-FFF2-40B4-BE49-F238E27FC236}">
                <a16:creationId xmlns:a16="http://schemas.microsoft.com/office/drawing/2014/main" id="{33A51B3D-FBD2-4D21-8699-C2345F15731B}"/>
              </a:ext>
            </a:extLst>
          </p:cNvPr>
          <p:cNvSpPr>
            <a:spLocks xmlns:a="http://schemas.openxmlformats.org/drawingml/2006/main" noGrp="1"/>
          </p:cNvSpPr>
          <p:nvPr/>
        </p:nvSpPr>
        <p:spPr>
          <a:xfrm xmlns:a="http://schemas.openxmlformats.org/drawingml/2006/main">
            <a:off x="2219325" y="3600450"/>
            <a:ext cx="590550" cy="1352550"/>
          </a:xfrm>
          <a:prstGeom xmlns:a="http://schemas.openxmlformats.org/drawingml/2006/main" prst="roundRect">
            <a:avLst>
              <a:gd name="adj" fmla="val 12903"/>
            </a:avLst>
          </a:prstGeom>
          <a:solidFill xmlns:a="http://schemas.openxmlformats.org/drawingml/2006/main">
            <a:srgbClr val="3F7FB5"/>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1F2B6D4E-7D56-4183-8C3F-64EDF10C01F7}"/>
              </a:ext>
            </a:extLst>
          </p:cNvPr>
          <p:cNvSpPr>
            <a:spLocks xmlns:a="http://schemas.openxmlformats.org/drawingml/2006/main" noGrp="1"/>
          </p:cNvSpPr>
          <p:nvPr/>
        </p:nvSpPr>
        <p:spPr>
          <a:xfrm xmlns:a="http://schemas.openxmlformats.org/drawingml/2006/main">
            <a:off x="2181225" y="331470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lgn="ctr">
              <a:defRPr sz="1200" b="1">
                <a:solidFill>
                  <a:srgbClr val="14281E"/>
                </a:solidFill>
                <a:latin typeface="IBM Plex Sans"/>
                <a:ea typeface="IBM Plex Sans"/>
                <a:cs typeface="IBM Plex Sans"/>
              </a:defRPr>
            </a:pPr>
            <a:r>
              <a:rPr sz="1200" b="1">
                <a:solidFill>
                  <a:srgbClr val="14281E"/>
                </a:solidFill>
                <a:latin typeface="IBM Plex Sans"/>
                <a:ea typeface="IBM Plex Sans"/>
                <a:cs typeface="IBM Plex Sans"/>
              </a:rPr>
              <a:t>52</a:t>
            </a:r>
          </a:p>
        </p:txBody>
      </p:sp>
      <p:sp>
        <p:nvSpPr>
          <p:cNvPr id="55" name="">
            <a:extLst xmlns:a="http://schemas.openxmlformats.org/drawingml/2006/main">
              <a:ext uri="{FF2B5EF4-FFF2-40B4-BE49-F238E27FC236}">
                <a16:creationId xmlns:a16="http://schemas.microsoft.com/office/drawing/2014/main" id="{8D529881-CF91-4F97-B9DC-9CA137880F92}"/>
              </a:ext>
            </a:extLst>
          </p:cNvPr>
          <p:cNvSpPr>
            <a:spLocks xmlns:a="http://schemas.openxmlformats.org/drawingml/2006/main" noGrp="1"/>
          </p:cNvSpPr>
          <p:nvPr/>
        </p:nvSpPr>
        <p:spPr>
          <a:xfrm xmlns:a="http://schemas.openxmlformats.org/drawingml/2006/main">
            <a:off x="2085975" y="5095875"/>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lgn="ctr">
              <a:defRPr sz="1050" b="0">
                <a:solidFill>
                  <a:srgbClr val="4A5D52"/>
                </a:solidFill>
                <a:latin typeface="IBM Plex Sans"/>
                <a:ea typeface="IBM Plex Sans"/>
                <a:cs typeface="IBM Plex Sans"/>
              </a:defRPr>
            </a:pPr>
            <a:r>
              <a:rPr sz="1050" b="0">
                <a:solidFill>
                  <a:srgbClr val="4A5D52"/>
                </a:solidFill>
                <a:latin typeface="IBM Plex Sans"/>
                <a:ea typeface="IBM Plex Sans"/>
                <a:cs typeface="IBM Plex Sans"/>
              </a:rPr>
              <a:t>Vie 25</a:t>
            </a:r>
          </a:p>
        </p:txBody>
      </p:sp>
      <p:sp>
        <p:nvSpPr>
          <p:cNvPr id="56" name="bar-day-3">
            <a:extLst xmlns:a="http://schemas.openxmlformats.org/drawingml/2006/main">
              <a:ext uri="{FF2B5EF4-FFF2-40B4-BE49-F238E27FC236}">
                <a16:creationId xmlns:a16="http://schemas.microsoft.com/office/drawing/2014/main" id="{EA0D5E41-CBB6-422D-BC03-AC2BBBB7395C}"/>
              </a:ext>
            </a:extLst>
          </p:cNvPr>
          <p:cNvSpPr>
            <a:spLocks xmlns:a="http://schemas.openxmlformats.org/drawingml/2006/main" noGrp="1"/>
          </p:cNvSpPr>
          <p:nvPr/>
        </p:nvSpPr>
        <p:spPr>
          <a:xfrm xmlns:a="http://schemas.openxmlformats.org/drawingml/2006/main">
            <a:off x="3200400" y="4514850"/>
            <a:ext cx="590550" cy="438150"/>
          </a:xfrm>
          <a:prstGeom xmlns:a="http://schemas.openxmlformats.org/drawingml/2006/main" prst="roundRect">
            <a:avLst>
              <a:gd name="adj" fmla="val 17391"/>
            </a:avLst>
          </a:prstGeom>
          <a:solidFill xmlns:a="http://schemas.openxmlformats.org/drawingml/2006/main">
            <a:srgbClr val="3F7FB5"/>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13D2FDE0-034D-4728-B3EA-607ADEDCAEF7}"/>
              </a:ext>
            </a:extLst>
          </p:cNvPr>
          <p:cNvSpPr>
            <a:spLocks xmlns:a="http://schemas.openxmlformats.org/drawingml/2006/main" noGrp="1"/>
          </p:cNvSpPr>
          <p:nvPr/>
        </p:nvSpPr>
        <p:spPr>
          <a:xfrm xmlns:a="http://schemas.openxmlformats.org/drawingml/2006/main">
            <a:off x="3162300" y="422910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lgn="ctr">
              <a:defRPr sz="1200" b="1">
                <a:solidFill>
                  <a:srgbClr val="14281E"/>
                </a:solidFill>
                <a:latin typeface="IBM Plex Sans"/>
                <a:ea typeface="IBM Plex Sans"/>
                <a:cs typeface="IBM Plex Sans"/>
              </a:defRPr>
            </a:pPr>
            <a:r>
              <a:rPr sz="1200" b="1">
                <a:solidFill>
                  <a:srgbClr val="14281E"/>
                </a:solidFill>
                <a:latin typeface="IBM Plex Sans"/>
                <a:ea typeface="IBM Plex Sans"/>
                <a:cs typeface="IBM Plex Sans"/>
              </a:rPr>
              <a:t>17</a:t>
            </a:r>
          </a:p>
        </p:txBody>
      </p:sp>
      <p:sp>
        <p:nvSpPr>
          <p:cNvPr id="58" name="">
            <a:extLst xmlns:a="http://schemas.openxmlformats.org/drawingml/2006/main">
              <a:ext uri="{FF2B5EF4-FFF2-40B4-BE49-F238E27FC236}">
                <a16:creationId xmlns:a16="http://schemas.microsoft.com/office/drawing/2014/main" id="{9F8E83F2-2765-4C3B-B203-672669F6EE71}"/>
              </a:ext>
            </a:extLst>
          </p:cNvPr>
          <p:cNvSpPr>
            <a:spLocks xmlns:a="http://schemas.openxmlformats.org/drawingml/2006/main" noGrp="1"/>
          </p:cNvSpPr>
          <p:nvPr/>
        </p:nvSpPr>
        <p:spPr>
          <a:xfrm xmlns:a="http://schemas.openxmlformats.org/drawingml/2006/main">
            <a:off x="3067050" y="5095875"/>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lgn="ctr">
              <a:defRPr sz="1050" b="0">
                <a:solidFill>
                  <a:srgbClr val="4A5D52"/>
                </a:solidFill>
                <a:latin typeface="IBM Plex Sans"/>
                <a:ea typeface="IBM Plex Sans"/>
                <a:cs typeface="IBM Plex Sans"/>
              </a:defRPr>
            </a:pPr>
            <a:r>
              <a:rPr sz="1050" b="0">
                <a:solidFill>
                  <a:srgbClr val="4A5D52"/>
                </a:solidFill>
                <a:latin typeface="IBM Plex Sans"/>
                <a:ea typeface="IBM Plex Sans"/>
                <a:cs typeface="IBM Plex Sans"/>
              </a:rPr>
              <a:t>Sáb 26</a:t>
            </a:r>
          </a:p>
        </p:txBody>
      </p:sp>
      <p:sp>
        <p:nvSpPr>
          <p:cNvPr id="59" name="bar-day-4">
            <a:extLst xmlns:a="http://schemas.openxmlformats.org/drawingml/2006/main">
              <a:ext uri="{FF2B5EF4-FFF2-40B4-BE49-F238E27FC236}">
                <a16:creationId xmlns:a16="http://schemas.microsoft.com/office/drawing/2014/main" id="{21DF1D6F-33AB-4457-902F-4699ED03067C}"/>
              </a:ext>
            </a:extLst>
          </p:cNvPr>
          <p:cNvSpPr>
            <a:spLocks xmlns:a="http://schemas.openxmlformats.org/drawingml/2006/main" noGrp="1"/>
          </p:cNvSpPr>
          <p:nvPr/>
        </p:nvSpPr>
        <p:spPr>
          <a:xfrm xmlns:a="http://schemas.openxmlformats.org/drawingml/2006/main">
            <a:off x="4181475" y="4714875"/>
            <a:ext cx="590550" cy="238125"/>
          </a:xfrm>
          <a:prstGeom xmlns:a="http://schemas.openxmlformats.org/drawingml/2006/main" prst="roundRect">
            <a:avLst>
              <a:gd name="adj" fmla="val 32000"/>
            </a:avLst>
          </a:prstGeom>
          <a:solidFill xmlns:a="http://schemas.openxmlformats.org/drawingml/2006/main">
            <a:srgbClr val="3F7FB5"/>
          </a:solidFill>
          <a:ln xmlns:a="http://schemas.openxmlformats.org/drawingml/2006/main" w="0">
            <a:noFill/>
          </a:ln>
        </p:spPr>
      </p:sp>
      <p:sp>
        <p:nvSpPr>
          <p:cNvPr id="60" name="">
            <a:extLst xmlns:a="http://schemas.openxmlformats.org/drawingml/2006/main">
              <a:ext uri="{FF2B5EF4-FFF2-40B4-BE49-F238E27FC236}">
                <a16:creationId xmlns:a16="http://schemas.microsoft.com/office/drawing/2014/main" id="{E497AD41-02B5-4762-BBF6-DECA401529D9}"/>
              </a:ext>
            </a:extLst>
          </p:cNvPr>
          <p:cNvSpPr>
            <a:spLocks xmlns:a="http://schemas.openxmlformats.org/drawingml/2006/main" noGrp="1"/>
          </p:cNvSpPr>
          <p:nvPr/>
        </p:nvSpPr>
        <p:spPr>
          <a:xfrm xmlns:a="http://schemas.openxmlformats.org/drawingml/2006/main">
            <a:off x="4143375" y="44291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lgn="ctr">
              <a:defRPr sz="1200" b="1">
                <a:solidFill>
                  <a:srgbClr val="14281E"/>
                </a:solidFill>
                <a:latin typeface="IBM Plex Sans"/>
                <a:ea typeface="IBM Plex Sans"/>
                <a:cs typeface="IBM Plex Sans"/>
              </a:defRPr>
            </a:pPr>
            <a:r>
              <a:rPr sz="1200" b="1">
                <a:solidFill>
                  <a:srgbClr val="14281E"/>
                </a:solidFill>
                <a:latin typeface="IBM Plex Sans"/>
                <a:ea typeface="IBM Plex Sans"/>
                <a:cs typeface="IBM Plex Sans"/>
              </a:rPr>
              <a:t>9</a:t>
            </a:r>
          </a:p>
        </p:txBody>
      </p:sp>
      <p:sp>
        <p:nvSpPr>
          <p:cNvPr id="61" name="">
            <a:extLst xmlns:a="http://schemas.openxmlformats.org/drawingml/2006/main">
              <a:ext uri="{FF2B5EF4-FFF2-40B4-BE49-F238E27FC236}">
                <a16:creationId xmlns:a16="http://schemas.microsoft.com/office/drawing/2014/main" id="{5A076591-1EA3-4542-A528-8128D0914838}"/>
              </a:ext>
            </a:extLst>
          </p:cNvPr>
          <p:cNvSpPr>
            <a:spLocks xmlns:a="http://schemas.openxmlformats.org/drawingml/2006/main" noGrp="1"/>
          </p:cNvSpPr>
          <p:nvPr/>
        </p:nvSpPr>
        <p:spPr>
          <a:xfrm xmlns:a="http://schemas.openxmlformats.org/drawingml/2006/main">
            <a:off x="4048125" y="5095875"/>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lgn="ctr">
              <a:defRPr sz="1050" b="0">
                <a:solidFill>
                  <a:srgbClr val="4A5D52"/>
                </a:solidFill>
                <a:latin typeface="IBM Plex Sans"/>
                <a:ea typeface="IBM Plex Sans"/>
                <a:cs typeface="IBM Plex Sans"/>
              </a:defRPr>
            </a:pPr>
            <a:r>
              <a:rPr sz="1050" b="0">
                <a:solidFill>
                  <a:srgbClr val="4A5D52"/>
                </a:solidFill>
                <a:latin typeface="IBM Plex Sans"/>
                <a:ea typeface="IBM Plex Sans"/>
                <a:cs typeface="IBM Plex Sans"/>
              </a:rPr>
              <a:t>Dom 27</a:t>
            </a:r>
          </a:p>
        </p:txBody>
      </p:sp>
      <p:sp>
        <p:nvSpPr>
          <p:cNvPr id="62" name="bar-day-5">
            <a:extLst xmlns:a="http://schemas.openxmlformats.org/drawingml/2006/main">
              <a:ext uri="{FF2B5EF4-FFF2-40B4-BE49-F238E27FC236}">
                <a16:creationId xmlns:a16="http://schemas.microsoft.com/office/drawing/2014/main" id="{6F1C3164-E08F-40A4-8620-65EE78216690}"/>
              </a:ext>
            </a:extLst>
          </p:cNvPr>
          <p:cNvSpPr>
            <a:spLocks xmlns:a="http://schemas.openxmlformats.org/drawingml/2006/main" noGrp="1"/>
          </p:cNvSpPr>
          <p:nvPr/>
        </p:nvSpPr>
        <p:spPr>
          <a:xfrm xmlns:a="http://schemas.openxmlformats.org/drawingml/2006/main">
            <a:off x="5162550" y="2905125"/>
            <a:ext cx="590550" cy="2047875"/>
          </a:xfrm>
          <a:prstGeom xmlns:a="http://schemas.openxmlformats.org/drawingml/2006/main" prst="roundRect">
            <a:avLst>
              <a:gd name="adj" fmla="val 12903"/>
            </a:avLst>
          </a:prstGeom>
          <a:solidFill xmlns:a="http://schemas.openxmlformats.org/drawingml/2006/main">
            <a:srgbClr val="1F4E7A"/>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74FA30AA-BDDA-4295-A9C0-9CE7354D121A}"/>
              </a:ext>
            </a:extLst>
          </p:cNvPr>
          <p:cNvSpPr>
            <a:spLocks xmlns:a="http://schemas.openxmlformats.org/drawingml/2006/main" noGrp="1"/>
          </p:cNvSpPr>
          <p:nvPr/>
        </p:nvSpPr>
        <p:spPr>
          <a:xfrm xmlns:a="http://schemas.openxmlformats.org/drawingml/2006/main">
            <a:off x="5124450" y="261937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lgn="ctr">
              <a:defRPr sz="1200" b="1">
                <a:solidFill>
                  <a:srgbClr val="14281E"/>
                </a:solidFill>
                <a:latin typeface="IBM Plex Sans"/>
                <a:ea typeface="IBM Plex Sans"/>
                <a:cs typeface="IBM Plex Sans"/>
              </a:defRPr>
            </a:pPr>
            <a:r>
              <a:rPr sz="1200" b="1">
                <a:solidFill>
                  <a:srgbClr val="14281E"/>
                </a:solidFill>
                <a:latin typeface="IBM Plex Sans"/>
                <a:ea typeface="IBM Plex Sans"/>
                <a:cs typeface="IBM Plex Sans"/>
              </a:rPr>
              <a:t>79</a:t>
            </a:r>
          </a:p>
        </p:txBody>
      </p:sp>
      <p:sp>
        <p:nvSpPr>
          <p:cNvPr id="64" name="">
            <a:extLst xmlns:a="http://schemas.openxmlformats.org/drawingml/2006/main">
              <a:ext uri="{FF2B5EF4-FFF2-40B4-BE49-F238E27FC236}">
                <a16:creationId xmlns:a16="http://schemas.microsoft.com/office/drawing/2014/main" id="{EFA91190-7384-4F1F-8D0C-F6F1E578B9C7}"/>
              </a:ext>
            </a:extLst>
          </p:cNvPr>
          <p:cNvSpPr>
            <a:spLocks xmlns:a="http://schemas.openxmlformats.org/drawingml/2006/main" noGrp="1"/>
          </p:cNvSpPr>
          <p:nvPr/>
        </p:nvSpPr>
        <p:spPr>
          <a:xfrm xmlns:a="http://schemas.openxmlformats.org/drawingml/2006/main">
            <a:off x="5029200" y="5095875"/>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lgn="ctr">
              <a:defRPr sz="1050" b="0">
                <a:solidFill>
                  <a:srgbClr val="4A5D52"/>
                </a:solidFill>
                <a:latin typeface="IBM Plex Sans"/>
                <a:ea typeface="IBM Plex Sans"/>
                <a:cs typeface="IBM Plex Sans"/>
              </a:defRPr>
            </a:pPr>
            <a:r>
              <a:rPr sz="1050" b="0">
                <a:solidFill>
                  <a:srgbClr val="4A5D52"/>
                </a:solidFill>
                <a:latin typeface="IBM Plex Sans"/>
                <a:ea typeface="IBM Plex Sans"/>
                <a:cs typeface="IBM Plex Sans"/>
              </a:rPr>
              <a:t>Lun 28</a:t>
            </a:r>
          </a:p>
        </p:txBody>
      </p:sp>
      <p:sp>
        <p:nvSpPr>
          <p:cNvPr id="65" name="bar-day-6">
            <a:extLst xmlns:a="http://schemas.openxmlformats.org/drawingml/2006/main">
              <a:ext uri="{FF2B5EF4-FFF2-40B4-BE49-F238E27FC236}">
                <a16:creationId xmlns:a16="http://schemas.microsoft.com/office/drawing/2014/main" id="{C8E5D6B8-3C7D-493D-AFEE-9F390AD66322}"/>
              </a:ext>
            </a:extLst>
          </p:cNvPr>
          <p:cNvSpPr>
            <a:spLocks xmlns:a="http://schemas.openxmlformats.org/drawingml/2006/main" noGrp="1"/>
          </p:cNvSpPr>
          <p:nvPr/>
        </p:nvSpPr>
        <p:spPr>
          <a:xfrm xmlns:a="http://schemas.openxmlformats.org/drawingml/2006/main">
            <a:off x="6143625" y="2847975"/>
            <a:ext cx="590550" cy="2105025"/>
          </a:xfrm>
          <a:prstGeom xmlns:a="http://schemas.openxmlformats.org/drawingml/2006/main" prst="roundRect">
            <a:avLst>
              <a:gd name="adj" fmla="val 12903"/>
            </a:avLst>
          </a:prstGeom>
          <a:solidFill xmlns:a="http://schemas.openxmlformats.org/drawingml/2006/main">
            <a:srgbClr val="1F4E7A"/>
          </a:solidFill>
          <a:ln xmlns:a="http://schemas.openxmlformats.org/drawingml/2006/main" w="0">
            <a:noFill/>
          </a:ln>
        </p:spPr>
      </p:sp>
      <p:sp>
        <p:nvSpPr>
          <p:cNvPr id="66" name="">
            <a:extLst xmlns:a="http://schemas.openxmlformats.org/drawingml/2006/main">
              <a:ext uri="{FF2B5EF4-FFF2-40B4-BE49-F238E27FC236}">
                <a16:creationId xmlns:a16="http://schemas.microsoft.com/office/drawing/2014/main" id="{98367F30-E292-4713-ABC5-23A963598658}"/>
              </a:ext>
            </a:extLst>
          </p:cNvPr>
          <p:cNvSpPr>
            <a:spLocks xmlns:a="http://schemas.openxmlformats.org/drawingml/2006/main" noGrp="1"/>
          </p:cNvSpPr>
          <p:nvPr/>
        </p:nvSpPr>
        <p:spPr>
          <a:xfrm xmlns:a="http://schemas.openxmlformats.org/drawingml/2006/main">
            <a:off x="6105525" y="25622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lgn="ctr">
              <a:defRPr sz="1200" b="1">
                <a:solidFill>
                  <a:srgbClr val="14281E"/>
                </a:solidFill>
                <a:latin typeface="IBM Plex Sans"/>
                <a:ea typeface="IBM Plex Sans"/>
                <a:cs typeface="IBM Plex Sans"/>
              </a:defRPr>
            </a:pPr>
            <a:r>
              <a:rPr sz="1200" b="1">
                <a:solidFill>
                  <a:srgbClr val="14281E"/>
                </a:solidFill>
                <a:latin typeface="IBM Plex Sans"/>
                <a:ea typeface="IBM Plex Sans"/>
                <a:cs typeface="IBM Plex Sans"/>
              </a:rPr>
              <a:t>81</a:t>
            </a:r>
          </a:p>
        </p:txBody>
      </p:sp>
      <p:sp>
        <p:nvSpPr>
          <p:cNvPr id="67" name="">
            <a:extLst xmlns:a="http://schemas.openxmlformats.org/drawingml/2006/main">
              <a:ext uri="{FF2B5EF4-FFF2-40B4-BE49-F238E27FC236}">
                <a16:creationId xmlns:a16="http://schemas.microsoft.com/office/drawing/2014/main" id="{41BCB1D2-72AA-40E2-AF2D-F447E348FDD6}"/>
              </a:ext>
            </a:extLst>
          </p:cNvPr>
          <p:cNvSpPr>
            <a:spLocks xmlns:a="http://schemas.openxmlformats.org/drawingml/2006/main" noGrp="1"/>
          </p:cNvSpPr>
          <p:nvPr/>
        </p:nvSpPr>
        <p:spPr>
          <a:xfrm xmlns:a="http://schemas.openxmlformats.org/drawingml/2006/main">
            <a:off x="6010275" y="5095875"/>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lgn="ctr">
              <a:defRPr sz="1050" b="0">
                <a:solidFill>
                  <a:srgbClr val="4A5D52"/>
                </a:solidFill>
                <a:latin typeface="IBM Plex Sans"/>
                <a:ea typeface="IBM Plex Sans"/>
                <a:cs typeface="IBM Plex Sans"/>
              </a:defRPr>
            </a:pPr>
            <a:r>
              <a:rPr sz="1050" b="0">
                <a:solidFill>
                  <a:srgbClr val="4A5D52"/>
                </a:solidFill>
                <a:latin typeface="IBM Plex Sans"/>
                <a:ea typeface="IBM Plex Sans"/>
                <a:cs typeface="IBM Plex Sans"/>
              </a:rPr>
              <a:t>Mar 29</a:t>
            </a:r>
          </a:p>
        </p:txBody>
      </p:sp>
      <p:sp>
        <p:nvSpPr>
          <p:cNvPr id="68" name="bar-day-7">
            <a:extLst xmlns:a="http://schemas.openxmlformats.org/drawingml/2006/main">
              <a:ext uri="{FF2B5EF4-FFF2-40B4-BE49-F238E27FC236}">
                <a16:creationId xmlns:a16="http://schemas.microsoft.com/office/drawing/2014/main" id="{7DDE9D67-A025-4C42-B808-A97CB64E0D1A}"/>
              </a:ext>
            </a:extLst>
          </p:cNvPr>
          <p:cNvSpPr>
            <a:spLocks xmlns:a="http://schemas.openxmlformats.org/drawingml/2006/main" noGrp="1"/>
          </p:cNvSpPr>
          <p:nvPr/>
        </p:nvSpPr>
        <p:spPr>
          <a:xfrm xmlns:a="http://schemas.openxmlformats.org/drawingml/2006/main">
            <a:off x="7124700" y="3038475"/>
            <a:ext cx="590550" cy="1914525"/>
          </a:xfrm>
          <a:prstGeom xmlns:a="http://schemas.openxmlformats.org/drawingml/2006/main" prst="roundRect">
            <a:avLst>
              <a:gd name="adj" fmla="val 12903"/>
            </a:avLst>
          </a:prstGeom>
          <a:solidFill xmlns:a="http://schemas.openxmlformats.org/drawingml/2006/main">
            <a:srgbClr val="1F4E7A"/>
          </a:solidFill>
          <a:ln xmlns:a="http://schemas.openxmlformats.org/drawingml/2006/main" w="0">
            <a:noFill/>
          </a:ln>
        </p:spPr>
      </p:sp>
      <p:sp>
        <p:nvSpPr>
          <p:cNvPr id="69" name="">
            <a:extLst xmlns:a="http://schemas.openxmlformats.org/drawingml/2006/main">
              <a:ext uri="{FF2B5EF4-FFF2-40B4-BE49-F238E27FC236}">
                <a16:creationId xmlns:a16="http://schemas.microsoft.com/office/drawing/2014/main" id="{64DF0395-2251-4560-89C1-B35DC9E2C3BD}"/>
              </a:ext>
            </a:extLst>
          </p:cNvPr>
          <p:cNvSpPr>
            <a:spLocks xmlns:a="http://schemas.openxmlformats.org/drawingml/2006/main" noGrp="1"/>
          </p:cNvSpPr>
          <p:nvPr/>
        </p:nvSpPr>
        <p:spPr>
          <a:xfrm xmlns:a="http://schemas.openxmlformats.org/drawingml/2006/main">
            <a:off x="7086600" y="27527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lgn="ctr">
              <a:defRPr sz="1200" b="1">
                <a:solidFill>
                  <a:srgbClr val="14281E"/>
                </a:solidFill>
                <a:latin typeface="IBM Plex Sans"/>
                <a:ea typeface="IBM Plex Sans"/>
                <a:cs typeface="IBM Plex Sans"/>
              </a:defRPr>
            </a:pPr>
            <a:r>
              <a:rPr sz="1200" b="1">
                <a:solidFill>
                  <a:srgbClr val="14281E"/>
                </a:solidFill>
                <a:latin typeface="IBM Plex Sans"/>
                <a:ea typeface="IBM Plex Sans"/>
                <a:cs typeface="IBM Plex Sans"/>
              </a:rPr>
              <a:t>74</a:t>
            </a:r>
          </a:p>
        </p:txBody>
      </p:sp>
      <p:sp>
        <p:nvSpPr>
          <p:cNvPr id="70" name="">
            <a:extLst xmlns:a="http://schemas.openxmlformats.org/drawingml/2006/main">
              <a:ext uri="{FF2B5EF4-FFF2-40B4-BE49-F238E27FC236}">
                <a16:creationId xmlns:a16="http://schemas.microsoft.com/office/drawing/2014/main" id="{0CC505CB-1D4C-4D22-B1A5-CA9CA70DB257}"/>
              </a:ext>
            </a:extLst>
          </p:cNvPr>
          <p:cNvSpPr>
            <a:spLocks xmlns:a="http://schemas.openxmlformats.org/drawingml/2006/main" noGrp="1"/>
          </p:cNvSpPr>
          <p:nvPr/>
        </p:nvSpPr>
        <p:spPr>
          <a:xfrm xmlns:a="http://schemas.openxmlformats.org/drawingml/2006/main">
            <a:off x="6991350" y="5095875"/>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lgn="ctr">
              <a:defRPr sz="1050" b="0">
                <a:solidFill>
                  <a:srgbClr val="4A5D52"/>
                </a:solidFill>
                <a:latin typeface="IBM Plex Sans"/>
                <a:ea typeface="IBM Plex Sans"/>
                <a:cs typeface="IBM Plex Sans"/>
              </a:defRPr>
            </a:pPr>
            <a:r>
              <a:rPr sz="1050" b="0">
                <a:solidFill>
                  <a:srgbClr val="4A5D52"/>
                </a:solidFill>
                <a:latin typeface="IBM Plex Sans"/>
                <a:ea typeface="IBM Plex Sans"/>
                <a:cs typeface="IBM Plex Sans"/>
              </a:rPr>
              <a:t>Mié 30</a:t>
            </a:r>
          </a:p>
        </p:txBody>
      </p:sp>
      <p:sp>
        <p:nvSpPr>
          <p:cNvPr id="71" name="">
            <a:extLst xmlns:a="http://schemas.openxmlformats.org/drawingml/2006/main">
              <a:ext uri="{FF2B5EF4-FFF2-40B4-BE49-F238E27FC236}">
                <a16:creationId xmlns:a16="http://schemas.microsoft.com/office/drawing/2014/main" id="{2E8389C8-E103-4FE0-9AC9-B528C5FB61D1}"/>
              </a:ext>
            </a:extLst>
          </p:cNvPr>
          <p:cNvSpPr>
            <a:spLocks xmlns:a="http://schemas.openxmlformats.org/drawingml/2006/main" noGrp="1"/>
          </p:cNvSpPr>
          <p:nvPr/>
        </p:nvSpPr>
        <p:spPr>
          <a:xfrm xmlns:a="http://schemas.openxmlformats.org/drawingml/2006/main">
            <a:off x="8715375" y="1905000"/>
            <a:ext cx="2667000" cy="1104900"/>
          </a:xfrm>
          <a:prstGeom xmlns:a="http://schemas.openxmlformats.org/drawingml/2006/main" prst="roundRect">
            <a:avLst>
              <a:gd name="adj" fmla="val 6897"/>
            </a:avLst>
          </a:prstGeom>
          <a:solidFill xmlns:a="http://schemas.openxmlformats.org/drawingml/2006/main">
            <a:srgbClr val="FCFDFB"/>
          </a:solidFill>
          <a:ln xmlns:a="http://schemas.openxmlformats.org/drawingml/2006/main" w="9525">
            <a:solidFill>
              <a:srgbClr val="D3E2D7"/>
            </a:solidFill>
          </a:ln>
        </p:spPr>
      </p:sp>
      <p:sp>
        <p:nvSpPr>
          <p:cNvPr id="72" name="">
            <a:extLst xmlns:a="http://schemas.openxmlformats.org/drawingml/2006/main">
              <a:ext uri="{FF2B5EF4-FFF2-40B4-BE49-F238E27FC236}">
                <a16:creationId xmlns:a16="http://schemas.microsoft.com/office/drawing/2014/main" id="{5F52DFA7-3090-4B0F-B5E2-2104E6A93DCF}"/>
              </a:ext>
            </a:extLst>
          </p:cNvPr>
          <p:cNvSpPr>
            <a:spLocks xmlns:a="http://schemas.openxmlformats.org/drawingml/2006/main" noGrp="1"/>
          </p:cNvSpPr>
          <p:nvPr/>
        </p:nvSpPr>
        <p:spPr>
          <a:xfrm xmlns:a="http://schemas.openxmlformats.org/drawingml/2006/main">
            <a:off x="8934450" y="2095500"/>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118"/>
          </a:bodyPr>
          <a:lstStyle xmlns:a="http://schemas.openxmlformats.org/drawingml/2006/main"/>
          <a:p xmlns:a="http://schemas.openxmlformats.org/drawingml/2006/main">
            <a:pPr algn="l">
              <a:defRPr sz="2550" b="1">
                <a:solidFill>
                  <a:srgbClr val="1F4E7A"/>
                </a:solidFill>
                <a:latin typeface="IBM Plex Sans"/>
                <a:ea typeface="IBM Plex Sans"/>
                <a:cs typeface="IBM Plex Sans"/>
              </a:defRPr>
            </a:pPr>
            <a:r>
              <a:rPr sz="2550" b="1">
                <a:solidFill>
                  <a:srgbClr val="1F4E7A"/>
                </a:solidFill>
                <a:latin typeface="IBM Plex Sans"/>
                <a:ea typeface="IBM Plex Sans"/>
                <a:cs typeface="IBM Plex Sans"/>
              </a:rPr>
              <a:t>234</a:t>
            </a:r>
          </a:p>
        </p:txBody>
      </p:sp>
      <p:sp>
        <p:nvSpPr>
          <p:cNvPr id="73" name="">
            <a:extLst xmlns:a="http://schemas.openxmlformats.org/drawingml/2006/main">
              <a:ext uri="{FF2B5EF4-FFF2-40B4-BE49-F238E27FC236}">
                <a16:creationId xmlns:a16="http://schemas.microsoft.com/office/drawing/2014/main" id="{E321104A-E63D-49D2-A9CF-9A372D6ACFEF}"/>
              </a:ext>
            </a:extLst>
          </p:cNvPr>
          <p:cNvSpPr>
            <a:spLocks xmlns:a="http://schemas.openxmlformats.org/drawingml/2006/main" noGrp="1"/>
          </p:cNvSpPr>
          <p:nvPr/>
        </p:nvSpPr>
        <p:spPr>
          <a:xfrm xmlns:a="http://schemas.openxmlformats.org/drawingml/2006/main">
            <a:off x="8934450" y="257175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316"/>
          </a:bodyPr>
          <a:lstStyle xmlns:a="http://schemas.openxmlformats.org/drawingml/2006/main"/>
          <a:p xmlns:a="http://schemas.openxmlformats.org/drawingml/2006/main">
            <a:pPr algn="l">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movimientos de lunes a miércoles</a:t>
            </a:r>
          </a:p>
        </p:txBody>
      </p:sp>
      <p:sp>
        <p:nvSpPr>
          <p:cNvPr id="74" name="">
            <a:extLst xmlns:a="http://schemas.openxmlformats.org/drawingml/2006/main">
              <a:ext uri="{FF2B5EF4-FFF2-40B4-BE49-F238E27FC236}">
                <a16:creationId xmlns:a16="http://schemas.microsoft.com/office/drawing/2014/main" id="{5835FB69-6A3C-4719-BFC9-726EDDCBDF0A}"/>
              </a:ext>
            </a:extLst>
          </p:cNvPr>
          <p:cNvSpPr>
            <a:spLocks xmlns:a="http://schemas.openxmlformats.org/drawingml/2006/main" noGrp="1"/>
          </p:cNvSpPr>
          <p:nvPr/>
        </p:nvSpPr>
        <p:spPr>
          <a:xfrm xmlns:a="http://schemas.openxmlformats.org/drawingml/2006/main">
            <a:off x="8715375" y="3190875"/>
            <a:ext cx="2667000" cy="1104900"/>
          </a:xfrm>
          <a:prstGeom xmlns:a="http://schemas.openxmlformats.org/drawingml/2006/main" prst="roundRect">
            <a:avLst>
              <a:gd name="adj" fmla="val 6897"/>
            </a:avLst>
          </a:prstGeom>
          <a:solidFill xmlns:a="http://schemas.openxmlformats.org/drawingml/2006/main">
            <a:srgbClr val="FCFDFB"/>
          </a:solidFill>
          <a:ln xmlns:a="http://schemas.openxmlformats.org/drawingml/2006/main" w="9525">
            <a:solidFill>
              <a:srgbClr val="D3E2D7"/>
            </a:solidFill>
          </a:ln>
        </p:spPr>
      </p:sp>
      <p:sp>
        <p:nvSpPr>
          <p:cNvPr id="75" name="">
            <a:extLst xmlns:a="http://schemas.openxmlformats.org/drawingml/2006/main">
              <a:ext uri="{FF2B5EF4-FFF2-40B4-BE49-F238E27FC236}">
                <a16:creationId xmlns:a16="http://schemas.microsoft.com/office/drawing/2014/main" id="{06FC5B33-0C13-42C4-956A-B3F750D7D302}"/>
              </a:ext>
            </a:extLst>
          </p:cNvPr>
          <p:cNvSpPr>
            <a:spLocks xmlns:a="http://schemas.openxmlformats.org/drawingml/2006/main" noGrp="1"/>
          </p:cNvSpPr>
          <p:nvPr/>
        </p:nvSpPr>
        <p:spPr>
          <a:xfrm xmlns:a="http://schemas.openxmlformats.org/drawingml/2006/main">
            <a:off x="8934450" y="3381375"/>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118"/>
          </a:bodyPr>
          <a:lstStyle xmlns:a="http://schemas.openxmlformats.org/drawingml/2006/main"/>
          <a:p xmlns:a="http://schemas.openxmlformats.org/drawingml/2006/main">
            <a:pPr algn="l">
              <a:defRPr sz="2550" b="1">
                <a:solidFill>
                  <a:srgbClr val="1F4E7A"/>
                </a:solidFill>
                <a:latin typeface="IBM Plex Sans"/>
                <a:ea typeface="IBM Plex Sans"/>
                <a:cs typeface="IBM Plex Sans"/>
              </a:defRPr>
            </a:pPr>
            <a:r>
              <a:rPr sz="2550" b="1">
                <a:solidFill>
                  <a:srgbClr val="1F4E7A"/>
                </a:solidFill>
                <a:latin typeface="IBM Plex Sans"/>
                <a:ea typeface="IBM Plex Sans"/>
                <a:cs typeface="IBM Plex Sans"/>
              </a:rPr>
              <a:t>61 %</a:t>
            </a:r>
          </a:p>
        </p:txBody>
      </p:sp>
      <p:sp>
        <p:nvSpPr>
          <p:cNvPr id="76" name="">
            <a:extLst xmlns:a="http://schemas.openxmlformats.org/drawingml/2006/main">
              <a:ext uri="{FF2B5EF4-FFF2-40B4-BE49-F238E27FC236}">
                <a16:creationId xmlns:a16="http://schemas.microsoft.com/office/drawing/2014/main" id="{8266825B-E2CE-4E62-8FC9-7D85B3B66D50}"/>
              </a:ext>
            </a:extLst>
          </p:cNvPr>
          <p:cNvSpPr>
            <a:spLocks xmlns:a="http://schemas.openxmlformats.org/drawingml/2006/main" noGrp="1"/>
          </p:cNvSpPr>
          <p:nvPr/>
        </p:nvSpPr>
        <p:spPr>
          <a:xfrm xmlns:a="http://schemas.openxmlformats.org/drawingml/2006/main">
            <a:off x="8934450" y="3857625"/>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del volumen semanal</a:t>
            </a:r>
          </a:p>
        </p:txBody>
      </p:sp>
      <p:sp>
        <p:nvSpPr>
          <p:cNvPr id="77" name="takeaway">
            <a:extLst xmlns:a="http://schemas.openxmlformats.org/drawingml/2006/main">
              <a:ext uri="{FF2B5EF4-FFF2-40B4-BE49-F238E27FC236}">
                <a16:creationId xmlns:a16="http://schemas.microsoft.com/office/drawing/2014/main" id="{706753CB-AA4F-40AC-AB4F-C86BFD8DD535}"/>
              </a:ext>
            </a:extLst>
          </p:cNvPr>
          <p:cNvSpPr>
            <a:spLocks xmlns:a="http://schemas.openxmlformats.org/drawingml/2006/main" noGrp="1"/>
          </p:cNvSpPr>
          <p:nvPr/>
        </p:nvSpPr>
        <p:spPr>
          <a:xfrm xmlns:a="http://schemas.openxmlformats.org/drawingml/2006/main">
            <a:off x="8715375" y="4524375"/>
            <a:ext cx="2667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4281E"/>
                </a:solidFill>
                <a:latin typeface="IBM Plex Sans"/>
                <a:ea typeface="IBM Plex Sans"/>
                <a:cs typeface="IBM Plex Sans"/>
              </a:defRPr>
            </a:pPr>
            <a:r>
              <a:rPr sz="1350" b="0">
                <a:solidFill>
                  <a:srgbClr val="14281E"/>
                </a:solidFill>
                <a:latin typeface="IBM Plex Sans"/>
                <a:ea typeface="IBM Plex Sans"/>
                <a:cs typeface="IBM Plex Sans"/>
              </a:rPr>
              <a:t>El martes fue el día de mayor movimiento, con 81. Entre lunes y miércoles se concentraron 234 de los 383 movimientos de la semana.</a:t>
            </a:r>
          </a:p>
        </p:txBody>
      </p:sp>
      <p:sp>
        <p:nvSpPr>
          <p:cNvPr id="78" name="footer">
            <a:extLst xmlns:a="http://schemas.openxmlformats.org/drawingml/2006/main">
              <a:ext uri="{FF2B5EF4-FFF2-40B4-BE49-F238E27FC236}">
                <a16:creationId xmlns:a16="http://schemas.microsoft.com/office/drawing/2014/main" id="{E1C5A9D2-0C6B-41EA-AB15-241449DDA96C}"/>
              </a:ext>
            </a:extLst>
          </p:cNvPr>
          <p:cNvSpPr>
            <a:spLocks xmlns:a="http://schemas.openxmlformats.org/drawingml/2006/main" noGrp="1"/>
          </p:cNvSpPr>
          <p:nvPr/>
        </p:nvSpPr>
        <p:spPr>
          <a:xfrm xmlns:a="http://schemas.openxmlformats.org/drawingml/2006/main">
            <a:off x="2476500" y="62293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Comité de Logística Nodo Sur · 24–30/09 · 25</a:t>
            </a:r>
          </a:p>
        </p:txBody>
      </p:sp>
    </p:spTree>
    <p:extLst>
      <p:ext uri="{BB962C8B-B14F-4D97-AF65-F5344CB8AC3E}">
        <p14:creationId xmlns:p14="http://schemas.microsoft.com/office/powerpoint/2010/main" val="1497874912"/>
      </p:ext>
    </p:extLst>
  </p:cSld>
</p:sld>
</file>

<file path=ppt/slides/slide26.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pic>
        <p:nvPicPr>
          <p:cNvPr id="72" name="Image 0"/>
          <p:cNvPicPr>
            <a:picLocks xmlns:a="http://schemas.openxmlformats.org/drawingml/2006/main" noChangeAspect="1"/>
          </p:cNvPicPr>
          <p:nvPr/>
        </p:nvPicPr>
        <p:blipFill>
          <a:blip xmlns:r="http://schemas.openxmlformats.org/officeDocument/2006/relationships" xmlns:a="http://schemas.openxmlformats.org/drawingml/2006/main" r:embed="Rfcb13cd8d36f49b5"/>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pic>
        <p:nvPicPr>
          <p:cNvPr id="73" name="Image 1"/>
          <p:cNvPicPr>
            <a:picLocks xmlns:a="http://schemas.openxmlformats.org/drawingml/2006/main" noChangeAspect="1"/>
          </p:cNvPicPr>
          <p:nvPr/>
        </p:nvPicPr>
        <p:blipFill>
          <a:blip xmlns:r="http://schemas.openxmlformats.org/officeDocument/2006/relationships" xmlns:a="http://schemas.openxmlformats.org/drawingml/2006/main" r:embed="Rcec26d43fd984a0e"/>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
        <p:nvSpPr>
          <p:cNvPr id="52" name="section-tag-bg">
            <a:extLst xmlns:a="http://schemas.openxmlformats.org/drawingml/2006/main">
              <a:ext uri="{FF2B5EF4-FFF2-40B4-BE49-F238E27FC236}">
                <a16:creationId xmlns:a16="http://schemas.microsoft.com/office/drawing/2014/main" id="{8C56AA5D-BB1F-4A69-BFA1-963F1D7EB996}"/>
              </a:ext>
            </a:extLst>
          </p:cNvPr>
          <p:cNvSpPr>
            <a:spLocks xmlns:a="http://schemas.openxmlformats.org/drawingml/2006/main" noGrp="1"/>
          </p:cNvSpPr>
          <p:nvPr/>
        </p:nvSpPr>
        <p:spPr>
          <a:xfrm xmlns:a="http://schemas.openxmlformats.org/drawingml/2006/main">
            <a:off x="809625" y="419100"/>
            <a:ext cx="2190750" cy="323850"/>
          </a:xfrm>
          <a:prstGeom xmlns:a="http://schemas.openxmlformats.org/drawingml/2006/main" prst="roundRect">
            <a:avLst>
              <a:gd name="adj" fmla="val 23529"/>
            </a:avLst>
          </a:prstGeom>
          <a:solidFill xmlns:a="http://schemas.openxmlformats.org/drawingml/2006/main">
            <a:srgbClr val="1F4E7A"/>
          </a:solidFill>
          <a:ln xmlns:a="http://schemas.openxmlformats.org/drawingml/2006/main" w="0">
            <a:noFill/>
          </a:ln>
        </p:spPr>
      </p:sp>
      <p:sp>
        <p:nvSpPr>
          <p:cNvPr id="53" name="section-tag">
            <a:extLst xmlns:a="http://schemas.openxmlformats.org/drawingml/2006/main">
              <a:ext uri="{FF2B5EF4-FFF2-40B4-BE49-F238E27FC236}">
                <a16:creationId xmlns:a16="http://schemas.microsoft.com/office/drawing/2014/main" id="{56501598-C8DA-4447-9763-63E2B2553441}"/>
              </a:ext>
            </a:extLst>
          </p:cNvPr>
          <p:cNvSpPr>
            <a:spLocks xmlns:a="http://schemas.openxmlformats.org/drawingml/2006/main" noGrp="1"/>
          </p:cNvSpPr>
          <p:nvPr/>
        </p:nvSpPr>
        <p:spPr>
          <a:xfrm xmlns:a="http://schemas.openxmlformats.org/drawingml/2006/main">
            <a:off x="933450" y="466725"/>
            <a:ext cx="1952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208"/>
          </a:bodyPr>
          <a:lstStyle xmlns:a="http://schemas.openxmlformats.org/drawingml/2006/main"/>
          <a:p xmlns:a="http://schemas.openxmlformats.org/drawingml/2006/main">
            <a:pPr algn="l">
              <a:defRPr sz="1200" b="1">
                <a:solidFill>
                  <a:srgbClr val="F5F8F4"/>
                </a:solidFill>
                <a:latin typeface="IBM Plex Sans"/>
                <a:ea typeface="IBM Plex Sans"/>
                <a:cs typeface="IBM Plex Sans"/>
              </a:defRPr>
            </a:pPr>
            <a:r>
              <a:rPr sz="1200" b="1">
                <a:solidFill>
                  <a:srgbClr val="F5F8F4"/>
                </a:solidFill>
                <a:latin typeface="IBM Plex Sans"/>
                <a:ea typeface="IBM Plex Sans"/>
                <a:cs typeface="IBM Plex Sans"/>
              </a:rPr>
              <a:t>LÍQUIDOS</a:t>
            </a:r>
          </a:p>
        </p:txBody>
      </p:sp>
      <p:sp>
        <p:nvSpPr>
          <p:cNvPr id="54" name="title">
            <a:extLst xmlns:a="http://schemas.openxmlformats.org/drawingml/2006/main">
              <a:ext uri="{FF2B5EF4-FFF2-40B4-BE49-F238E27FC236}">
                <a16:creationId xmlns:a16="http://schemas.microsoft.com/office/drawing/2014/main" id="{60692B24-073B-4F75-B107-523A82888930}"/>
              </a:ext>
            </a:extLst>
          </p:cNvPr>
          <p:cNvSpPr>
            <a:spLocks xmlns:a="http://schemas.openxmlformats.org/drawingml/2006/main" noGrp="1"/>
          </p:cNvSpPr>
          <p:nvPr/>
        </p:nvSpPr>
        <p:spPr>
          <a:xfrm xmlns:a="http://schemas.openxmlformats.org/drawingml/2006/main">
            <a:off x="809625" y="8667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850" b="1">
                <a:solidFill>
                  <a:srgbClr val="14281E"/>
                </a:solidFill>
                <a:latin typeface="IBM Plex Sans"/>
                <a:ea typeface="IBM Plex Sans"/>
                <a:cs typeface="IBM Plex Sans"/>
              </a:defRPr>
            </a:pPr>
            <a:r>
              <a:rPr sz="2850" b="1">
                <a:solidFill>
                  <a:srgbClr val="14281E"/>
                </a:solidFill>
                <a:latin typeface="IBM Plex Sans"/>
                <a:ea typeface="IBM Plex Sans"/>
                <a:cs typeface="IBM Plex Sans"/>
              </a:rPr>
              <a:t>Los recorridos clasificados se concentraron en SL1</a:t>
            </a:r>
          </a:p>
        </p:txBody>
      </p:sp>
      <p:sp>
        <p:nvSpPr>
          <p:cNvPr id="55" name="">
            <a:extLst xmlns:a="http://schemas.openxmlformats.org/drawingml/2006/main">
              <a:ext uri="{FF2B5EF4-FFF2-40B4-BE49-F238E27FC236}">
                <a16:creationId xmlns:a16="http://schemas.microsoft.com/office/drawing/2014/main" id="{0F4BE9D1-C0CD-4053-98DB-DE7CC9096891}"/>
              </a:ext>
            </a:extLst>
          </p:cNvPr>
          <p:cNvSpPr>
            <a:spLocks xmlns:a="http://schemas.openxmlformats.org/drawingml/2006/main" noGrp="1"/>
          </p:cNvSpPr>
          <p:nvPr/>
        </p:nvSpPr>
        <p:spPr>
          <a:xfrm xmlns:a="http://schemas.openxmlformats.org/drawingml/2006/main">
            <a:off x="904875" y="1695450"/>
            <a:ext cx="723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1">
                <a:solidFill>
                  <a:srgbClr val="4A5D52"/>
                </a:solidFill>
                <a:latin typeface="IBM Plex Sans"/>
                <a:ea typeface="IBM Plex Sans"/>
                <a:cs typeface="IBM Plex Sans"/>
              </a:defRPr>
            </a:pPr>
            <a:r>
              <a:rPr sz="1350" b="1">
                <a:solidFill>
                  <a:srgbClr val="4A5D52"/>
                </a:solidFill>
                <a:latin typeface="IBM Plex Sans"/>
                <a:ea typeface="IBM Plex Sans"/>
                <a:cs typeface="IBM Plex Sans"/>
              </a:rPr>
              <a:t>Recorridos de cámara clasificados como ACEITE</a:t>
            </a:r>
          </a:p>
        </p:txBody>
      </p:sp>
      <p:sp>
        <p:nvSpPr>
          <p:cNvPr id="56" name="">
            <a:extLst xmlns:a="http://schemas.openxmlformats.org/drawingml/2006/main">
              <a:ext uri="{FF2B5EF4-FFF2-40B4-BE49-F238E27FC236}">
                <a16:creationId xmlns:a16="http://schemas.microsoft.com/office/drawing/2014/main" id="{BE27B2A6-14B8-458D-9397-A718CCCC9F7B}"/>
              </a:ext>
            </a:extLst>
          </p:cNvPr>
          <p:cNvSpPr>
            <a:spLocks xmlns:a="http://schemas.openxmlformats.org/drawingml/2006/main" noGrp="1"/>
          </p:cNvSpPr>
          <p:nvPr/>
        </p:nvSpPr>
        <p:spPr>
          <a:xfrm xmlns:a="http://schemas.openxmlformats.org/drawingml/2006/main">
            <a:off x="952500" y="2428875"/>
            <a:ext cx="2428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R8 · Recepción líquida</a:t>
            </a:r>
          </a:p>
        </p:txBody>
      </p:sp>
      <p:sp>
        <p:nvSpPr>
          <p:cNvPr id="57" name="bar-circuit-1">
            <a:extLst xmlns:a="http://schemas.openxmlformats.org/drawingml/2006/main">
              <a:ext uri="{FF2B5EF4-FFF2-40B4-BE49-F238E27FC236}">
                <a16:creationId xmlns:a16="http://schemas.microsoft.com/office/drawing/2014/main" id="{B0172104-7968-4A6E-B089-86582E40E3BE}"/>
              </a:ext>
            </a:extLst>
          </p:cNvPr>
          <p:cNvSpPr>
            <a:spLocks xmlns:a="http://schemas.openxmlformats.org/drawingml/2006/main" noGrp="1"/>
          </p:cNvSpPr>
          <p:nvPr/>
        </p:nvSpPr>
        <p:spPr>
          <a:xfrm xmlns:a="http://schemas.openxmlformats.org/drawingml/2006/main">
            <a:off x="3619500" y="2333625"/>
            <a:ext cx="704850" cy="457200"/>
          </a:xfrm>
          <a:prstGeom xmlns:a="http://schemas.openxmlformats.org/drawingml/2006/main" prst="roundRect">
            <a:avLst>
              <a:gd name="adj" fmla="val 16667"/>
            </a:avLst>
          </a:prstGeom>
          <a:solidFill xmlns:a="http://schemas.openxmlformats.org/drawingml/2006/main">
            <a:srgbClr val="3F7FB5"/>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363D6E8E-7FFA-420B-8939-5407EB155850}"/>
              </a:ext>
            </a:extLst>
          </p:cNvPr>
          <p:cNvSpPr>
            <a:spLocks xmlns:a="http://schemas.openxmlformats.org/drawingml/2006/main" noGrp="1"/>
          </p:cNvSpPr>
          <p:nvPr/>
        </p:nvSpPr>
        <p:spPr>
          <a:xfrm xmlns:a="http://schemas.openxmlformats.org/drawingml/2006/main">
            <a:off x="7524750" y="24098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1">
                <a:solidFill>
                  <a:srgbClr val="14281E"/>
                </a:solidFill>
                <a:latin typeface="IBM Plex Sans"/>
                <a:ea typeface="IBM Plex Sans"/>
                <a:cs typeface="IBM Plex Sans"/>
              </a:defRPr>
            </a:pPr>
            <a:r>
              <a:rPr sz="1350" b="1">
                <a:solidFill>
                  <a:srgbClr val="14281E"/>
                </a:solidFill>
                <a:latin typeface="IBM Plex Sans"/>
                <a:ea typeface="IBM Plex Sans"/>
                <a:cs typeface="IBM Plex Sans"/>
              </a:rPr>
              <a:t>34</a:t>
            </a:r>
          </a:p>
        </p:txBody>
      </p:sp>
      <p:sp>
        <p:nvSpPr>
          <p:cNvPr id="59" name="">
            <a:extLst xmlns:a="http://schemas.openxmlformats.org/drawingml/2006/main">
              <a:ext uri="{FF2B5EF4-FFF2-40B4-BE49-F238E27FC236}">
                <a16:creationId xmlns:a16="http://schemas.microsoft.com/office/drawing/2014/main" id="{2F1D0534-3348-4B7F-9CD2-AADCC6F6F93E}"/>
              </a:ext>
            </a:extLst>
          </p:cNvPr>
          <p:cNvSpPr>
            <a:spLocks xmlns:a="http://schemas.openxmlformats.org/drawingml/2006/main" noGrp="1"/>
          </p:cNvSpPr>
          <p:nvPr/>
        </p:nvSpPr>
        <p:spPr>
          <a:xfrm xmlns:a="http://schemas.openxmlformats.org/drawingml/2006/main">
            <a:off x="952500" y="3305175"/>
            <a:ext cx="2428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SL1 · Recepción OSL</a:t>
            </a:r>
          </a:p>
        </p:txBody>
      </p:sp>
      <p:sp>
        <p:nvSpPr>
          <p:cNvPr id="60" name="bar-circuit-2">
            <a:extLst xmlns:a="http://schemas.openxmlformats.org/drawingml/2006/main">
              <a:ext uri="{FF2B5EF4-FFF2-40B4-BE49-F238E27FC236}">
                <a16:creationId xmlns:a16="http://schemas.microsoft.com/office/drawing/2014/main" id="{21A55279-EBDE-4F5A-A5FC-80C1F06DCC4F}"/>
              </a:ext>
            </a:extLst>
          </p:cNvPr>
          <p:cNvSpPr>
            <a:spLocks xmlns:a="http://schemas.openxmlformats.org/drawingml/2006/main" noGrp="1"/>
          </p:cNvSpPr>
          <p:nvPr/>
        </p:nvSpPr>
        <p:spPr>
          <a:xfrm xmlns:a="http://schemas.openxmlformats.org/drawingml/2006/main">
            <a:off x="3619500" y="3209925"/>
            <a:ext cx="3219450" cy="457200"/>
          </a:xfrm>
          <a:prstGeom xmlns:a="http://schemas.openxmlformats.org/drawingml/2006/main" prst="roundRect">
            <a:avLst>
              <a:gd name="adj" fmla="val 16667"/>
            </a:avLst>
          </a:prstGeom>
          <a:solidFill xmlns:a="http://schemas.openxmlformats.org/drawingml/2006/main">
            <a:srgbClr val="1F4E7A"/>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C870E612-6915-493E-A02F-C7F0C9F65629}"/>
              </a:ext>
            </a:extLst>
          </p:cNvPr>
          <p:cNvSpPr>
            <a:spLocks xmlns:a="http://schemas.openxmlformats.org/drawingml/2006/main" noGrp="1"/>
          </p:cNvSpPr>
          <p:nvPr/>
        </p:nvSpPr>
        <p:spPr>
          <a:xfrm xmlns:a="http://schemas.openxmlformats.org/drawingml/2006/main">
            <a:off x="7524750" y="32861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1">
                <a:solidFill>
                  <a:srgbClr val="14281E"/>
                </a:solidFill>
                <a:latin typeface="IBM Plex Sans"/>
                <a:ea typeface="IBM Plex Sans"/>
                <a:cs typeface="IBM Plex Sans"/>
              </a:defRPr>
            </a:pPr>
            <a:r>
              <a:rPr sz="1350" b="1">
                <a:solidFill>
                  <a:srgbClr val="14281E"/>
                </a:solidFill>
                <a:latin typeface="IBM Plex Sans"/>
                <a:ea typeface="IBM Plex Sans"/>
                <a:cs typeface="IBM Plex Sans"/>
              </a:rPr>
              <a:t>156</a:t>
            </a:r>
          </a:p>
        </p:txBody>
      </p:sp>
      <p:sp>
        <p:nvSpPr>
          <p:cNvPr id="62" name="">
            <a:extLst xmlns:a="http://schemas.openxmlformats.org/drawingml/2006/main">
              <a:ext uri="{FF2B5EF4-FFF2-40B4-BE49-F238E27FC236}">
                <a16:creationId xmlns:a16="http://schemas.microsoft.com/office/drawing/2014/main" id="{7A28D2C8-8497-4D46-BCA7-12B9E8AF2D60}"/>
              </a:ext>
            </a:extLst>
          </p:cNvPr>
          <p:cNvSpPr>
            <a:spLocks xmlns:a="http://schemas.openxmlformats.org/drawingml/2006/main" noGrp="1"/>
          </p:cNvSpPr>
          <p:nvPr/>
        </p:nvSpPr>
        <p:spPr>
          <a:xfrm xmlns:a="http://schemas.openxmlformats.org/drawingml/2006/main">
            <a:off x="952500" y="4181475"/>
            <a:ext cx="2428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SL2 · Aceite PTO</a:t>
            </a:r>
          </a:p>
        </p:txBody>
      </p:sp>
      <p:sp>
        <p:nvSpPr>
          <p:cNvPr id="63" name="bar-circuit-3">
            <a:extLst xmlns:a="http://schemas.openxmlformats.org/drawingml/2006/main">
              <a:ext uri="{FF2B5EF4-FFF2-40B4-BE49-F238E27FC236}">
                <a16:creationId xmlns:a16="http://schemas.microsoft.com/office/drawing/2014/main" id="{E23E8ACB-EF5C-4241-B5C0-0AEC7E1AEBF4}"/>
              </a:ext>
            </a:extLst>
          </p:cNvPr>
          <p:cNvSpPr>
            <a:spLocks xmlns:a="http://schemas.openxmlformats.org/drawingml/2006/main" noGrp="1"/>
          </p:cNvSpPr>
          <p:nvPr/>
        </p:nvSpPr>
        <p:spPr>
          <a:xfrm xmlns:a="http://schemas.openxmlformats.org/drawingml/2006/main">
            <a:off x="3619500" y="4086225"/>
            <a:ext cx="866775" cy="457200"/>
          </a:xfrm>
          <a:prstGeom xmlns:a="http://schemas.openxmlformats.org/drawingml/2006/main" prst="roundRect">
            <a:avLst>
              <a:gd name="adj" fmla="val 16667"/>
            </a:avLst>
          </a:prstGeom>
          <a:solidFill xmlns:a="http://schemas.openxmlformats.org/drawingml/2006/main">
            <a:srgbClr val="3F7FB5"/>
          </a:solidFill>
          <a:ln xmlns:a="http://schemas.openxmlformats.org/drawingml/2006/main" w="0">
            <a:noFill/>
          </a:ln>
        </p:spPr>
      </p:sp>
      <p:sp>
        <p:nvSpPr>
          <p:cNvPr id="64" name="">
            <a:extLst xmlns:a="http://schemas.openxmlformats.org/drawingml/2006/main">
              <a:ext uri="{FF2B5EF4-FFF2-40B4-BE49-F238E27FC236}">
                <a16:creationId xmlns:a16="http://schemas.microsoft.com/office/drawing/2014/main" id="{0ECBE101-68BB-4E7A-8865-B40953B6F895}"/>
              </a:ext>
            </a:extLst>
          </p:cNvPr>
          <p:cNvSpPr>
            <a:spLocks xmlns:a="http://schemas.openxmlformats.org/drawingml/2006/main" noGrp="1"/>
          </p:cNvSpPr>
          <p:nvPr/>
        </p:nvSpPr>
        <p:spPr>
          <a:xfrm xmlns:a="http://schemas.openxmlformats.org/drawingml/2006/main">
            <a:off x="7524750" y="41624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1">
                <a:solidFill>
                  <a:srgbClr val="14281E"/>
                </a:solidFill>
                <a:latin typeface="IBM Plex Sans"/>
                <a:ea typeface="IBM Plex Sans"/>
                <a:cs typeface="IBM Plex Sans"/>
              </a:defRPr>
            </a:pPr>
            <a:r>
              <a:rPr sz="1350" b="1">
                <a:solidFill>
                  <a:srgbClr val="14281E"/>
                </a:solidFill>
                <a:latin typeface="IBM Plex Sans"/>
                <a:ea typeface="IBM Plex Sans"/>
                <a:cs typeface="IBM Plex Sans"/>
              </a:rPr>
              <a:t>42</a:t>
            </a:r>
          </a:p>
        </p:txBody>
      </p:sp>
      <p:sp>
        <p:nvSpPr>
          <p:cNvPr id="65" name="">
            <a:extLst xmlns:a="http://schemas.openxmlformats.org/drawingml/2006/main">
              <a:ext uri="{FF2B5EF4-FFF2-40B4-BE49-F238E27FC236}">
                <a16:creationId xmlns:a16="http://schemas.microsoft.com/office/drawing/2014/main" id="{A929D2A4-B749-4F91-AC1C-4253B955836D}"/>
              </a:ext>
            </a:extLst>
          </p:cNvPr>
          <p:cNvSpPr>
            <a:spLocks xmlns:a="http://schemas.openxmlformats.org/drawingml/2006/main" noGrp="1"/>
          </p:cNvSpPr>
          <p:nvPr/>
        </p:nvSpPr>
        <p:spPr>
          <a:xfrm xmlns:a="http://schemas.openxmlformats.org/drawingml/2006/main">
            <a:off x="8096250" y="2095500"/>
            <a:ext cx="3286125" cy="2381250"/>
          </a:xfrm>
          <a:prstGeom xmlns:a="http://schemas.openxmlformats.org/drawingml/2006/main" prst="roundRect">
            <a:avLst>
              <a:gd name="adj" fmla="val 3200"/>
            </a:avLst>
          </a:prstGeom>
          <a:solidFill xmlns:a="http://schemas.openxmlformats.org/drawingml/2006/main">
            <a:srgbClr val="FCFDFB"/>
          </a:solidFill>
          <a:ln xmlns:a="http://schemas.openxmlformats.org/drawingml/2006/main" w="9525">
            <a:solidFill>
              <a:srgbClr val="D3E2D7"/>
            </a:solidFill>
          </a:ln>
        </p:spPr>
      </p:sp>
      <p:sp>
        <p:nvSpPr>
          <p:cNvPr id="66" name="">
            <a:extLst xmlns:a="http://schemas.openxmlformats.org/drawingml/2006/main">
              <a:ext uri="{FF2B5EF4-FFF2-40B4-BE49-F238E27FC236}">
                <a16:creationId xmlns:a16="http://schemas.microsoft.com/office/drawing/2014/main" id="{A4D640BE-0383-42DA-8932-2ACDFD17A6AB}"/>
              </a:ext>
            </a:extLst>
          </p:cNvPr>
          <p:cNvSpPr>
            <a:spLocks xmlns:a="http://schemas.openxmlformats.org/drawingml/2006/main" noGrp="1"/>
          </p:cNvSpPr>
          <p:nvPr/>
        </p:nvSpPr>
        <p:spPr>
          <a:xfrm xmlns:a="http://schemas.openxmlformats.org/drawingml/2006/main">
            <a:off x="8382000" y="2381250"/>
            <a:ext cx="271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583"/>
          </a:bodyPr>
          <a:lstStyle xmlns:a="http://schemas.openxmlformats.org/drawingml/2006/main"/>
          <a:p xmlns:a="http://schemas.openxmlformats.org/drawingml/2006/main">
            <a:pPr algn="l">
              <a:defRPr sz="3000" b="1">
                <a:solidFill>
                  <a:srgbClr val="1F4E7A"/>
                </a:solidFill>
                <a:latin typeface="IBM Plex Sans"/>
                <a:ea typeface="IBM Plex Sans"/>
                <a:cs typeface="IBM Plex Sans"/>
              </a:defRPr>
            </a:pPr>
            <a:r>
              <a:rPr sz="3000" b="1">
                <a:solidFill>
                  <a:srgbClr val="1F4E7A"/>
                </a:solidFill>
                <a:latin typeface="IBM Plex Sans"/>
                <a:ea typeface="IBM Plex Sans"/>
                <a:cs typeface="IBM Plex Sans"/>
              </a:rPr>
              <a:t>232</a:t>
            </a:r>
          </a:p>
        </p:txBody>
      </p:sp>
      <p:sp>
        <p:nvSpPr>
          <p:cNvPr id="67" name="">
            <a:extLst xmlns:a="http://schemas.openxmlformats.org/drawingml/2006/main">
              <a:ext uri="{FF2B5EF4-FFF2-40B4-BE49-F238E27FC236}">
                <a16:creationId xmlns:a16="http://schemas.microsoft.com/office/drawing/2014/main" id="{6F1271A3-031E-4821-A5DF-5FBE3786749E}"/>
              </a:ext>
            </a:extLst>
          </p:cNvPr>
          <p:cNvSpPr>
            <a:spLocks xmlns:a="http://schemas.openxmlformats.org/drawingml/2006/main" noGrp="1"/>
          </p:cNvSpPr>
          <p:nvPr/>
        </p:nvSpPr>
        <p:spPr>
          <a:xfrm xmlns:a="http://schemas.openxmlformats.org/drawingml/2006/main">
            <a:off x="8382000" y="2952750"/>
            <a:ext cx="271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4A5D52"/>
                </a:solidFill>
                <a:latin typeface="IBM Plex Sans"/>
                <a:ea typeface="IBM Plex Sans"/>
                <a:cs typeface="IBM Plex Sans"/>
              </a:defRPr>
            </a:pPr>
            <a:r>
              <a:rPr sz="1350" b="1">
                <a:solidFill>
                  <a:srgbClr val="4A5D52"/>
                </a:solidFill>
                <a:latin typeface="IBM Plex Sans"/>
                <a:ea typeface="IBM Plex Sans"/>
                <a:cs typeface="IBM Plex Sans"/>
              </a:rPr>
              <a:t>recorridos clasificados</a:t>
            </a:r>
          </a:p>
        </p:txBody>
      </p:sp>
      <p:sp>
        <p:nvSpPr>
          <p:cNvPr id="68" name="">
            <a:extLst xmlns:a="http://schemas.openxmlformats.org/drawingml/2006/main">
              <a:ext uri="{FF2B5EF4-FFF2-40B4-BE49-F238E27FC236}">
                <a16:creationId xmlns:a16="http://schemas.microsoft.com/office/drawing/2014/main" id="{D4C30FBB-F6CE-4893-9238-A852FE9C6F8B}"/>
              </a:ext>
            </a:extLst>
          </p:cNvPr>
          <p:cNvSpPr>
            <a:spLocks xmlns:a="http://schemas.openxmlformats.org/drawingml/2006/main" noGrp="1"/>
          </p:cNvSpPr>
          <p:nvPr/>
        </p:nvSpPr>
        <p:spPr>
          <a:xfrm xmlns:a="http://schemas.openxmlformats.org/drawingml/2006/main">
            <a:off x="8382000" y="3476625"/>
            <a:ext cx="2714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4281E"/>
                </a:solidFill>
                <a:latin typeface="IBM Plex Sans"/>
                <a:ea typeface="IBM Plex Sans"/>
                <a:cs typeface="IBM Plex Sans"/>
              </a:defRPr>
            </a:pPr>
            <a:r>
              <a:rPr sz="1350" b="0">
                <a:solidFill>
                  <a:srgbClr val="14281E"/>
                </a:solidFill>
                <a:latin typeface="IBM Plex Sans"/>
                <a:ea typeface="IBM Plex Sans"/>
                <a:cs typeface="IBM Plex Sans"/>
              </a:rPr>
              <a:t>SL1 reunió 156 recorridos, el 67 % del total clasificado como ACEITE.</a:t>
            </a:r>
          </a:p>
        </p:txBody>
      </p:sp>
      <p:sp>
        <p:nvSpPr>
          <p:cNvPr id="69" name="">
            <a:extLst xmlns:a="http://schemas.openxmlformats.org/drawingml/2006/main">
              <a:ext uri="{FF2B5EF4-FFF2-40B4-BE49-F238E27FC236}">
                <a16:creationId xmlns:a16="http://schemas.microsoft.com/office/drawing/2014/main" id="{13C1A3B0-41B3-4F59-93E9-BC259A8A0235}"/>
              </a:ext>
            </a:extLst>
          </p:cNvPr>
          <p:cNvSpPr>
            <a:spLocks xmlns:a="http://schemas.openxmlformats.org/drawingml/2006/main" noGrp="1"/>
          </p:cNvSpPr>
          <p:nvPr/>
        </p:nvSpPr>
        <p:spPr>
          <a:xfrm xmlns:a="http://schemas.openxmlformats.org/drawingml/2006/main">
            <a:off x="904875" y="5238750"/>
            <a:ext cx="76200" cy="523875"/>
          </a:xfrm>
          <a:prstGeom xmlns:a="http://schemas.openxmlformats.org/drawingml/2006/main" prst="rect">
            <a:avLst/>
          </a:prstGeom>
          <a:solidFill xmlns:a="http://schemas.openxmlformats.org/drawingml/2006/main">
            <a:srgbClr val="3F7FB5"/>
          </a:solidFill>
          <a:ln xmlns:a="http://schemas.openxmlformats.org/drawingml/2006/main" w="0">
            <a:noFill/>
          </a:ln>
        </p:spPr>
      </p:sp>
      <p:sp>
        <p:nvSpPr>
          <p:cNvPr id="70" name="denominator">
            <a:extLst xmlns:a="http://schemas.openxmlformats.org/drawingml/2006/main">
              <a:ext uri="{FF2B5EF4-FFF2-40B4-BE49-F238E27FC236}">
                <a16:creationId xmlns:a16="http://schemas.microsoft.com/office/drawing/2014/main" id="{9AEA9E24-4512-4864-8273-2D15993D954F}"/>
              </a:ext>
            </a:extLst>
          </p:cNvPr>
          <p:cNvSpPr>
            <a:spLocks xmlns:a="http://schemas.openxmlformats.org/drawingml/2006/main" noGrp="1"/>
          </p:cNvSpPr>
          <p:nvPr/>
        </p:nvSpPr>
        <p:spPr>
          <a:xfrm xmlns:a="http://schemas.openxmlformats.org/drawingml/2006/main">
            <a:off x="1143000" y="5238750"/>
            <a:ext cx="10239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A5D52"/>
                </a:solidFill>
                <a:latin typeface="IBM Plex Sans"/>
                <a:ea typeface="IBM Plex Sans"/>
                <a:cs typeface="IBM Plex Sans"/>
              </a:defRPr>
            </a:pPr>
            <a:r>
              <a:rPr sz="1275" b="0">
                <a:solidFill>
                  <a:srgbClr val="4A5D52"/>
                </a:solidFill>
                <a:latin typeface="IBM Plex Sans"/>
                <a:ea typeface="IBM Plex Sans"/>
                <a:cs typeface="IBM Plex Sans"/>
              </a:rPr>
              <a:t>No comparar directamente con los 383 movimientos de Excel: 232 son recorridos de cámara clasificados y responden a otro denominador.</a:t>
            </a:r>
          </a:p>
        </p:txBody>
      </p:sp>
      <p:sp>
        <p:nvSpPr>
          <p:cNvPr id="71" name="footer">
            <a:extLst xmlns:a="http://schemas.openxmlformats.org/drawingml/2006/main">
              <a:ext uri="{FF2B5EF4-FFF2-40B4-BE49-F238E27FC236}">
                <a16:creationId xmlns:a16="http://schemas.microsoft.com/office/drawing/2014/main" id="{AD1C3C02-5EE8-4B76-84E3-B677FB309D92}"/>
              </a:ext>
            </a:extLst>
          </p:cNvPr>
          <p:cNvSpPr>
            <a:spLocks xmlns:a="http://schemas.openxmlformats.org/drawingml/2006/main" noGrp="1"/>
          </p:cNvSpPr>
          <p:nvPr/>
        </p:nvSpPr>
        <p:spPr>
          <a:xfrm xmlns:a="http://schemas.openxmlformats.org/drawingml/2006/main">
            <a:off x="2476500" y="62293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Comité de Logística Nodo Sur · 24–30/09 · 26</a:t>
            </a:r>
          </a:p>
        </p:txBody>
      </p:sp>
    </p:spTree>
    <p:extLst>
      <p:ext uri="{BB962C8B-B14F-4D97-AF65-F5344CB8AC3E}">
        <p14:creationId xmlns:p14="http://schemas.microsoft.com/office/powerpoint/2010/main" val="1359548757"/>
      </p:ext>
    </p:extLst>
  </p:cSld>
</p:sld>
</file>

<file path=ppt/slides/slide27.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pic>
        <p:nvPicPr>
          <p:cNvPr id="109" name="Image 0"/>
          <p:cNvPicPr>
            <a:picLocks xmlns:a="http://schemas.openxmlformats.org/drawingml/2006/main" noChangeAspect="1"/>
          </p:cNvPicPr>
          <p:nvPr/>
        </p:nvPicPr>
        <p:blipFill>
          <a:blip xmlns:r="http://schemas.openxmlformats.org/officeDocument/2006/relationships" xmlns:a="http://schemas.openxmlformats.org/drawingml/2006/main" r:embed="R2a639709f5164891"/>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pic>
        <p:nvPicPr>
          <p:cNvPr id="110" name="Image 1"/>
          <p:cNvPicPr>
            <a:picLocks xmlns:a="http://schemas.openxmlformats.org/drawingml/2006/main" noChangeAspect="1"/>
          </p:cNvPicPr>
          <p:nvPr/>
        </p:nvPicPr>
        <p:blipFill>
          <a:blip xmlns:r="http://schemas.openxmlformats.org/officeDocument/2006/relationships" xmlns:a="http://schemas.openxmlformats.org/drawingml/2006/main" r:embed="R50217f642eb343b1"/>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
        <p:nvSpPr>
          <p:cNvPr id="62" name="section-tag-bg">
            <a:extLst xmlns:a="http://schemas.openxmlformats.org/drawingml/2006/main">
              <a:ext uri="{FF2B5EF4-FFF2-40B4-BE49-F238E27FC236}">
                <a16:creationId xmlns:a16="http://schemas.microsoft.com/office/drawing/2014/main" id="{897AB108-7DE1-4BDB-A398-8B8268B83B33}"/>
              </a:ext>
            </a:extLst>
          </p:cNvPr>
          <p:cNvSpPr>
            <a:spLocks xmlns:a="http://schemas.openxmlformats.org/drawingml/2006/main" noGrp="1"/>
          </p:cNvSpPr>
          <p:nvPr/>
        </p:nvSpPr>
        <p:spPr>
          <a:xfrm xmlns:a="http://schemas.openxmlformats.org/drawingml/2006/main">
            <a:off x="809625" y="419100"/>
            <a:ext cx="2190750" cy="323850"/>
          </a:xfrm>
          <a:prstGeom xmlns:a="http://schemas.openxmlformats.org/drawingml/2006/main" prst="roundRect">
            <a:avLst>
              <a:gd name="adj" fmla="val 23529"/>
            </a:avLst>
          </a:prstGeom>
          <a:solidFill xmlns:a="http://schemas.openxmlformats.org/drawingml/2006/main">
            <a:srgbClr val="1F4E7A"/>
          </a:solidFill>
          <a:ln xmlns:a="http://schemas.openxmlformats.org/drawingml/2006/main" w="0">
            <a:noFill/>
          </a:ln>
        </p:spPr>
      </p:sp>
      <p:sp>
        <p:nvSpPr>
          <p:cNvPr id="63" name="section-tag">
            <a:extLst xmlns:a="http://schemas.openxmlformats.org/drawingml/2006/main">
              <a:ext uri="{FF2B5EF4-FFF2-40B4-BE49-F238E27FC236}">
                <a16:creationId xmlns:a16="http://schemas.microsoft.com/office/drawing/2014/main" id="{746DC60B-363C-4145-B55D-14B72BDD4DFB}"/>
              </a:ext>
            </a:extLst>
          </p:cNvPr>
          <p:cNvSpPr>
            <a:spLocks xmlns:a="http://schemas.openxmlformats.org/drawingml/2006/main" noGrp="1"/>
          </p:cNvSpPr>
          <p:nvPr/>
        </p:nvSpPr>
        <p:spPr>
          <a:xfrm xmlns:a="http://schemas.openxmlformats.org/drawingml/2006/main">
            <a:off x="933450" y="466725"/>
            <a:ext cx="1952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208"/>
          </a:bodyPr>
          <a:lstStyle xmlns:a="http://schemas.openxmlformats.org/drawingml/2006/main"/>
          <a:p xmlns:a="http://schemas.openxmlformats.org/drawingml/2006/main">
            <a:pPr algn="l">
              <a:defRPr sz="1200" b="1">
                <a:solidFill>
                  <a:srgbClr val="F5F8F4"/>
                </a:solidFill>
                <a:latin typeface="IBM Plex Sans"/>
                <a:ea typeface="IBM Plex Sans"/>
                <a:cs typeface="IBM Plex Sans"/>
              </a:defRPr>
            </a:pPr>
            <a:r>
              <a:rPr sz="1200" b="1">
                <a:solidFill>
                  <a:srgbClr val="F5F8F4"/>
                </a:solidFill>
                <a:latin typeface="IBM Plex Sans"/>
                <a:ea typeface="IBM Plex Sans"/>
                <a:cs typeface="IBM Plex Sans"/>
              </a:rPr>
              <a:t>LÍQUIDOS · R8 / SL1 / SL2</a:t>
            </a:r>
          </a:p>
        </p:txBody>
      </p:sp>
      <p:sp>
        <p:nvSpPr>
          <p:cNvPr id="64" name="title">
            <a:extLst xmlns:a="http://schemas.openxmlformats.org/drawingml/2006/main">
              <a:ext uri="{FF2B5EF4-FFF2-40B4-BE49-F238E27FC236}">
                <a16:creationId xmlns:a16="http://schemas.microsoft.com/office/drawing/2014/main" id="{7F568599-BC14-4657-8428-4FEFE484A6D3}"/>
              </a:ext>
            </a:extLst>
          </p:cNvPr>
          <p:cNvSpPr>
            <a:spLocks xmlns:a="http://schemas.openxmlformats.org/drawingml/2006/main" noGrp="1"/>
          </p:cNvSpPr>
          <p:nvPr/>
        </p:nvSpPr>
        <p:spPr>
          <a:xfrm xmlns:a="http://schemas.openxmlformats.org/drawingml/2006/main">
            <a:off x="809625" y="8667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850" b="1">
                <a:solidFill>
                  <a:srgbClr val="14281E"/>
                </a:solidFill>
                <a:latin typeface="IBM Plex Sans"/>
                <a:ea typeface="IBM Plex Sans"/>
                <a:cs typeface="IBM Plex Sans"/>
              </a:defRPr>
            </a:pPr>
            <a:r>
              <a:rPr sz="2850" b="1">
                <a:solidFill>
                  <a:srgbClr val="14281E"/>
                </a:solidFill>
                <a:latin typeface="IBM Plex Sans"/>
                <a:ea typeface="IBM Plex Sans"/>
                <a:cs typeface="IBM Plex Sans"/>
              </a:rPr>
              <a:t>Tiempos por tramo: la cobertura es parcial</a:t>
            </a:r>
          </a:p>
        </p:txBody>
      </p:sp>
      <p:sp>
        <p:nvSpPr>
          <p:cNvPr id="65" name="">
            <a:extLst xmlns:a="http://schemas.openxmlformats.org/drawingml/2006/main">
              <a:ext uri="{FF2B5EF4-FFF2-40B4-BE49-F238E27FC236}">
                <a16:creationId xmlns:a16="http://schemas.microsoft.com/office/drawing/2014/main" id="{513DC794-186E-4165-8433-C9FDE13C05B2}"/>
              </a:ext>
            </a:extLst>
          </p:cNvPr>
          <p:cNvSpPr>
            <a:spLocks xmlns:a="http://schemas.openxmlformats.org/drawingml/2006/main" noGrp="1"/>
          </p:cNvSpPr>
          <p:nvPr/>
        </p:nvSpPr>
        <p:spPr>
          <a:xfrm xmlns:a="http://schemas.openxmlformats.org/drawingml/2006/main">
            <a:off x="809625" y="1714500"/>
            <a:ext cx="3333750" cy="1428750"/>
          </a:xfrm>
          <a:prstGeom xmlns:a="http://schemas.openxmlformats.org/drawingml/2006/main" prst="roundRect">
            <a:avLst>
              <a:gd name="adj" fmla="val 5333"/>
            </a:avLst>
          </a:prstGeom>
          <a:solidFill xmlns:a="http://schemas.openxmlformats.org/drawingml/2006/main">
            <a:srgbClr val="FCFDFB"/>
          </a:solidFill>
          <a:ln xmlns:a="http://schemas.openxmlformats.org/drawingml/2006/main" w="9525">
            <a:solidFill>
              <a:srgbClr val="D3E2D7"/>
            </a:solidFill>
          </a:ln>
        </p:spPr>
      </p:sp>
      <p:sp>
        <p:nvSpPr>
          <p:cNvPr id="66" name="">
            <a:extLst xmlns:a="http://schemas.openxmlformats.org/drawingml/2006/main">
              <a:ext uri="{FF2B5EF4-FFF2-40B4-BE49-F238E27FC236}">
                <a16:creationId xmlns:a16="http://schemas.microsoft.com/office/drawing/2014/main" id="{9A3B9054-01AE-4DEA-9D9B-AD6909078773}"/>
              </a:ext>
            </a:extLst>
          </p:cNvPr>
          <p:cNvSpPr>
            <a:spLocks xmlns:a="http://schemas.openxmlformats.org/drawingml/2006/main" noGrp="1"/>
          </p:cNvSpPr>
          <p:nvPr/>
        </p:nvSpPr>
        <p:spPr>
          <a:xfrm xmlns:a="http://schemas.openxmlformats.org/drawingml/2006/main">
            <a:off x="981075" y="1905000"/>
            <a:ext cx="299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1">
                <a:solidFill>
                  <a:srgbClr val="4A5D52"/>
                </a:solidFill>
                <a:latin typeface="IBM Plex Sans"/>
                <a:ea typeface="IBM Plex Sans"/>
                <a:cs typeface="IBM Plex Sans"/>
              </a:defRPr>
            </a:pPr>
            <a:r>
              <a:rPr sz="1200" b="1">
                <a:solidFill>
                  <a:srgbClr val="4A5D52"/>
                </a:solidFill>
                <a:latin typeface="IBM Plex Sans"/>
                <a:ea typeface="IBM Plex Sans"/>
                <a:cs typeface="IBM Plex Sans"/>
              </a:rPr>
              <a:t>R8 · Recepción líquida</a:t>
            </a:r>
          </a:p>
        </p:txBody>
      </p:sp>
      <p:sp>
        <p:nvSpPr>
          <p:cNvPr id="67" name="">
            <a:extLst xmlns:a="http://schemas.openxmlformats.org/drawingml/2006/main">
              <a:ext uri="{FF2B5EF4-FFF2-40B4-BE49-F238E27FC236}">
                <a16:creationId xmlns:a16="http://schemas.microsoft.com/office/drawing/2014/main" id="{F480F774-D98C-4105-BB41-794F8E5EFC12}"/>
              </a:ext>
            </a:extLst>
          </p:cNvPr>
          <p:cNvSpPr>
            <a:spLocks xmlns:a="http://schemas.openxmlformats.org/drawingml/2006/main" noGrp="1"/>
          </p:cNvSpPr>
          <p:nvPr/>
        </p:nvSpPr>
        <p:spPr>
          <a:xfrm xmlns:a="http://schemas.openxmlformats.org/drawingml/2006/main">
            <a:off x="981075" y="2305050"/>
            <a:ext cx="142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000"/>
          </a:bodyPr>
          <a:lstStyle xmlns:a="http://schemas.openxmlformats.org/drawingml/2006/main"/>
          <a:p xmlns:a="http://schemas.openxmlformats.org/drawingml/2006/main">
            <a:pPr algn="l">
              <a:defRPr sz="2250" b="1">
                <a:solidFill>
                  <a:srgbClr val="1F4E7A"/>
                </a:solidFill>
                <a:latin typeface="IBM Plex Sans"/>
                <a:ea typeface="IBM Plex Sans"/>
                <a:cs typeface="IBM Plex Sans"/>
              </a:defRPr>
            </a:pPr>
            <a:r>
              <a:rPr sz="2250" b="1">
                <a:solidFill>
                  <a:srgbClr val="1F4E7A"/>
                </a:solidFill>
                <a:latin typeface="IBM Plex Sans"/>
                <a:ea typeface="IBM Plex Sans"/>
                <a:cs typeface="IBM Plex Sans"/>
              </a:rPr>
              <a:t>241 min</a:t>
            </a:r>
          </a:p>
        </p:txBody>
      </p:sp>
      <p:sp>
        <p:nvSpPr>
          <p:cNvPr id="68" name="">
            <a:extLst xmlns:a="http://schemas.openxmlformats.org/drawingml/2006/main">
              <a:ext uri="{FF2B5EF4-FFF2-40B4-BE49-F238E27FC236}">
                <a16:creationId xmlns:a16="http://schemas.microsoft.com/office/drawing/2014/main" id="{C5238371-8D86-442C-A3BD-D920D24B8FC0}"/>
              </a:ext>
            </a:extLst>
          </p:cNvPr>
          <p:cNvSpPr>
            <a:spLocks xmlns:a="http://schemas.openxmlformats.org/drawingml/2006/main" noGrp="1"/>
          </p:cNvSpPr>
          <p:nvPr/>
        </p:nvSpPr>
        <p:spPr>
          <a:xfrm xmlns:a="http://schemas.openxmlformats.org/drawingml/2006/main">
            <a:off x="2476500" y="2381250"/>
            <a:ext cx="14954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125" b="0">
                <a:solidFill>
                  <a:srgbClr val="4A5D52"/>
                </a:solidFill>
                <a:latin typeface="IBM Plex Sans"/>
                <a:ea typeface="IBM Plex Sans"/>
                <a:cs typeface="IBM Plex Sans"/>
              </a:defRPr>
            </a:pPr>
            <a:r>
              <a:rPr sz="1125" b="0">
                <a:solidFill>
                  <a:srgbClr val="4A5D52"/>
                </a:solidFill>
                <a:latin typeface="IBM Plex Sans"/>
                <a:ea typeface="IBM Plex Sans"/>
                <a:cs typeface="IBM Plex Sans"/>
              </a:rPr>
              <a:t>Mediana 197 min</a:t>
            </a:r>
          </a:p>
        </p:txBody>
      </p:sp>
      <p:sp>
        <p:nvSpPr>
          <p:cNvPr id="69" name="">
            <a:extLst xmlns:a="http://schemas.openxmlformats.org/drawingml/2006/main">
              <a:ext uri="{FF2B5EF4-FFF2-40B4-BE49-F238E27FC236}">
                <a16:creationId xmlns:a16="http://schemas.microsoft.com/office/drawing/2014/main" id="{7C50AFE9-17B2-431E-933D-650FBBEC2A9B}"/>
              </a:ext>
            </a:extLst>
          </p:cNvPr>
          <p:cNvSpPr>
            <a:spLocks xmlns:a="http://schemas.openxmlformats.org/drawingml/2006/main" noGrp="1"/>
          </p:cNvSpPr>
          <p:nvPr/>
        </p:nvSpPr>
        <p:spPr>
          <a:xfrm xmlns:a="http://schemas.openxmlformats.org/drawingml/2006/main">
            <a:off x="981075" y="2781300"/>
            <a:ext cx="2990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lgn="l">
              <a:defRPr sz="1050" b="0">
                <a:solidFill>
                  <a:srgbClr val="4A5D52"/>
                </a:solidFill>
                <a:latin typeface="IBM Plex Sans"/>
                <a:ea typeface="IBM Plex Sans"/>
                <a:cs typeface="IBM Plex Sans"/>
              </a:defRPr>
            </a:pPr>
            <a:r>
              <a:rPr sz="1050" b="0">
                <a:solidFill>
                  <a:srgbClr val="4A5D52"/>
                </a:solidFill>
                <a:latin typeface="IBM Plex Sans"/>
                <a:ea typeface="IBM Plex Sans"/>
                <a:cs typeface="IBM Plex Sans"/>
              </a:rPr>
              <a:t>34 journeys</a:t>
            </a:r>
          </a:p>
        </p:txBody>
      </p:sp>
      <p:sp>
        <p:nvSpPr>
          <p:cNvPr id="70" name="">
            <a:extLst xmlns:a="http://schemas.openxmlformats.org/drawingml/2006/main">
              <a:ext uri="{FF2B5EF4-FFF2-40B4-BE49-F238E27FC236}">
                <a16:creationId xmlns:a16="http://schemas.microsoft.com/office/drawing/2014/main" id="{6C189F3D-8672-46A1-82E5-5CE587EDD63B}"/>
              </a:ext>
            </a:extLst>
          </p:cNvPr>
          <p:cNvSpPr>
            <a:spLocks xmlns:a="http://schemas.openxmlformats.org/drawingml/2006/main" noGrp="1"/>
          </p:cNvSpPr>
          <p:nvPr/>
        </p:nvSpPr>
        <p:spPr>
          <a:xfrm xmlns:a="http://schemas.openxmlformats.org/drawingml/2006/main">
            <a:off x="4429125" y="1714500"/>
            <a:ext cx="3333750" cy="1428750"/>
          </a:xfrm>
          <a:prstGeom xmlns:a="http://schemas.openxmlformats.org/drawingml/2006/main" prst="roundRect">
            <a:avLst>
              <a:gd name="adj" fmla="val 5333"/>
            </a:avLst>
          </a:prstGeom>
          <a:solidFill xmlns:a="http://schemas.openxmlformats.org/drawingml/2006/main">
            <a:srgbClr val="FCFDFB"/>
          </a:solidFill>
          <a:ln xmlns:a="http://schemas.openxmlformats.org/drawingml/2006/main" w="9525">
            <a:solidFill>
              <a:srgbClr val="D3E2D7"/>
            </a:solidFill>
          </a:ln>
        </p:spPr>
      </p:sp>
      <p:sp>
        <p:nvSpPr>
          <p:cNvPr id="71" name="">
            <a:extLst xmlns:a="http://schemas.openxmlformats.org/drawingml/2006/main">
              <a:ext uri="{FF2B5EF4-FFF2-40B4-BE49-F238E27FC236}">
                <a16:creationId xmlns:a16="http://schemas.microsoft.com/office/drawing/2014/main" id="{68265777-22F6-4C11-97F0-E6F285F50DA4}"/>
              </a:ext>
            </a:extLst>
          </p:cNvPr>
          <p:cNvSpPr>
            <a:spLocks xmlns:a="http://schemas.openxmlformats.org/drawingml/2006/main" noGrp="1"/>
          </p:cNvSpPr>
          <p:nvPr/>
        </p:nvSpPr>
        <p:spPr>
          <a:xfrm xmlns:a="http://schemas.openxmlformats.org/drawingml/2006/main">
            <a:off x="4600575" y="1905000"/>
            <a:ext cx="299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1">
                <a:solidFill>
                  <a:srgbClr val="4A5D52"/>
                </a:solidFill>
                <a:latin typeface="IBM Plex Sans"/>
                <a:ea typeface="IBM Plex Sans"/>
                <a:cs typeface="IBM Plex Sans"/>
              </a:defRPr>
            </a:pPr>
            <a:r>
              <a:rPr sz="1200" b="1">
                <a:solidFill>
                  <a:srgbClr val="4A5D52"/>
                </a:solidFill>
                <a:latin typeface="IBM Plex Sans"/>
                <a:ea typeface="IBM Plex Sans"/>
                <a:cs typeface="IBM Plex Sans"/>
              </a:rPr>
              <a:t>SL1 · Recepción OSL</a:t>
            </a:r>
          </a:p>
        </p:txBody>
      </p:sp>
      <p:sp>
        <p:nvSpPr>
          <p:cNvPr id="72" name="">
            <a:extLst xmlns:a="http://schemas.openxmlformats.org/drawingml/2006/main">
              <a:ext uri="{FF2B5EF4-FFF2-40B4-BE49-F238E27FC236}">
                <a16:creationId xmlns:a16="http://schemas.microsoft.com/office/drawing/2014/main" id="{2E1C2037-5031-4F30-BE57-206B60D8DB01}"/>
              </a:ext>
            </a:extLst>
          </p:cNvPr>
          <p:cNvSpPr>
            <a:spLocks xmlns:a="http://schemas.openxmlformats.org/drawingml/2006/main" noGrp="1"/>
          </p:cNvSpPr>
          <p:nvPr/>
        </p:nvSpPr>
        <p:spPr>
          <a:xfrm xmlns:a="http://schemas.openxmlformats.org/drawingml/2006/main">
            <a:off x="4600575" y="2305050"/>
            <a:ext cx="142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000"/>
          </a:bodyPr>
          <a:lstStyle xmlns:a="http://schemas.openxmlformats.org/drawingml/2006/main"/>
          <a:p xmlns:a="http://schemas.openxmlformats.org/drawingml/2006/main">
            <a:pPr algn="l">
              <a:defRPr sz="2250" b="1">
                <a:solidFill>
                  <a:srgbClr val="1F4E7A"/>
                </a:solidFill>
                <a:latin typeface="IBM Plex Sans"/>
                <a:ea typeface="IBM Plex Sans"/>
                <a:cs typeface="IBM Plex Sans"/>
              </a:defRPr>
            </a:pPr>
            <a:r>
              <a:rPr sz="2250" b="1">
                <a:solidFill>
                  <a:srgbClr val="1F4E7A"/>
                </a:solidFill>
                <a:latin typeface="IBM Plex Sans"/>
                <a:ea typeface="IBM Plex Sans"/>
                <a:cs typeface="IBM Plex Sans"/>
              </a:rPr>
              <a:t>270 min</a:t>
            </a:r>
          </a:p>
        </p:txBody>
      </p:sp>
      <p:sp>
        <p:nvSpPr>
          <p:cNvPr id="73" name="">
            <a:extLst xmlns:a="http://schemas.openxmlformats.org/drawingml/2006/main">
              <a:ext uri="{FF2B5EF4-FFF2-40B4-BE49-F238E27FC236}">
                <a16:creationId xmlns:a16="http://schemas.microsoft.com/office/drawing/2014/main" id="{368E5B99-FB72-4F7E-A218-AB67ED7B18EB}"/>
              </a:ext>
            </a:extLst>
          </p:cNvPr>
          <p:cNvSpPr>
            <a:spLocks xmlns:a="http://schemas.openxmlformats.org/drawingml/2006/main" noGrp="1"/>
          </p:cNvSpPr>
          <p:nvPr/>
        </p:nvSpPr>
        <p:spPr>
          <a:xfrm xmlns:a="http://schemas.openxmlformats.org/drawingml/2006/main">
            <a:off x="6096000" y="2381250"/>
            <a:ext cx="14954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125" b="0">
                <a:solidFill>
                  <a:srgbClr val="4A5D52"/>
                </a:solidFill>
                <a:latin typeface="IBM Plex Sans"/>
                <a:ea typeface="IBM Plex Sans"/>
                <a:cs typeface="IBM Plex Sans"/>
              </a:defRPr>
            </a:pPr>
            <a:r>
              <a:rPr sz="1125" b="0">
                <a:solidFill>
                  <a:srgbClr val="4A5D52"/>
                </a:solidFill>
                <a:latin typeface="IBM Plex Sans"/>
                <a:ea typeface="IBM Plex Sans"/>
                <a:cs typeface="IBM Plex Sans"/>
              </a:rPr>
              <a:t>Mediana 238 min</a:t>
            </a:r>
          </a:p>
        </p:txBody>
      </p:sp>
      <p:sp>
        <p:nvSpPr>
          <p:cNvPr id="74" name="">
            <a:extLst xmlns:a="http://schemas.openxmlformats.org/drawingml/2006/main">
              <a:ext uri="{FF2B5EF4-FFF2-40B4-BE49-F238E27FC236}">
                <a16:creationId xmlns:a16="http://schemas.microsoft.com/office/drawing/2014/main" id="{72A3F6A5-7068-47E9-9C32-423D33B2DC94}"/>
              </a:ext>
            </a:extLst>
          </p:cNvPr>
          <p:cNvSpPr>
            <a:spLocks xmlns:a="http://schemas.openxmlformats.org/drawingml/2006/main" noGrp="1"/>
          </p:cNvSpPr>
          <p:nvPr/>
        </p:nvSpPr>
        <p:spPr>
          <a:xfrm xmlns:a="http://schemas.openxmlformats.org/drawingml/2006/main">
            <a:off x="4600575" y="2781300"/>
            <a:ext cx="2990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lgn="l">
              <a:defRPr sz="1050" b="0">
                <a:solidFill>
                  <a:srgbClr val="4A5D52"/>
                </a:solidFill>
                <a:latin typeface="IBM Plex Sans"/>
                <a:ea typeface="IBM Plex Sans"/>
                <a:cs typeface="IBM Plex Sans"/>
              </a:defRPr>
            </a:pPr>
            <a:r>
              <a:rPr sz="1050" b="0">
                <a:solidFill>
                  <a:srgbClr val="4A5D52"/>
                </a:solidFill>
                <a:latin typeface="IBM Plex Sans"/>
                <a:ea typeface="IBM Plex Sans"/>
                <a:cs typeface="IBM Plex Sans"/>
              </a:rPr>
              <a:t>10 journeys</a:t>
            </a:r>
          </a:p>
        </p:txBody>
      </p:sp>
      <p:sp>
        <p:nvSpPr>
          <p:cNvPr id="75" name="">
            <a:extLst xmlns:a="http://schemas.openxmlformats.org/drawingml/2006/main">
              <a:ext uri="{FF2B5EF4-FFF2-40B4-BE49-F238E27FC236}">
                <a16:creationId xmlns:a16="http://schemas.microsoft.com/office/drawing/2014/main" id="{524BDC7C-3DC9-478F-83D0-6E571C367A9E}"/>
              </a:ext>
            </a:extLst>
          </p:cNvPr>
          <p:cNvSpPr>
            <a:spLocks xmlns:a="http://schemas.openxmlformats.org/drawingml/2006/main" noGrp="1"/>
          </p:cNvSpPr>
          <p:nvPr/>
        </p:nvSpPr>
        <p:spPr>
          <a:xfrm xmlns:a="http://schemas.openxmlformats.org/drawingml/2006/main">
            <a:off x="8048625" y="1714500"/>
            <a:ext cx="3333750" cy="1428750"/>
          </a:xfrm>
          <a:prstGeom xmlns:a="http://schemas.openxmlformats.org/drawingml/2006/main" prst="roundRect">
            <a:avLst>
              <a:gd name="adj" fmla="val 5333"/>
            </a:avLst>
          </a:prstGeom>
          <a:solidFill xmlns:a="http://schemas.openxmlformats.org/drawingml/2006/main">
            <a:srgbClr val="FCFDFB"/>
          </a:solidFill>
          <a:ln xmlns:a="http://schemas.openxmlformats.org/drawingml/2006/main" w="9525">
            <a:solidFill>
              <a:srgbClr val="D3E2D7"/>
            </a:solidFill>
          </a:ln>
        </p:spPr>
      </p:sp>
      <p:sp>
        <p:nvSpPr>
          <p:cNvPr id="76" name="">
            <a:extLst xmlns:a="http://schemas.openxmlformats.org/drawingml/2006/main">
              <a:ext uri="{FF2B5EF4-FFF2-40B4-BE49-F238E27FC236}">
                <a16:creationId xmlns:a16="http://schemas.microsoft.com/office/drawing/2014/main" id="{B5A86B16-D33E-4A36-9E81-6777B0419D8E}"/>
              </a:ext>
            </a:extLst>
          </p:cNvPr>
          <p:cNvSpPr>
            <a:spLocks xmlns:a="http://schemas.openxmlformats.org/drawingml/2006/main" noGrp="1"/>
          </p:cNvSpPr>
          <p:nvPr/>
        </p:nvSpPr>
        <p:spPr>
          <a:xfrm xmlns:a="http://schemas.openxmlformats.org/drawingml/2006/main">
            <a:off x="8220075" y="1905000"/>
            <a:ext cx="299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1">
                <a:solidFill>
                  <a:srgbClr val="4A5D52"/>
                </a:solidFill>
                <a:latin typeface="IBM Plex Sans"/>
                <a:ea typeface="IBM Plex Sans"/>
                <a:cs typeface="IBM Plex Sans"/>
              </a:defRPr>
            </a:pPr>
            <a:r>
              <a:rPr sz="1200" b="1">
                <a:solidFill>
                  <a:srgbClr val="4A5D52"/>
                </a:solidFill>
                <a:latin typeface="IBM Plex Sans"/>
                <a:ea typeface="IBM Plex Sans"/>
                <a:cs typeface="IBM Plex Sans"/>
              </a:rPr>
              <a:t>SL2 · Aceite PTO</a:t>
            </a:r>
          </a:p>
        </p:txBody>
      </p:sp>
      <p:sp>
        <p:nvSpPr>
          <p:cNvPr id="77" name="">
            <a:extLst xmlns:a="http://schemas.openxmlformats.org/drawingml/2006/main">
              <a:ext uri="{FF2B5EF4-FFF2-40B4-BE49-F238E27FC236}">
                <a16:creationId xmlns:a16="http://schemas.microsoft.com/office/drawing/2014/main" id="{9C0D0BC4-2630-43AF-B628-4564E5425185}"/>
              </a:ext>
            </a:extLst>
          </p:cNvPr>
          <p:cNvSpPr>
            <a:spLocks xmlns:a="http://schemas.openxmlformats.org/drawingml/2006/main" noGrp="1"/>
          </p:cNvSpPr>
          <p:nvPr/>
        </p:nvSpPr>
        <p:spPr>
          <a:xfrm xmlns:a="http://schemas.openxmlformats.org/drawingml/2006/main">
            <a:off x="8220075" y="2305050"/>
            <a:ext cx="142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75" b="1">
                <a:solidFill>
                  <a:srgbClr val="1F4E7A"/>
                </a:solidFill>
                <a:latin typeface="IBM Plex Sans"/>
                <a:ea typeface="IBM Plex Sans"/>
                <a:cs typeface="IBM Plex Sans"/>
              </a:defRPr>
            </a:pPr>
            <a:r>
              <a:rPr sz="1875" b="1">
                <a:solidFill>
                  <a:srgbClr val="1F4E7A"/>
                </a:solidFill>
                <a:latin typeface="IBM Plex Sans"/>
                <a:ea typeface="IBM Plex Sans"/>
                <a:cs typeface="IBM Plex Sans"/>
              </a:rPr>
              <a:t>Sin tiempo</a:t>
            </a:r>
          </a:p>
        </p:txBody>
      </p:sp>
      <p:sp>
        <p:nvSpPr>
          <p:cNvPr id="78" name="">
            <a:extLst xmlns:a="http://schemas.openxmlformats.org/drawingml/2006/main">
              <a:ext uri="{FF2B5EF4-FFF2-40B4-BE49-F238E27FC236}">
                <a16:creationId xmlns:a16="http://schemas.microsoft.com/office/drawing/2014/main" id="{66479963-768F-4085-9570-F78BF6BB2B72}"/>
              </a:ext>
            </a:extLst>
          </p:cNvPr>
          <p:cNvSpPr>
            <a:spLocks xmlns:a="http://schemas.openxmlformats.org/drawingml/2006/main" noGrp="1"/>
          </p:cNvSpPr>
          <p:nvPr/>
        </p:nvSpPr>
        <p:spPr>
          <a:xfrm xmlns:a="http://schemas.openxmlformats.org/drawingml/2006/main">
            <a:off x="9715500" y="2381250"/>
            <a:ext cx="14954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923"/>
          </a:bodyPr>
          <a:lstStyle xmlns:a="http://schemas.openxmlformats.org/drawingml/2006/main"/>
          <a:p xmlns:a="http://schemas.openxmlformats.org/drawingml/2006/main">
            <a:pPr algn="l">
              <a:defRPr sz="1125" b="0">
                <a:solidFill>
                  <a:srgbClr val="4A5D52"/>
                </a:solidFill>
                <a:latin typeface="IBM Plex Sans"/>
                <a:ea typeface="IBM Plex Sans"/>
                <a:cs typeface="IBM Plex Sans"/>
              </a:defRPr>
            </a:pPr>
            <a:r>
              <a:rPr sz="1125" b="0">
                <a:solidFill>
                  <a:srgbClr val="4A5D52"/>
                </a:solidFill>
                <a:latin typeface="IBM Plex Sans"/>
                <a:ea typeface="IBM Plex Sans"/>
                <a:cs typeface="IBM Plex Sans"/>
              </a:rPr>
              <a:t>Sin journeys completos</a:t>
            </a:r>
          </a:p>
        </p:txBody>
      </p:sp>
      <p:sp>
        <p:nvSpPr>
          <p:cNvPr id="79" name="">
            <a:extLst xmlns:a="http://schemas.openxmlformats.org/drawingml/2006/main">
              <a:ext uri="{FF2B5EF4-FFF2-40B4-BE49-F238E27FC236}">
                <a16:creationId xmlns:a16="http://schemas.microsoft.com/office/drawing/2014/main" id="{BEFD4256-F75A-4652-9A88-4E1B99C26AE1}"/>
              </a:ext>
            </a:extLst>
          </p:cNvPr>
          <p:cNvSpPr>
            <a:spLocks xmlns:a="http://schemas.openxmlformats.org/drawingml/2006/main" noGrp="1"/>
          </p:cNvSpPr>
          <p:nvPr/>
        </p:nvSpPr>
        <p:spPr>
          <a:xfrm xmlns:a="http://schemas.openxmlformats.org/drawingml/2006/main">
            <a:off x="8220075" y="2781300"/>
            <a:ext cx="2990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lgn="l">
              <a:defRPr sz="1050" b="0">
                <a:solidFill>
                  <a:srgbClr val="4A5D52"/>
                </a:solidFill>
                <a:latin typeface="IBM Plex Sans"/>
                <a:ea typeface="IBM Plex Sans"/>
                <a:cs typeface="IBM Plex Sans"/>
              </a:defRPr>
            </a:pPr>
            <a:r>
              <a:rPr sz="1050" b="0">
                <a:solidFill>
                  <a:srgbClr val="4A5D52"/>
                </a:solidFill>
                <a:latin typeface="IBM Plex Sans"/>
                <a:ea typeface="IBM Plex Sans"/>
                <a:cs typeface="IBM Plex Sans"/>
              </a:rPr>
              <a:t>0 journeys</a:t>
            </a:r>
          </a:p>
        </p:txBody>
      </p:sp>
      <p:sp>
        <p:nvSpPr>
          <p:cNvPr id="80" name="">
            <a:extLst xmlns:a="http://schemas.openxmlformats.org/drawingml/2006/main">
              <a:ext uri="{FF2B5EF4-FFF2-40B4-BE49-F238E27FC236}">
                <a16:creationId xmlns:a16="http://schemas.microsoft.com/office/drawing/2014/main" id="{C7BA588A-D1F0-4441-AD53-D389B6E3C694}"/>
              </a:ext>
            </a:extLst>
          </p:cNvPr>
          <p:cNvSpPr>
            <a:spLocks xmlns:a="http://schemas.openxmlformats.org/drawingml/2006/main" noGrp="1"/>
          </p:cNvSpPr>
          <p:nvPr/>
        </p:nvSpPr>
        <p:spPr>
          <a:xfrm xmlns:a="http://schemas.openxmlformats.org/drawingml/2006/main">
            <a:off x="809625" y="347662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1">
                <a:solidFill>
                  <a:srgbClr val="1F4E7A"/>
                </a:solidFill>
                <a:latin typeface="IBM Plex Sans"/>
                <a:ea typeface="IBM Plex Sans"/>
                <a:cs typeface="IBM Plex Sans"/>
              </a:defRPr>
            </a:pPr>
            <a:r>
              <a:rPr sz="1350" b="1">
                <a:solidFill>
                  <a:srgbClr val="1F4E7A"/>
                </a:solidFill>
                <a:latin typeface="IBM Plex Sans"/>
                <a:ea typeface="IBM Plex Sans"/>
                <a:cs typeface="IBM Plex Sans"/>
              </a:rPr>
              <a:t>R8</a:t>
            </a:r>
          </a:p>
        </p:txBody>
      </p:sp>
      <p:sp>
        <p:nvSpPr>
          <p:cNvPr id="81" name="">
            <a:extLst xmlns:a="http://schemas.openxmlformats.org/drawingml/2006/main">
              <a:ext uri="{FF2B5EF4-FFF2-40B4-BE49-F238E27FC236}">
                <a16:creationId xmlns:a16="http://schemas.microsoft.com/office/drawing/2014/main" id="{047B2EBF-012B-41C4-BC4B-73AB03B3A34D}"/>
              </a:ext>
            </a:extLst>
          </p:cNvPr>
          <p:cNvSpPr>
            <a:spLocks xmlns:a="http://schemas.openxmlformats.org/drawingml/2006/main" noGrp="1"/>
          </p:cNvSpPr>
          <p:nvPr/>
        </p:nvSpPr>
        <p:spPr>
          <a:xfrm xmlns:a="http://schemas.openxmlformats.org/drawingml/2006/main">
            <a:off x="1571625" y="3333750"/>
            <a:ext cx="2905125" cy="742950"/>
          </a:xfrm>
          <a:prstGeom xmlns:a="http://schemas.openxmlformats.org/drawingml/2006/main" prst="roundRect">
            <a:avLst>
              <a:gd name="adj" fmla="val 10256"/>
            </a:avLst>
          </a:prstGeom>
          <a:solidFill xmlns:a="http://schemas.openxmlformats.org/drawingml/2006/main">
            <a:srgbClr val="DCEAF4"/>
          </a:solidFill>
          <a:ln xmlns:a="http://schemas.openxmlformats.org/drawingml/2006/main" w="0">
            <a:noFill/>
          </a:ln>
        </p:spPr>
      </p:sp>
      <p:sp>
        <p:nvSpPr>
          <p:cNvPr id="82" name="">
            <a:extLst xmlns:a="http://schemas.openxmlformats.org/drawingml/2006/main">
              <a:ext uri="{FF2B5EF4-FFF2-40B4-BE49-F238E27FC236}">
                <a16:creationId xmlns:a16="http://schemas.microsoft.com/office/drawing/2014/main" id="{099D33A5-E246-416A-B4F5-09B6ED2C1005}"/>
              </a:ext>
            </a:extLst>
          </p:cNvPr>
          <p:cNvSpPr>
            <a:spLocks xmlns:a="http://schemas.openxmlformats.org/drawingml/2006/main" noGrp="1"/>
          </p:cNvSpPr>
          <p:nvPr/>
        </p:nvSpPr>
        <p:spPr>
          <a:xfrm xmlns:a="http://schemas.openxmlformats.org/drawingml/2006/main">
            <a:off x="1704975" y="3448050"/>
            <a:ext cx="1952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050" b="1">
                <a:solidFill>
                  <a:srgbClr val="14281E"/>
                </a:solidFill>
                <a:latin typeface="IBM Plex Sans"/>
                <a:ea typeface="IBM Plex Sans"/>
                <a:cs typeface="IBM Plex Sans"/>
              </a:defRPr>
            </a:pPr>
            <a:r>
              <a:rPr sz="1050" b="1">
                <a:solidFill>
                  <a:srgbClr val="14281E"/>
                </a:solidFill>
                <a:latin typeface="IBM Plex Sans"/>
                <a:ea typeface="IBM Plex Sans"/>
                <a:cs typeface="IBM Plex Sans"/>
              </a:rPr>
              <a:t>Preingreso a calle líquida</a:t>
            </a:r>
          </a:p>
        </p:txBody>
      </p:sp>
      <p:sp>
        <p:nvSpPr>
          <p:cNvPr id="83" name="">
            <a:extLst xmlns:a="http://schemas.openxmlformats.org/drawingml/2006/main">
              <a:ext uri="{FF2B5EF4-FFF2-40B4-BE49-F238E27FC236}">
                <a16:creationId xmlns:a16="http://schemas.microsoft.com/office/drawing/2014/main" id="{0C040CAD-86A1-4BBE-BFFB-4347D5959E36}"/>
              </a:ext>
            </a:extLst>
          </p:cNvPr>
          <p:cNvSpPr>
            <a:spLocks xmlns:a="http://schemas.openxmlformats.org/drawingml/2006/main" noGrp="1"/>
          </p:cNvSpPr>
          <p:nvPr/>
        </p:nvSpPr>
        <p:spPr>
          <a:xfrm xmlns:a="http://schemas.openxmlformats.org/drawingml/2006/main">
            <a:off x="3667125" y="3409950"/>
            <a:ext cx="685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625"/>
          </a:bodyPr>
          <a:lstStyle xmlns:a="http://schemas.openxmlformats.org/drawingml/2006/main"/>
          <a:p xmlns:a="http://schemas.openxmlformats.org/drawingml/2006/main">
            <a:pPr algn="r">
              <a:defRPr sz="1200" b="1">
                <a:solidFill>
                  <a:srgbClr val="1F4E7A"/>
                </a:solidFill>
                <a:latin typeface="IBM Plex Sans"/>
                <a:ea typeface="IBM Plex Sans"/>
                <a:cs typeface="IBM Plex Sans"/>
              </a:defRPr>
            </a:pPr>
            <a:r>
              <a:rPr sz="1200" b="1">
                <a:solidFill>
                  <a:srgbClr val="1F4E7A"/>
                </a:solidFill>
                <a:latin typeface="IBM Plex Sans"/>
                <a:ea typeface="IBM Plex Sans"/>
                <a:cs typeface="IBM Plex Sans"/>
              </a:rPr>
              <a:t>11,5 min</a:t>
            </a:r>
          </a:p>
        </p:txBody>
      </p:sp>
      <p:sp>
        <p:nvSpPr>
          <p:cNvPr id="84" name="">
            <a:extLst xmlns:a="http://schemas.openxmlformats.org/drawingml/2006/main">
              <a:ext uri="{FF2B5EF4-FFF2-40B4-BE49-F238E27FC236}">
                <a16:creationId xmlns:a16="http://schemas.microsoft.com/office/drawing/2014/main" id="{886B483B-3F79-407B-8F0C-4925DFEF8E17}"/>
              </a:ext>
            </a:extLst>
          </p:cNvPr>
          <p:cNvSpPr>
            <a:spLocks xmlns:a="http://schemas.openxmlformats.org/drawingml/2006/main" noGrp="1"/>
          </p:cNvSpPr>
          <p:nvPr/>
        </p:nvSpPr>
        <p:spPr>
          <a:xfrm xmlns:a="http://schemas.openxmlformats.org/drawingml/2006/main">
            <a:off x="3667125" y="3733800"/>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n=28</a:t>
            </a:r>
          </a:p>
        </p:txBody>
      </p:sp>
      <p:sp>
        <p:nvSpPr>
          <p:cNvPr id="85" name="">
            <a:extLst xmlns:a="http://schemas.openxmlformats.org/drawingml/2006/main">
              <a:ext uri="{FF2B5EF4-FFF2-40B4-BE49-F238E27FC236}">
                <a16:creationId xmlns:a16="http://schemas.microsoft.com/office/drawing/2014/main" id="{5019AA2E-1739-4AB3-A37C-31C4B57E0240}"/>
              </a:ext>
            </a:extLst>
          </p:cNvPr>
          <p:cNvSpPr>
            <a:spLocks xmlns:a="http://schemas.openxmlformats.org/drawingml/2006/main" noGrp="1"/>
          </p:cNvSpPr>
          <p:nvPr/>
        </p:nvSpPr>
        <p:spPr>
          <a:xfrm xmlns:a="http://schemas.openxmlformats.org/drawingml/2006/main">
            <a:off x="4714875" y="3333750"/>
            <a:ext cx="2905125" cy="742950"/>
          </a:xfrm>
          <a:prstGeom xmlns:a="http://schemas.openxmlformats.org/drawingml/2006/main" prst="roundRect">
            <a:avLst>
              <a:gd name="adj" fmla="val 10256"/>
            </a:avLst>
          </a:prstGeom>
          <a:solidFill xmlns:a="http://schemas.openxmlformats.org/drawingml/2006/main">
            <a:srgbClr val="DCEAF4"/>
          </a:solidFill>
          <a:ln xmlns:a="http://schemas.openxmlformats.org/drawingml/2006/main" w="0">
            <a:noFill/>
          </a:ln>
        </p:spPr>
      </p:sp>
      <p:sp>
        <p:nvSpPr>
          <p:cNvPr id="86" name="">
            <a:extLst xmlns:a="http://schemas.openxmlformats.org/drawingml/2006/main">
              <a:ext uri="{FF2B5EF4-FFF2-40B4-BE49-F238E27FC236}">
                <a16:creationId xmlns:a16="http://schemas.microsoft.com/office/drawing/2014/main" id="{F0204EE0-7F5F-46A3-B0D9-A4670280BA70}"/>
              </a:ext>
            </a:extLst>
          </p:cNvPr>
          <p:cNvSpPr>
            <a:spLocks xmlns:a="http://schemas.openxmlformats.org/drawingml/2006/main" noGrp="1"/>
          </p:cNvSpPr>
          <p:nvPr/>
        </p:nvSpPr>
        <p:spPr>
          <a:xfrm xmlns:a="http://schemas.openxmlformats.org/drawingml/2006/main">
            <a:off x="4848225" y="3448050"/>
            <a:ext cx="1952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050" b="1">
                <a:solidFill>
                  <a:srgbClr val="14281E"/>
                </a:solidFill>
                <a:latin typeface="IBM Plex Sans"/>
                <a:ea typeface="IBM Plex Sans"/>
                <a:cs typeface="IBM Plex Sans"/>
              </a:defRPr>
            </a:pPr>
            <a:r>
              <a:rPr sz="1050" b="1">
                <a:solidFill>
                  <a:srgbClr val="14281E"/>
                </a:solidFill>
                <a:latin typeface="IBM Plex Sans"/>
                <a:ea typeface="IBM Plex Sans"/>
                <a:cs typeface="IBM Plex Sans"/>
              </a:rPr>
              <a:t>Calle líquida a balanza egreso</a:t>
            </a:r>
          </a:p>
        </p:txBody>
      </p:sp>
      <p:sp>
        <p:nvSpPr>
          <p:cNvPr id="87" name="">
            <a:extLst xmlns:a="http://schemas.openxmlformats.org/drawingml/2006/main">
              <a:ext uri="{FF2B5EF4-FFF2-40B4-BE49-F238E27FC236}">
                <a16:creationId xmlns:a16="http://schemas.microsoft.com/office/drawing/2014/main" id="{563C306A-E02B-4107-89A3-EB153DE73F24}"/>
              </a:ext>
            </a:extLst>
          </p:cNvPr>
          <p:cNvSpPr>
            <a:spLocks xmlns:a="http://schemas.openxmlformats.org/drawingml/2006/main" noGrp="1"/>
          </p:cNvSpPr>
          <p:nvPr/>
        </p:nvSpPr>
        <p:spPr>
          <a:xfrm xmlns:a="http://schemas.openxmlformats.org/drawingml/2006/main">
            <a:off x="6810375" y="3409950"/>
            <a:ext cx="685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541"/>
          </a:bodyPr>
          <a:lstStyle xmlns:a="http://schemas.openxmlformats.org/drawingml/2006/main"/>
          <a:p xmlns:a="http://schemas.openxmlformats.org/drawingml/2006/main">
            <a:pPr algn="r">
              <a:defRPr sz="1200" b="1">
                <a:solidFill>
                  <a:srgbClr val="1F4E7A"/>
                </a:solidFill>
                <a:latin typeface="IBM Plex Sans"/>
                <a:ea typeface="IBM Plex Sans"/>
                <a:cs typeface="IBM Plex Sans"/>
              </a:defRPr>
            </a:pPr>
            <a:r>
              <a:rPr sz="1200" b="1">
                <a:solidFill>
                  <a:srgbClr val="1F4E7A"/>
                </a:solidFill>
                <a:latin typeface="IBM Plex Sans"/>
                <a:ea typeface="IBM Plex Sans"/>
                <a:cs typeface="IBM Plex Sans"/>
              </a:rPr>
              <a:t>184,8 min</a:t>
            </a:r>
          </a:p>
        </p:txBody>
      </p:sp>
      <p:sp>
        <p:nvSpPr>
          <p:cNvPr id="88" name="">
            <a:extLst xmlns:a="http://schemas.openxmlformats.org/drawingml/2006/main">
              <a:ext uri="{FF2B5EF4-FFF2-40B4-BE49-F238E27FC236}">
                <a16:creationId xmlns:a16="http://schemas.microsoft.com/office/drawing/2014/main" id="{E0A24956-57B8-4287-9918-345688C56CB6}"/>
              </a:ext>
            </a:extLst>
          </p:cNvPr>
          <p:cNvSpPr>
            <a:spLocks xmlns:a="http://schemas.openxmlformats.org/drawingml/2006/main" noGrp="1"/>
          </p:cNvSpPr>
          <p:nvPr/>
        </p:nvSpPr>
        <p:spPr>
          <a:xfrm xmlns:a="http://schemas.openxmlformats.org/drawingml/2006/main">
            <a:off x="6810375" y="3733800"/>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n=3</a:t>
            </a:r>
          </a:p>
        </p:txBody>
      </p:sp>
      <p:sp>
        <p:nvSpPr>
          <p:cNvPr id="89" name="">
            <a:extLst xmlns:a="http://schemas.openxmlformats.org/drawingml/2006/main">
              <a:ext uri="{FF2B5EF4-FFF2-40B4-BE49-F238E27FC236}">
                <a16:creationId xmlns:a16="http://schemas.microsoft.com/office/drawing/2014/main" id="{8008DE58-5CC5-47CA-9DBA-ADE97B55C30D}"/>
              </a:ext>
            </a:extLst>
          </p:cNvPr>
          <p:cNvSpPr>
            <a:spLocks xmlns:a="http://schemas.openxmlformats.org/drawingml/2006/main" noGrp="1"/>
          </p:cNvSpPr>
          <p:nvPr/>
        </p:nvSpPr>
        <p:spPr>
          <a:xfrm xmlns:a="http://schemas.openxmlformats.org/drawingml/2006/main">
            <a:off x="7858125" y="3333750"/>
            <a:ext cx="2905125" cy="742950"/>
          </a:xfrm>
          <a:prstGeom xmlns:a="http://schemas.openxmlformats.org/drawingml/2006/main" prst="roundRect">
            <a:avLst>
              <a:gd name="adj" fmla="val 10256"/>
            </a:avLst>
          </a:prstGeom>
          <a:solidFill xmlns:a="http://schemas.openxmlformats.org/drawingml/2006/main">
            <a:srgbClr val="DCEAF4"/>
          </a:solidFill>
          <a:ln xmlns:a="http://schemas.openxmlformats.org/drawingml/2006/main" w="0">
            <a:noFill/>
          </a:ln>
        </p:spPr>
      </p:sp>
      <p:sp>
        <p:nvSpPr>
          <p:cNvPr id="90" name="">
            <a:extLst xmlns:a="http://schemas.openxmlformats.org/drawingml/2006/main">
              <a:ext uri="{FF2B5EF4-FFF2-40B4-BE49-F238E27FC236}">
                <a16:creationId xmlns:a16="http://schemas.microsoft.com/office/drawing/2014/main" id="{32119C0D-7625-4A05-850D-387818F4FDC3}"/>
              </a:ext>
            </a:extLst>
          </p:cNvPr>
          <p:cNvSpPr>
            <a:spLocks xmlns:a="http://schemas.openxmlformats.org/drawingml/2006/main" noGrp="1"/>
          </p:cNvSpPr>
          <p:nvPr/>
        </p:nvSpPr>
        <p:spPr>
          <a:xfrm xmlns:a="http://schemas.openxmlformats.org/drawingml/2006/main">
            <a:off x="7991475" y="3448050"/>
            <a:ext cx="1952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050" b="1">
                <a:solidFill>
                  <a:srgbClr val="14281E"/>
                </a:solidFill>
                <a:latin typeface="IBM Plex Sans"/>
                <a:ea typeface="IBM Plex Sans"/>
                <a:cs typeface="IBM Plex Sans"/>
              </a:defRPr>
            </a:pPr>
            <a:r>
              <a:rPr sz="1050" b="1">
                <a:solidFill>
                  <a:srgbClr val="14281E"/>
                </a:solidFill>
                <a:latin typeface="IBM Plex Sans"/>
                <a:ea typeface="IBM Plex Sans"/>
                <a:cs typeface="IBM Plex Sans"/>
              </a:rPr>
              <a:t>Preingreso a balanza egreso</a:t>
            </a:r>
          </a:p>
        </p:txBody>
      </p:sp>
      <p:sp>
        <p:nvSpPr>
          <p:cNvPr id="91" name="">
            <a:extLst xmlns:a="http://schemas.openxmlformats.org/drawingml/2006/main">
              <a:ext uri="{FF2B5EF4-FFF2-40B4-BE49-F238E27FC236}">
                <a16:creationId xmlns:a16="http://schemas.microsoft.com/office/drawing/2014/main" id="{3B2A28D0-A40F-48BD-926C-86DEE0B3C2CB}"/>
              </a:ext>
            </a:extLst>
          </p:cNvPr>
          <p:cNvSpPr>
            <a:spLocks xmlns:a="http://schemas.openxmlformats.org/drawingml/2006/main" noGrp="1"/>
          </p:cNvSpPr>
          <p:nvPr/>
        </p:nvSpPr>
        <p:spPr>
          <a:xfrm xmlns:a="http://schemas.openxmlformats.org/drawingml/2006/main">
            <a:off x="9953625" y="3409950"/>
            <a:ext cx="685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625"/>
          </a:bodyPr>
          <a:lstStyle xmlns:a="http://schemas.openxmlformats.org/drawingml/2006/main"/>
          <a:p xmlns:a="http://schemas.openxmlformats.org/drawingml/2006/main">
            <a:pPr algn="r">
              <a:defRPr sz="1200" b="1">
                <a:solidFill>
                  <a:srgbClr val="1F4E7A"/>
                </a:solidFill>
                <a:latin typeface="IBM Plex Sans"/>
                <a:ea typeface="IBM Plex Sans"/>
                <a:cs typeface="IBM Plex Sans"/>
              </a:defRPr>
            </a:pPr>
            <a:r>
              <a:rPr sz="1200" b="1">
                <a:solidFill>
                  <a:srgbClr val="1F4E7A"/>
                </a:solidFill>
                <a:latin typeface="IBM Plex Sans"/>
                <a:ea typeface="IBM Plex Sans"/>
                <a:cs typeface="IBM Plex Sans"/>
              </a:rPr>
              <a:t>63,5 min</a:t>
            </a:r>
          </a:p>
        </p:txBody>
      </p:sp>
      <p:sp>
        <p:nvSpPr>
          <p:cNvPr id="92" name="">
            <a:extLst xmlns:a="http://schemas.openxmlformats.org/drawingml/2006/main">
              <a:ext uri="{FF2B5EF4-FFF2-40B4-BE49-F238E27FC236}">
                <a16:creationId xmlns:a16="http://schemas.microsoft.com/office/drawing/2014/main" id="{5F7D8F25-E507-4517-9D1B-D3CEFC1515BD}"/>
              </a:ext>
            </a:extLst>
          </p:cNvPr>
          <p:cNvSpPr>
            <a:spLocks xmlns:a="http://schemas.openxmlformats.org/drawingml/2006/main" noGrp="1"/>
          </p:cNvSpPr>
          <p:nvPr/>
        </p:nvSpPr>
        <p:spPr>
          <a:xfrm xmlns:a="http://schemas.openxmlformats.org/drawingml/2006/main">
            <a:off x="9953625" y="3733800"/>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n=2</a:t>
            </a:r>
          </a:p>
        </p:txBody>
      </p:sp>
      <p:sp>
        <p:nvSpPr>
          <p:cNvPr id="93" name="">
            <a:extLst xmlns:a="http://schemas.openxmlformats.org/drawingml/2006/main">
              <a:ext uri="{FF2B5EF4-FFF2-40B4-BE49-F238E27FC236}">
                <a16:creationId xmlns:a16="http://schemas.microsoft.com/office/drawing/2014/main" id="{FFB1EDB7-52E6-4B58-97F7-17A05D20023C}"/>
              </a:ext>
            </a:extLst>
          </p:cNvPr>
          <p:cNvSpPr>
            <a:spLocks xmlns:a="http://schemas.openxmlformats.org/drawingml/2006/main" noGrp="1"/>
          </p:cNvSpPr>
          <p:nvPr/>
        </p:nvSpPr>
        <p:spPr>
          <a:xfrm xmlns:a="http://schemas.openxmlformats.org/drawingml/2006/main">
            <a:off x="809625" y="4476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1">
                <a:solidFill>
                  <a:srgbClr val="1F4E7A"/>
                </a:solidFill>
                <a:latin typeface="IBM Plex Sans"/>
                <a:ea typeface="IBM Plex Sans"/>
                <a:cs typeface="IBM Plex Sans"/>
              </a:defRPr>
            </a:pPr>
            <a:r>
              <a:rPr sz="1350" b="1">
                <a:solidFill>
                  <a:srgbClr val="1F4E7A"/>
                </a:solidFill>
                <a:latin typeface="IBM Plex Sans"/>
                <a:ea typeface="IBM Plex Sans"/>
                <a:cs typeface="IBM Plex Sans"/>
              </a:rPr>
              <a:t>SL1</a:t>
            </a:r>
          </a:p>
        </p:txBody>
      </p:sp>
      <p:sp>
        <p:nvSpPr>
          <p:cNvPr id="94" name="">
            <a:extLst xmlns:a="http://schemas.openxmlformats.org/drawingml/2006/main">
              <a:ext uri="{FF2B5EF4-FFF2-40B4-BE49-F238E27FC236}">
                <a16:creationId xmlns:a16="http://schemas.microsoft.com/office/drawing/2014/main" id="{FFEB6150-8B46-4E1F-85F6-0DF481D376C7}"/>
              </a:ext>
            </a:extLst>
          </p:cNvPr>
          <p:cNvSpPr>
            <a:spLocks xmlns:a="http://schemas.openxmlformats.org/drawingml/2006/main" noGrp="1"/>
          </p:cNvSpPr>
          <p:nvPr/>
        </p:nvSpPr>
        <p:spPr>
          <a:xfrm xmlns:a="http://schemas.openxmlformats.org/drawingml/2006/main">
            <a:off x="1571625" y="4333875"/>
            <a:ext cx="2905125" cy="742950"/>
          </a:xfrm>
          <a:prstGeom xmlns:a="http://schemas.openxmlformats.org/drawingml/2006/main" prst="roundRect">
            <a:avLst>
              <a:gd name="adj" fmla="val 10256"/>
            </a:avLst>
          </a:prstGeom>
          <a:solidFill xmlns:a="http://schemas.openxmlformats.org/drawingml/2006/main">
            <a:srgbClr val="FCFDFB"/>
          </a:solidFill>
          <a:ln xmlns:a="http://schemas.openxmlformats.org/drawingml/2006/main" w="9525">
            <a:solidFill>
              <a:srgbClr val="D3E2D7"/>
            </a:solidFill>
          </a:ln>
        </p:spPr>
      </p:sp>
      <p:sp>
        <p:nvSpPr>
          <p:cNvPr id="95" name="">
            <a:extLst xmlns:a="http://schemas.openxmlformats.org/drawingml/2006/main">
              <a:ext uri="{FF2B5EF4-FFF2-40B4-BE49-F238E27FC236}">
                <a16:creationId xmlns:a16="http://schemas.microsoft.com/office/drawing/2014/main" id="{E4E50F28-FB9D-4F74-9433-DC55514A5AFA}"/>
              </a:ext>
            </a:extLst>
          </p:cNvPr>
          <p:cNvSpPr>
            <a:spLocks xmlns:a="http://schemas.openxmlformats.org/drawingml/2006/main" noGrp="1"/>
          </p:cNvSpPr>
          <p:nvPr/>
        </p:nvSpPr>
        <p:spPr>
          <a:xfrm xmlns:a="http://schemas.openxmlformats.org/drawingml/2006/main">
            <a:off x="1704975" y="4448175"/>
            <a:ext cx="1952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050" b="1">
                <a:solidFill>
                  <a:srgbClr val="14281E"/>
                </a:solidFill>
                <a:latin typeface="IBM Plex Sans"/>
                <a:ea typeface="IBM Plex Sans"/>
                <a:cs typeface="IBM Plex Sans"/>
              </a:defRPr>
            </a:pPr>
            <a:r>
              <a:rPr sz="1050" b="1">
                <a:solidFill>
                  <a:srgbClr val="14281E"/>
                </a:solidFill>
                <a:latin typeface="IBM Plex Sans"/>
                <a:ea typeface="IBM Plex Sans"/>
                <a:cs typeface="IBM Plex Sans"/>
              </a:rPr>
              <a:t>Ingreso SLZ a balanza entrada</a:t>
            </a:r>
          </a:p>
        </p:txBody>
      </p:sp>
      <p:sp>
        <p:nvSpPr>
          <p:cNvPr id="96" name="">
            <a:extLst xmlns:a="http://schemas.openxmlformats.org/drawingml/2006/main">
              <a:ext uri="{FF2B5EF4-FFF2-40B4-BE49-F238E27FC236}">
                <a16:creationId xmlns:a16="http://schemas.microsoft.com/office/drawing/2014/main" id="{401FE100-76FB-49E6-B5E8-D8BF9EABCC48}"/>
              </a:ext>
            </a:extLst>
          </p:cNvPr>
          <p:cNvSpPr>
            <a:spLocks xmlns:a="http://schemas.openxmlformats.org/drawingml/2006/main" noGrp="1"/>
          </p:cNvSpPr>
          <p:nvPr/>
        </p:nvSpPr>
        <p:spPr>
          <a:xfrm xmlns:a="http://schemas.openxmlformats.org/drawingml/2006/main">
            <a:off x="3667125" y="4410075"/>
            <a:ext cx="685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625"/>
          </a:bodyPr>
          <a:lstStyle xmlns:a="http://schemas.openxmlformats.org/drawingml/2006/main"/>
          <a:p xmlns:a="http://schemas.openxmlformats.org/drawingml/2006/main">
            <a:pPr algn="r">
              <a:defRPr sz="1200" b="1">
                <a:solidFill>
                  <a:srgbClr val="1F4E7A"/>
                </a:solidFill>
                <a:latin typeface="IBM Plex Sans"/>
                <a:ea typeface="IBM Plex Sans"/>
                <a:cs typeface="IBM Plex Sans"/>
              </a:defRPr>
            </a:pPr>
            <a:r>
              <a:rPr sz="1200" b="1">
                <a:solidFill>
                  <a:srgbClr val="1F4E7A"/>
                </a:solidFill>
                <a:latin typeface="IBM Plex Sans"/>
                <a:ea typeface="IBM Plex Sans"/>
                <a:cs typeface="IBM Plex Sans"/>
              </a:rPr>
              <a:t>21,4 min</a:t>
            </a:r>
          </a:p>
        </p:txBody>
      </p:sp>
      <p:sp>
        <p:nvSpPr>
          <p:cNvPr id="97" name="">
            <a:extLst xmlns:a="http://schemas.openxmlformats.org/drawingml/2006/main">
              <a:ext uri="{FF2B5EF4-FFF2-40B4-BE49-F238E27FC236}">
                <a16:creationId xmlns:a16="http://schemas.microsoft.com/office/drawing/2014/main" id="{B5FBD451-46F1-4B58-A399-4724CA7264C0}"/>
              </a:ext>
            </a:extLst>
          </p:cNvPr>
          <p:cNvSpPr>
            <a:spLocks xmlns:a="http://schemas.openxmlformats.org/drawingml/2006/main" noGrp="1"/>
          </p:cNvSpPr>
          <p:nvPr/>
        </p:nvSpPr>
        <p:spPr>
          <a:xfrm xmlns:a="http://schemas.openxmlformats.org/drawingml/2006/main">
            <a:off x="3667125" y="47339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n=4</a:t>
            </a:r>
          </a:p>
        </p:txBody>
      </p:sp>
      <p:sp>
        <p:nvSpPr>
          <p:cNvPr id="98" name="">
            <a:extLst xmlns:a="http://schemas.openxmlformats.org/drawingml/2006/main">
              <a:ext uri="{FF2B5EF4-FFF2-40B4-BE49-F238E27FC236}">
                <a16:creationId xmlns:a16="http://schemas.microsoft.com/office/drawing/2014/main" id="{85BDA65B-4472-42CA-A766-2D7D201DC226}"/>
              </a:ext>
            </a:extLst>
          </p:cNvPr>
          <p:cNvSpPr>
            <a:spLocks xmlns:a="http://schemas.openxmlformats.org/drawingml/2006/main" noGrp="1"/>
          </p:cNvSpPr>
          <p:nvPr/>
        </p:nvSpPr>
        <p:spPr>
          <a:xfrm xmlns:a="http://schemas.openxmlformats.org/drawingml/2006/main">
            <a:off x="4714875" y="4333875"/>
            <a:ext cx="2905125" cy="742950"/>
          </a:xfrm>
          <a:prstGeom xmlns:a="http://schemas.openxmlformats.org/drawingml/2006/main" prst="roundRect">
            <a:avLst>
              <a:gd name="adj" fmla="val 10256"/>
            </a:avLst>
          </a:prstGeom>
          <a:solidFill xmlns:a="http://schemas.openxmlformats.org/drawingml/2006/main">
            <a:srgbClr val="FCFDFB"/>
          </a:solidFill>
          <a:ln xmlns:a="http://schemas.openxmlformats.org/drawingml/2006/main" w="9525">
            <a:solidFill>
              <a:srgbClr val="D3E2D7"/>
            </a:solidFill>
          </a:ln>
        </p:spPr>
      </p:sp>
      <p:sp>
        <p:nvSpPr>
          <p:cNvPr id="99" name="">
            <a:extLst xmlns:a="http://schemas.openxmlformats.org/drawingml/2006/main">
              <a:ext uri="{FF2B5EF4-FFF2-40B4-BE49-F238E27FC236}">
                <a16:creationId xmlns:a16="http://schemas.microsoft.com/office/drawing/2014/main" id="{75E110FD-F1A5-4D19-8D3A-FB670F466C03}"/>
              </a:ext>
            </a:extLst>
          </p:cNvPr>
          <p:cNvSpPr>
            <a:spLocks xmlns:a="http://schemas.openxmlformats.org/drawingml/2006/main" noGrp="1"/>
          </p:cNvSpPr>
          <p:nvPr/>
        </p:nvSpPr>
        <p:spPr>
          <a:xfrm xmlns:a="http://schemas.openxmlformats.org/drawingml/2006/main">
            <a:off x="4848225" y="4448175"/>
            <a:ext cx="1952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050" b="1">
                <a:solidFill>
                  <a:srgbClr val="14281E"/>
                </a:solidFill>
                <a:latin typeface="IBM Plex Sans"/>
                <a:ea typeface="IBM Plex Sans"/>
                <a:cs typeface="IBM Plex Sans"/>
              </a:defRPr>
            </a:pPr>
            <a:r>
              <a:rPr sz="1050" b="1">
                <a:solidFill>
                  <a:srgbClr val="14281E"/>
                </a:solidFill>
                <a:latin typeface="IBM Plex Sans"/>
                <a:ea typeface="IBM Plex Sans"/>
                <a:cs typeface="IBM Plex Sans"/>
              </a:rPr>
              <a:t>Balanza entrada a egreso</a:t>
            </a:r>
          </a:p>
        </p:txBody>
      </p:sp>
      <p:sp>
        <p:nvSpPr>
          <p:cNvPr id="100" name="">
            <a:extLst xmlns:a="http://schemas.openxmlformats.org/drawingml/2006/main">
              <a:ext uri="{FF2B5EF4-FFF2-40B4-BE49-F238E27FC236}">
                <a16:creationId xmlns:a16="http://schemas.microsoft.com/office/drawing/2014/main" id="{52BD3432-94C6-4DE7-A037-7D1EB5F3D1AC}"/>
              </a:ext>
            </a:extLst>
          </p:cNvPr>
          <p:cNvSpPr>
            <a:spLocks xmlns:a="http://schemas.openxmlformats.org/drawingml/2006/main" noGrp="1"/>
          </p:cNvSpPr>
          <p:nvPr/>
        </p:nvSpPr>
        <p:spPr>
          <a:xfrm xmlns:a="http://schemas.openxmlformats.org/drawingml/2006/main">
            <a:off x="6810375" y="4410075"/>
            <a:ext cx="685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625"/>
          </a:bodyPr>
          <a:lstStyle xmlns:a="http://schemas.openxmlformats.org/drawingml/2006/main"/>
          <a:p xmlns:a="http://schemas.openxmlformats.org/drawingml/2006/main">
            <a:pPr algn="r">
              <a:defRPr sz="1200" b="1">
                <a:solidFill>
                  <a:srgbClr val="1F4E7A"/>
                </a:solidFill>
                <a:latin typeface="IBM Plex Sans"/>
                <a:ea typeface="IBM Plex Sans"/>
                <a:cs typeface="IBM Plex Sans"/>
              </a:defRPr>
            </a:pPr>
            <a:r>
              <a:rPr sz="1200" b="1">
                <a:solidFill>
                  <a:srgbClr val="1F4E7A"/>
                </a:solidFill>
                <a:latin typeface="IBM Plex Sans"/>
                <a:ea typeface="IBM Plex Sans"/>
                <a:cs typeface="IBM Plex Sans"/>
              </a:rPr>
              <a:t>73,2 min</a:t>
            </a:r>
          </a:p>
        </p:txBody>
      </p:sp>
      <p:sp>
        <p:nvSpPr>
          <p:cNvPr id="101" name="">
            <a:extLst xmlns:a="http://schemas.openxmlformats.org/drawingml/2006/main">
              <a:ext uri="{FF2B5EF4-FFF2-40B4-BE49-F238E27FC236}">
                <a16:creationId xmlns:a16="http://schemas.microsoft.com/office/drawing/2014/main" id="{F7E3BA01-B3C9-4784-957E-BD72DFBEA455}"/>
              </a:ext>
            </a:extLst>
          </p:cNvPr>
          <p:cNvSpPr>
            <a:spLocks xmlns:a="http://schemas.openxmlformats.org/drawingml/2006/main" noGrp="1"/>
          </p:cNvSpPr>
          <p:nvPr/>
        </p:nvSpPr>
        <p:spPr>
          <a:xfrm xmlns:a="http://schemas.openxmlformats.org/drawingml/2006/main">
            <a:off x="6810375" y="47339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n=6</a:t>
            </a:r>
          </a:p>
        </p:txBody>
      </p:sp>
      <p:sp>
        <p:nvSpPr>
          <p:cNvPr id="102" name="">
            <a:extLst xmlns:a="http://schemas.openxmlformats.org/drawingml/2006/main">
              <a:ext uri="{FF2B5EF4-FFF2-40B4-BE49-F238E27FC236}">
                <a16:creationId xmlns:a16="http://schemas.microsoft.com/office/drawing/2014/main" id="{CE164968-105C-4C9B-AD11-DCD000329956}"/>
              </a:ext>
            </a:extLst>
          </p:cNvPr>
          <p:cNvSpPr>
            <a:spLocks xmlns:a="http://schemas.openxmlformats.org/drawingml/2006/main" noGrp="1"/>
          </p:cNvSpPr>
          <p:nvPr/>
        </p:nvSpPr>
        <p:spPr>
          <a:xfrm xmlns:a="http://schemas.openxmlformats.org/drawingml/2006/main">
            <a:off x="7858125" y="4333875"/>
            <a:ext cx="2905125" cy="742950"/>
          </a:xfrm>
          <a:prstGeom xmlns:a="http://schemas.openxmlformats.org/drawingml/2006/main" prst="roundRect">
            <a:avLst>
              <a:gd name="adj" fmla="val 10256"/>
            </a:avLst>
          </a:prstGeom>
          <a:solidFill xmlns:a="http://schemas.openxmlformats.org/drawingml/2006/main">
            <a:srgbClr val="FCFDFB"/>
          </a:solidFill>
          <a:ln xmlns:a="http://schemas.openxmlformats.org/drawingml/2006/main" w="9525">
            <a:solidFill>
              <a:srgbClr val="D3E2D7"/>
            </a:solidFill>
          </a:ln>
        </p:spPr>
      </p:sp>
      <p:sp>
        <p:nvSpPr>
          <p:cNvPr id="103" name="">
            <a:extLst xmlns:a="http://schemas.openxmlformats.org/drawingml/2006/main">
              <a:ext uri="{FF2B5EF4-FFF2-40B4-BE49-F238E27FC236}">
                <a16:creationId xmlns:a16="http://schemas.microsoft.com/office/drawing/2014/main" id="{6118EEBE-FECE-4EE7-B8A2-7A233527D8FA}"/>
              </a:ext>
            </a:extLst>
          </p:cNvPr>
          <p:cNvSpPr>
            <a:spLocks xmlns:a="http://schemas.openxmlformats.org/drawingml/2006/main" noGrp="1"/>
          </p:cNvSpPr>
          <p:nvPr/>
        </p:nvSpPr>
        <p:spPr>
          <a:xfrm xmlns:a="http://schemas.openxmlformats.org/drawingml/2006/main">
            <a:off x="7991475" y="4448175"/>
            <a:ext cx="1952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050" b="1">
                <a:solidFill>
                  <a:srgbClr val="14281E"/>
                </a:solidFill>
                <a:latin typeface="IBM Plex Sans"/>
                <a:ea typeface="IBM Plex Sans"/>
                <a:cs typeface="IBM Plex Sans"/>
              </a:defRPr>
            </a:pPr>
            <a:r>
              <a:rPr sz="1050" b="1">
                <a:solidFill>
                  <a:srgbClr val="14281E"/>
                </a:solidFill>
                <a:latin typeface="IBM Plex Sans"/>
                <a:ea typeface="IBM Plex Sans"/>
                <a:cs typeface="IBM Plex Sans"/>
              </a:rPr>
              <a:t>Balanza entrada a volcable</a:t>
            </a:r>
          </a:p>
        </p:txBody>
      </p:sp>
      <p:sp>
        <p:nvSpPr>
          <p:cNvPr id="104" name="">
            <a:extLst xmlns:a="http://schemas.openxmlformats.org/drawingml/2006/main">
              <a:ext uri="{FF2B5EF4-FFF2-40B4-BE49-F238E27FC236}">
                <a16:creationId xmlns:a16="http://schemas.microsoft.com/office/drawing/2014/main" id="{C683C187-6516-4473-8F9F-38DD5DD4BC96}"/>
              </a:ext>
            </a:extLst>
          </p:cNvPr>
          <p:cNvSpPr>
            <a:spLocks xmlns:a="http://schemas.openxmlformats.org/drawingml/2006/main" noGrp="1"/>
          </p:cNvSpPr>
          <p:nvPr/>
        </p:nvSpPr>
        <p:spPr>
          <a:xfrm xmlns:a="http://schemas.openxmlformats.org/drawingml/2006/main">
            <a:off x="9953625" y="4410075"/>
            <a:ext cx="685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625"/>
          </a:bodyPr>
          <a:lstStyle xmlns:a="http://schemas.openxmlformats.org/drawingml/2006/main"/>
          <a:p xmlns:a="http://schemas.openxmlformats.org/drawingml/2006/main">
            <a:pPr algn="r">
              <a:defRPr sz="1200" b="1">
                <a:solidFill>
                  <a:srgbClr val="1F4E7A"/>
                </a:solidFill>
                <a:latin typeface="IBM Plex Sans"/>
                <a:ea typeface="IBM Plex Sans"/>
                <a:cs typeface="IBM Plex Sans"/>
              </a:defRPr>
            </a:pPr>
            <a:r>
              <a:rPr sz="1200" b="1">
                <a:solidFill>
                  <a:srgbClr val="1F4E7A"/>
                </a:solidFill>
                <a:latin typeface="IBM Plex Sans"/>
                <a:ea typeface="IBM Plex Sans"/>
                <a:cs typeface="IBM Plex Sans"/>
              </a:rPr>
              <a:t>5,7 min</a:t>
            </a:r>
          </a:p>
        </p:txBody>
      </p:sp>
      <p:sp>
        <p:nvSpPr>
          <p:cNvPr id="105" name="">
            <a:extLst xmlns:a="http://schemas.openxmlformats.org/drawingml/2006/main">
              <a:ext uri="{FF2B5EF4-FFF2-40B4-BE49-F238E27FC236}">
                <a16:creationId xmlns:a16="http://schemas.microsoft.com/office/drawing/2014/main" id="{B17D3B22-9E9F-466F-BC74-499711DF268B}"/>
              </a:ext>
            </a:extLst>
          </p:cNvPr>
          <p:cNvSpPr>
            <a:spLocks xmlns:a="http://schemas.openxmlformats.org/drawingml/2006/main" noGrp="1"/>
          </p:cNvSpPr>
          <p:nvPr/>
        </p:nvSpPr>
        <p:spPr>
          <a:xfrm xmlns:a="http://schemas.openxmlformats.org/drawingml/2006/main">
            <a:off x="9953625" y="47339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n=1</a:t>
            </a:r>
          </a:p>
        </p:txBody>
      </p:sp>
      <p:sp>
        <p:nvSpPr>
          <p:cNvPr id="106" name="">
            <a:extLst xmlns:a="http://schemas.openxmlformats.org/drawingml/2006/main">
              <a:ext uri="{FF2B5EF4-FFF2-40B4-BE49-F238E27FC236}">
                <a16:creationId xmlns:a16="http://schemas.microsoft.com/office/drawing/2014/main" id="{DCDA394C-4C6A-4F39-BDD1-CB740E5E0788}"/>
              </a:ext>
            </a:extLst>
          </p:cNvPr>
          <p:cNvSpPr>
            <a:spLocks xmlns:a="http://schemas.openxmlformats.org/drawingml/2006/main" noGrp="1"/>
          </p:cNvSpPr>
          <p:nvPr/>
        </p:nvSpPr>
        <p:spPr>
          <a:xfrm xmlns:a="http://schemas.openxmlformats.org/drawingml/2006/main">
            <a:off x="809625" y="5381625"/>
            <a:ext cx="76200" cy="457200"/>
          </a:xfrm>
          <a:prstGeom xmlns:a="http://schemas.openxmlformats.org/drawingml/2006/main" prst="rect">
            <a:avLst/>
          </a:prstGeom>
          <a:solidFill xmlns:a="http://schemas.openxmlformats.org/drawingml/2006/main">
            <a:srgbClr val="3F7FB5"/>
          </a:solidFill>
          <a:ln xmlns:a="http://schemas.openxmlformats.org/drawingml/2006/main" w="0">
            <a:noFill/>
          </a:ln>
        </p:spPr>
      </p:sp>
      <p:sp>
        <p:nvSpPr>
          <p:cNvPr id="107" name="">
            <a:extLst xmlns:a="http://schemas.openxmlformats.org/drawingml/2006/main">
              <a:ext uri="{FF2B5EF4-FFF2-40B4-BE49-F238E27FC236}">
                <a16:creationId xmlns:a16="http://schemas.microsoft.com/office/drawing/2014/main" id="{7EC9FA64-4F24-4642-B203-50DDDC0C00D1}"/>
              </a:ext>
            </a:extLst>
          </p:cNvPr>
          <p:cNvSpPr>
            <a:spLocks xmlns:a="http://schemas.openxmlformats.org/drawingml/2006/main" noGrp="1"/>
          </p:cNvSpPr>
          <p:nvPr/>
        </p:nvSpPr>
        <p:spPr>
          <a:xfrm xmlns:a="http://schemas.openxmlformats.org/drawingml/2006/main">
            <a:off x="1047750" y="5381625"/>
            <a:ext cx="10334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Los tramos no se suman: hay rutas alternativas y coberturas diferentes. Cada valor informa su cantidad de observaciones.</a:t>
            </a:r>
          </a:p>
        </p:txBody>
      </p:sp>
      <p:sp>
        <p:nvSpPr>
          <p:cNvPr id="108" name="footer">
            <a:extLst xmlns:a="http://schemas.openxmlformats.org/drawingml/2006/main">
              <a:ext uri="{FF2B5EF4-FFF2-40B4-BE49-F238E27FC236}">
                <a16:creationId xmlns:a16="http://schemas.microsoft.com/office/drawing/2014/main" id="{F20879ED-E884-45C7-A98F-EBA13CD2659E}"/>
              </a:ext>
            </a:extLst>
          </p:cNvPr>
          <p:cNvSpPr>
            <a:spLocks xmlns:a="http://schemas.openxmlformats.org/drawingml/2006/main" noGrp="1"/>
          </p:cNvSpPr>
          <p:nvPr/>
        </p:nvSpPr>
        <p:spPr>
          <a:xfrm xmlns:a="http://schemas.openxmlformats.org/drawingml/2006/main">
            <a:off x="2476500" y="62293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Comité de Logística Nodo Sur · 24–30/09 · 27</a:t>
            </a:r>
          </a:p>
        </p:txBody>
      </p:sp>
    </p:spTree>
    <p:extLst>
      <p:ext uri="{BB962C8B-B14F-4D97-AF65-F5344CB8AC3E}">
        <p14:creationId xmlns:p14="http://schemas.microsoft.com/office/powerpoint/2010/main" val="225800454"/>
      </p:ext>
    </p:extLst>
  </p:cSld>
</p:sld>
</file>

<file path=ppt/slides/slide28.xml><?xml version="1.0" encoding="utf-8"?>
<p:sld xmlns:p="http://schemas.openxmlformats.org/presentationml/2006/main">
  <p:cSld>
    <p:bg>
      <p:bgPr>
        <a:solidFill xmlns:a="http://schemas.openxmlformats.org/drawingml/2006/main">
          <a:srgbClr val="0B5638"/>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9F66E4F-5E7E-4A9F-95D7-64CB95D3BAAE}"/>
              </a:ext>
            </a:extLst>
          </p:cNvPr>
          <p:cNvSpPr>
            <a:spLocks xmlns:a="http://schemas.openxmlformats.org/drawingml/2006/main" noGrp="1"/>
          </p:cNvSpPr>
          <p:nvPr/>
        </p:nvSpPr>
        <p:spPr>
          <a:xfrm xmlns:a="http://schemas.openxmlformats.org/drawingml/2006/main">
            <a:off x="812800" y="2061865"/>
            <a:ext cx="10883392" cy="10414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8000"/>
              </a:lnSpc>
              <a:buNone/>
            </a:pPr>
            <a:r>
              <a:rPr sz="8000" b="1">
                <a:solidFill>
                  <a:srgbClr val="9CCBAE"/>
                </a:solidFill>
                <a:latin typeface="IBM Plex Sans"/>
                <a:ea typeface="IBM Plex Sans"/>
                <a:cs typeface="IBM Plex Sans"/>
              </a:rPr>
              <a:t>05</a:t>
            </a:r>
            <a:endParaRPr sz="8000"/>
          </a:p>
        </p:txBody>
      </p:sp>
      <p:sp>
        <p:nvSpPr>
          <p:cNvPr id="3" name="Text 1">
            <a:extLst xmlns:a="http://schemas.openxmlformats.org/drawingml/2006/main">
              <a:ext uri="{FF2B5EF4-FFF2-40B4-BE49-F238E27FC236}">
                <a16:creationId xmlns:a16="http://schemas.microsoft.com/office/drawing/2014/main" id="{3F757F11-5093-45BF-99C9-7EDDCAB083FD}"/>
              </a:ext>
            </a:extLst>
          </p:cNvPr>
          <p:cNvSpPr>
            <a:spLocks xmlns:a="http://schemas.openxmlformats.org/drawingml/2006/main" noGrp="1"/>
          </p:cNvSpPr>
          <p:nvPr>
            <p:ph type="title" idx="0"/>
          </p:nvPr>
        </p:nvSpPr>
        <p:spPr>
          <a:xfrm xmlns:a="http://schemas.openxmlformats.org/drawingml/2006/main">
            <a:off x="812800" y="3230265"/>
            <a:ext cx="10883392" cy="825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6300"/>
              </a:lnSpc>
              <a:buNone/>
            </a:pPr>
            <a:r>
              <a:rPr sz="6000" b="1" i="0">
                <a:solidFill>
                  <a:srgbClr val="F1F6F2"/>
                </a:solidFill>
                <a:latin typeface="IBM Plex Sans"/>
                <a:ea typeface="IBM Plex Sans"/>
                <a:cs typeface="IBM Plex Sans"/>
              </a:rPr>
              <a:t>Sectores</a:t>
            </a:r>
            <a:endParaRPr sz="6000"/>
          </a:p>
        </p:txBody>
      </p:sp>
      <p:sp>
        <p:nvSpPr>
          <p:cNvPr id="4" name="Text 2">
            <a:extLst xmlns:a="http://schemas.openxmlformats.org/drawingml/2006/main">
              <a:ext uri="{FF2B5EF4-FFF2-40B4-BE49-F238E27FC236}">
                <a16:creationId xmlns:a16="http://schemas.microsoft.com/office/drawing/2014/main" id="{4CEE6F42-70E6-459C-82EF-336DAC254DF4}"/>
              </a:ext>
            </a:extLst>
          </p:cNvPr>
          <p:cNvSpPr>
            <a:spLocks xmlns:a="http://schemas.openxmlformats.org/drawingml/2006/main" noGrp="1"/>
          </p:cNvSpPr>
          <p:nvPr/>
        </p:nvSpPr>
        <p:spPr>
          <a:xfrm xmlns:a="http://schemas.openxmlformats.org/drawingml/2006/main">
            <a:off x="812800" y="4182765"/>
            <a:ext cx="8502650" cy="33397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30"/>
              </a:lnSpc>
              <a:buNone/>
            </a:pPr>
            <a:r>
              <a:rPr sz="1800">
                <a:solidFill>
                  <a:srgbClr val="D6E4DA"/>
                </a:solidFill>
                <a:latin typeface="IBM Plex Sans"/>
                <a:ea typeface="IBM Plex Sans"/>
                <a:cs typeface="IBM Plex Sans"/>
              </a:rPr>
              <a:t>Calada, volcables y silos: dónde se concentró la actividad de la semana.</a:t>
            </a:r>
            <a:endParaRPr sz="1800"/>
          </a:p>
        </p:txBody>
      </p:sp>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8a8a9a6afce5478e"/>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2986585A-7447-4854-9F75-314EBD9EACAF}"/>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lnSpc>
                <a:spcPts val="1680"/>
              </a:lnSpc>
              <a:buNone/>
            </a:pPr>
            <a:r>
              <a:rPr sz="1200">
                <a:solidFill>
                  <a:srgbClr val="C9D8CE"/>
                </a:solidFill>
                <a:latin typeface="IBM Plex Sans"/>
                <a:ea typeface="IBM Plex Sans"/>
                <a:cs typeface="IBM Plex Sans"/>
              </a:rPr>
              <a:t>Comité de Logística Nodo Sur · 24–30/09 · 28</a:t>
            </a:r>
            <a:endParaRPr sz="1200"/>
          </a:p>
        </p:txBody>
      </p:sp>
      <p:pic>
        <p:nvPicPr>
          <p:cNvPr id="14" name="Image 1"/>
          <p:cNvPicPr>
            <a:picLocks xmlns:a="http://schemas.openxmlformats.org/drawingml/2006/main" noChangeAspect="1"/>
          </p:cNvPicPr>
          <p:nvPr/>
        </p:nvPicPr>
        <p:blipFill>
          <a:blip xmlns:r="http://schemas.openxmlformats.org/officeDocument/2006/relationships" xmlns:a="http://schemas.openxmlformats.org/drawingml/2006/main" r:embed="R59f99813af3f4d14"/>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940890396"/>
      </p:ext>
    </p:extLst>
  </p:cSld>
</p:sld>
</file>

<file path=ppt/slides/slide29.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6F4E006-67E7-4069-BDC5-8D7DE4313CC7}"/>
              </a:ext>
            </a:extLst>
          </p:cNvPr>
          <p:cNvSpPr>
            <a:spLocks xmlns:a="http://schemas.openxmlformats.org/drawingml/2006/main" noGrp="1"/>
          </p:cNvSpPr>
          <p:nvPr/>
        </p:nvSpPr>
        <p:spPr>
          <a:xfrm xmlns:a="http://schemas.openxmlformats.org/drawingml/2006/main">
            <a:off x="812800" y="711200"/>
            <a:ext cx="1917898" cy="289520"/>
          </a:xfrm>
          <a:custGeom xmlns:a="http://schemas.openxmlformats.org/drawingml/2006/main">
            <a:rect l="l" t="t" r="r" b="b"/>
            <a:pathLst>
              <a:path w="1917898" h="289520">
                <a:moveTo>
                  <a:pt x="144760" y="0"/>
                </a:moveTo>
                <a:lnTo>
                  <a:pt x="1773138" y="0"/>
                </a:lnTo>
                <a:arcTo wR="144760" hR="144760" stAng="16200000" swAng="5400000"/>
                <a:lnTo>
                  <a:pt x="1917898"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0B563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SECTORES · CALADA</a:t>
            </a:r>
            <a:endParaRPr sz="1200"/>
          </a:p>
        </p:txBody>
      </p:sp>
      <p:sp>
        <p:nvSpPr>
          <p:cNvPr id="3" name="Text 1">
            <a:extLst xmlns:a="http://schemas.openxmlformats.org/drawingml/2006/main">
              <a:ext uri="{FF2B5EF4-FFF2-40B4-BE49-F238E27FC236}">
                <a16:creationId xmlns:a16="http://schemas.microsoft.com/office/drawing/2014/main" id="{89AC98EC-85D2-4C39-9E89-2CEA010CD6C9}"/>
              </a:ext>
            </a:extLst>
          </p:cNvPr>
          <p:cNvSpPr>
            <a:spLocks xmlns:a="http://schemas.openxmlformats.org/drawingml/2006/main" noGrp="1"/>
          </p:cNvSpPr>
          <p:nvPr>
            <p:ph type="title" idx="0"/>
          </p:nvPr>
        </p:nvSpPr>
        <p:spPr>
          <a:xfrm xmlns:a="http://schemas.openxmlformats.org/drawingml/2006/main">
            <a:off x="812800" y="1102320"/>
            <a:ext cx="10883392" cy="919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Calada con menos recorridos: las calles 3 y 4 hicieron el 87 %</a:t>
            </a:r>
            <a:endParaRPr sz="3200"/>
          </a:p>
        </p:txBody>
      </p:sp>
      <p:sp>
        <p:nvSpPr>
          <p:cNvPr id="4" name="Text 2">
            <a:extLst xmlns:a="http://schemas.openxmlformats.org/drawingml/2006/main">
              <a:ext uri="{FF2B5EF4-FFF2-40B4-BE49-F238E27FC236}">
                <a16:creationId xmlns:a16="http://schemas.microsoft.com/office/drawing/2014/main" id="{700C1216-A593-434B-9A69-A2041D6CA10C}"/>
              </a:ext>
            </a:extLst>
          </p:cNvPr>
          <p:cNvSpPr>
            <a:spLocks xmlns:a="http://schemas.openxmlformats.org/drawingml/2006/main" noGrp="1"/>
          </p:cNvSpPr>
          <p:nvPr/>
        </p:nvSpPr>
        <p:spPr>
          <a:xfrm xmlns:a="http://schemas.openxmlformats.org/drawingml/2006/main">
            <a:off x="812800" y="2174081"/>
            <a:ext cx="575564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Calada sólida Ricardone · recorridos de cámara por calle (17 pasaron por dos)</a:t>
            </a:r>
            <a:endParaRPr sz="1200"/>
          </a:p>
        </p:txBody>
      </p:sp>
      <p:sp>
        <p:nvSpPr>
          <p:cNvPr id="5" name="Text 3">
            <a:extLst xmlns:a="http://schemas.openxmlformats.org/drawingml/2006/main">
              <a:ext uri="{FF2B5EF4-FFF2-40B4-BE49-F238E27FC236}">
                <a16:creationId xmlns:a16="http://schemas.microsoft.com/office/drawing/2014/main" id="{9B362A85-3723-4E50-B9E0-7DF9B3DE98A2}"/>
              </a:ext>
            </a:extLst>
          </p:cNvPr>
          <p:cNvSpPr>
            <a:spLocks xmlns:a="http://schemas.openxmlformats.org/drawingml/2006/main" noGrp="1"/>
          </p:cNvSpPr>
          <p:nvPr/>
        </p:nvSpPr>
        <p:spPr>
          <a:xfrm xmlns:a="http://schemas.openxmlformats.org/drawingml/2006/main">
            <a:off x="812800" y="2542381"/>
            <a:ext cx="939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Calle 4</a:t>
            </a:r>
            <a:endParaRPr sz="1400"/>
          </a:p>
        </p:txBody>
      </p:sp>
      <p:sp>
        <p:nvSpPr>
          <p:cNvPr id="6" name="Shape 4">
            <a:extLst xmlns:a="http://schemas.openxmlformats.org/drawingml/2006/main">
              <a:ext uri="{FF2B5EF4-FFF2-40B4-BE49-F238E27FC236}">
                <a16:creationId xmlns:a16="http://schemas.microsoft.com/office/drawing/2014/main" id="{AD4382BE-F33D-45B9-B608-7F70F110533C}"/>
              </a:ext>
            </a:extLst>
          </p:cNvPr>
          <p:cNvSpPr>
            <a:spLocks xmlns:a="http://schemas.openxmlformats.org/drawingml/2006/main" noGrp="1"/>
          </p:cNvSpPr>
          <p:nvPr/>
        </p:nvSpPr>
        <p:spPr>
          <a:xfrm xmlns:a="http://schemas.openxmlformats.org/drawingml/2006/main">
            <a:off x="1828800" y="2514402"/>
            <a:ext cx="3556000" cy="304800"/>
          </a:xfrm>
          <a:custGeom xmlns:a="http://schemas.openxmlformats.org/drawingml/2006/main">
            <a:rect l="l" t="t" r="r" b="b"/>
            <a:pathLst>
              <a:path w="3556000" h="304800">
                <a:moveTo>
                  <a:pt x="0" y="0"/>
                </a:moveTo>
                <a:lnTo>
                  <a:pt x="3505200" y="0"/>
                </a:lnTo>
                <a:arcTo wR="50800" hR="50800" stAng="16200000" swAng="5400000"/>
                <a:lnTo>
                  <a:pt x="3556000" y="254000"/>
                </a:lnTo>
                <a:arcTo wR="50800" hR="50800" stAng="0" swAng="5400000"/>
                <a:lnTo>
                  <a:pt x="0" y="304800"/>
                </a:lnTo>
                <a:lnTo>
                  <a:pt x="0" y="0"/>
                </a:lnTo>
                <a:close/>
              </a:path>
            </a:pathLst>
          </a:custGeom>
          <a:solidFill xmlns:a="http://schemas.openxmlformats.org/drawingml/2006/main">
            <a:srgbClr val="0B5638"/>
          </a:solidFill>
        </p:spPr>
      </p:sp>
      <p:sp>
        <p:nvSpPr>
          <p:cNvPr id="7" name="Text 5">
            <a:extLst xmlns:a="http://schemas.openxmlformats.org/drawingml/2006/main">
              <a:ext uri="{FF2B5EF4-FFF2-40B4-BE49-F238E27FC236}">
                <a16:creationId xmlns:a16="http://schemas.microsoft.com/office/drawing/2014/main" id="{E8F3F718-074A-4278-B8E4-A96B988AA2FD}"/>
              </a:ext>
            </a:extLst>
          </p:cNvPr>
          <p:cNvSpPr>
            <a:spLocks xmlns:a="http://schemas.openxmlformats.org/drawingml/2006/main" noGrp="1"/>
          </p:cNvSpPr>
          <p:nvPr/>
        </p:nvSpPr>
        <p:spPr>
          <a:xfrm xmlns:a="http://schemas.openxmlformats.org/drawingml/2006/main">
            <a:off x="5511800" y="2542381"/>
            <a:ext cx="370880"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716</a:t>
            </a:r>
            <a:endParaRPr sz="1400"/>
          </a:p>
        </p:txBody>
      </p:sp>
      <p:sp>
        <p:nvSpPr>
          <p:cNvPr id="8" name="Text 6">
            <a:extLst xmlns:a="http://schemas.openxmlformats.org/drawingml/2006/main">
              <a:ext uri="{FF2B5EF4-FFF2-40B4-BE49-F238E27FC236}">
                <a16:creationId xmlns:a16="http://schemas.microsoft.com/office/drawing/2014/main" id="{F5FCDF8A-0A39-4F3D-85E9-B9AAECCE52D5}"/>
              </a:ext>
            </a:extLst>
          </p:cNvPr>
          <p:cNvSpPr>
            <a:spLocks xmlns:a="http://schemas.openxmlformats.org/drawingml/2006/main" noGrp="1"/>
          </p:cNvSpPr>
          <p:nvPr/>
        </p:nvSpPr>
        <p:spPr>
          <a:xfrm xmlns:a="http://schemas.openxmlformats.org/drawingml/2006/main">
            <a:off x="812800" y="2974181"/>
            <a:ext cx="939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Calle 3</a:t>
            </a:r>
            <a:endParaRPr sz="1400"/>
          </a:p>
        </p:txBody>
      </p:sp>
      <p:sp>
        <p:nvSpPr>
          <p:cNvPr id="9" name="Shape 7">
            <a:extLst xmlns:a="http://schemas.openxmlformats.org/drawingml/2006/main">
              <a:ext uri="{FF2B5EF4-FFF2-40B4-BE49-F238E27FC236}">
                <a16:creationId xmlns:a16="http://schemas.microsoft.com/office/drawing/2014/main" id="{404B9F3F-685E-4AF3-8ACB-66AD77B3CCA8}"/>
              </a:ext>
            </a:extLst>
          </p:cNvPr>
          <p:cNvSpPr>
            <a:spLocks xmlns:a="http://schemas.openxmlformats.org/drawingml/2006/main" noGrp="1"/>
          </p:cNvSpPr>
          <p:nvPr/>
        </p:nvSpPr>
        <p:spPr>
          <a:xfrm xmlns:a="http://schemas.openxmlformats.org/drawingml/2006/main">
            <a:off x="1828800" y="2946202"/>
            <a:ext cx="2813050" cy="304800"/>
          </a:xfrm>
          <a:custGeom xmlns:a="http://schemas.openxmlformats.org/drawingml/2006/main">
            <a:rect l="l" t="t" r="r" b="b"/>
            <a:pathLst>
              <a:path w="2813050" h="304800">
                <a:moveTo>
                  <a:pt x="0" y="0"/>
                </a:moveTo>
                <a:lnTo>
                  <a:pt x="2762250" y="0"/>
                </a:lnTo>
                <a:arcTo wR="50800" hR="50800" stAng="16200000" swAng="5400000"/>
                <a:lnTo>
                  <a:pt x="2813050" y="254000"/>
                </a:lnTo>
                <a:arcTo wR="50800" hR="50800" stAng="0" swAng="5400000"/>
                <a:lnTo>
                  <a:pt x="0" y="304800"/>
                </a:lnTo>
                <a:lnTo>
                  <a:pt x="0" y="0"/>
                </a:lnTo>
                <a:close/>
              </a:path>
            </a:pathLst>
          </a:custGeom>
          <a:solidFill xmlns:a="http://schemas.openxmlformats.org/drawingml/2006/main">
            <a:srgbClr val="0B5638"/>
          </a:solidFill>
        </p:spPr>
      </p:sp>
      <p:sp>
        <p:nvSpPr>
          <p:cNvPr id="10" name="Text 8">
            <a:extLst xmlns:a="http://schemas.openxmlformats.org/drawingml/2006/main">
              <a:ext uri="{FF2B5EF4-FFF2-40B4-BE49-F238E27FC236}">
                <a16:creationId xmlns:a16="http://schemas.microsoft.com/office/drawing/2014/main" id="{DCCDB755-43FA-4295-80E2-5D00F4BBEBA8}"/>
              </a:ext>
            </a:extLst>
          </p:cNvPr>
          <p:cNvSpPr>
            <a:spLocks xmlns:a="http://schemas.openxmlformats.org/drawingml/2006/main" noGrp="1"/>
          </p:cNvSpPr>
          <p:nvPr/>
        </p:nvSpPr>
        <p:spPr>
          <a:xfrm xmlns:a="http://schemas.openxmlformats.org/drawingml/2006/main">
            <a:off x="4768850" y="2974181"/>
            <a:ext cx="370880"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566</a:t>
            </a:r>
            <a:endParaRPr sz="1400"/>
          </a:p>
        </p:txBody>
      </p:sp>
      <p:sp>
        <p:nvSpPr>
          <p:cNvPr id="11" name="Text 9">
            <a:extLst xmlns:a="http://schemas.openxmlformats.org/drawingml/2006/main">
              <a:ext uri="{FF2B5EF4-FFF2-40B4-BE49-F238E27FC236}">
                <a16:creationId xmlns:a16="http://schemas.microsoft.com/office/drawing/2014/main" id="{B088FD85-FD44-4073-84B0-122476E76CA1}"/>
              </a:ext>
            </a:extLst>
          </p:cNvPr>
          <p:cNvSpPr>
            <a:spLocks xmlns:a="http://schemas.openxmlformats.org/drawingml/2006/main" noGrp="1"/>
          </p:cNvSpPr>
          <p:nvPr/>
        </p:nvSpPr>
        <p:spPr>
          <a:xfrm xmlns:a="http://schemas.openxmlformats.org/drawingml/2006/main">
            <a:off x="812800" y="3405981"/>
            <a:ext cx="939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Calle 2</a:t>
            </a:r>
            <a:endParaRPr sz="1400"/>
          </a:p>
        </p:txBody>
      </p:sp>
      <p:sp>
        <p:nvSpPr>
          <p:cNvPr id="12" name="Shape 10">
            <a:extLst xmlns:a="http://schemas.openxmlformats.org/drawingml/2006/main">
              <a:ext uri="{FF2B5EF4-FFF2-40B4-BE49-F238E27FC236}">
                <a16:creationId xmlns:a16="http://schemas.microsoft.com/office/drawing/2014/main" id="{6CC33480-F1E5-4B30-BC30-A73C55BE9DB8}"/>
              </a:ext>
            </a:extLst>
          </p:cNvPr>
          <p:cNvSpPr>
            <a:spLocks xmlns:a="http://schemas.openxmlformats.org/drawingml/2006/main" noGrp="1"/>
          </p:cNvSpPr>
          <p:nvPr/>
        </p:nvSpPr>
        <p:spPr>
          <a:xfrm xmlns:a="http://schemas.openxmlformats.org/drawingml/2006/main">
            <a:off x="1828800" y="3378002"/>
            <a:ext cx="552450" cy="304800"/>
          </a:xfrm>
          <a:custGeom xmlns:a="http://schemas.openxmlformats.org/drawingml/2006/main">
            <a:rect l="l" t="t" r="r" b="b"/>
            <a:pathLst>
              <a:path w="552450" h="304800">
                <a:moveTo>
                  <a:pt x="0" y="0"/>
                </a:moveTo>
                <a:lnTo>
                  <a:pt x="501650" y="0"/>
                </a:lnTo>
                <a:arcTo wR="50800" hR="50800" stAng="16200000" swAng="5400000"/>
                <a:lnTo>
                  <a:pt x="552450" y="254000"/>
                </a:lnTo>
                <a:arcTo wR="50800" hR="50800" stAng="0" swAng="5400000"/>
                <a:lnTo>
                  <a:pt x="0" y="304800"/>
                </a:lnTo>
                <a:lnTo>
                  <a:pt x="0" y="0"/>
                </a:lnTo>
                <a:close/>
              </a:path>
            </a:pathLst>
          </a:custGeom>
          <a:solidFill xmlns:a="http://schemas.openxmlformats.org/drawingml/2006/main">
            <a:srgbClr val="9CCBAE"/>
          </a:solidFill>
        </p:spPr>
      </p:sp>
      <p:sp>
        <p:nvSpPr>
          <p:cNvPr id="13" name="Text 11">
            <a:extLst xmlns:a="http://schemas.openxmlformats.org/drawingml/2006/main">
              <a:ext uri="{FF2B5EF4-FFF2-40B4-BE49-F238E27FC236}">
                <a16:creationId xmlns:a16="http://schemas.microsoft.com/office/drawing/2014/main" id="{6ECE0A7B-B940-49D2-9E3E-15852A58CF9C}"/>
              </a:ext>
            </a:extLst>
          </p:cNvPr>
          <p:cNvSpPr>
            <a:spLocks xmlns:a="http://schemas.openxmlformats.org/drawingml/2006/main" noGrp="1"/>
          </p:cNvSpPr>
          <p:nvPr/>
        </p:nvSpPr>
        <p:spPr>
          <a:xfrm xmlns:a="http://schemas.openxmlformats.org/drawingml/2006/main">
            <a:off x="2508250" y="3405981"/>
            <a:ext cx="370880"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111</a:t>
            </a:r>
            <a:endParaRPr sz="1400"/>
          </a:p>
        </p:txBody>
      </p:sp>
      <p:sp>
        <p:nvSpPr>
          <p:cNvPr id="14" name="Text 12">
            <a:extLst xmlns:a="http://schemas.openxmlformats.org/drawingml/2006/main">
              <a:ext uri="{FF2B5EF4-FFF2-40B4-BE49-F238E27FC236}">
                <a16:creationId xmlns:a16="http://schemas.microsoft.com/office/drawing/2014/main" id="{6F621A6B-D258-4E35-B6DC-8368B099185E}"/>
              </a:ext>
            </a:extLst>
          </p:cNvPr>
          <p:cNvSpPr>
            <a:spLocks xmlns:a="http://schemas.openxmlformats.org/drawingml/2006/main" noGrp="1"/>
          </p:cNvSpPr>
          <p:nvPr/>
        </p:nvSpPr>
        <p:spPr>
          <a:xfrm xmlns:a="http://schemas.openxmlformats.org/drawingml/2006/main">
            <a:off x="812800" y="3837781"/>
            <a:ext cx="939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Calle 1</a:t>
            </a:r>
            <a:endParaRPr sz="1400"/>
          </a:p>
        </p:txBody>
      </p:sp>
      <p:sp>
        <p:nvSpPr>
          <p:cNvPr id="15" name="Shape 13">
            <a:extLst xmlns:a="http://schemas.openxmlformats.org/drawingml/2006/main">
              <a:ext uri="{FF2B5EF4-FFF2-40B4-BE49-F238E27FC236}">
                <a16:creationId xmlns:a16="http://schemas.microsoft.com/office/drawing/2014/main" id="{012BFEC4-913B-417B-A444-29DF386249BB}"/>
              </a:ext>
            </a:extLst>
          </p:cNvPr>
          <p:cNvSpPr>
            <a:spLocks xmlns:a="http://schemas.openxmlformats.org/drawingml/2006/main" noGrp="1"/>
          </p:cNvSpPr>
          <p:nvPr/>
        </p:nvSpPr>
        <p:spPr>
          <a:xfrm xmlns:a="http://schemas.openxmlformats.org/drawingml/2006/main">
            <a:off x="1828800" y="3809802"/>
            <a:ext cx="368300" cy="304800"/>
          </a:xfrm>
          <a:custGeom xmlns:a="http://schemas.openxmlformats.org/drawingml/2006/main">
            <a:rect l="l" t="t" r="r" b="b"/>
            <a:pathLst>
              <a:path w="368300" h="304800">
                <a:moveTo>
                  <a:pt x="0" y="0"/>
                </a:moveTo>
                <a:lnTo>
                  <a:pt x="317500" y="0"/>
                </a:lnTo>
                <a:arcTo wR="50800" hR="50800" stAng="16200000" swAng="5400000"/>
                <a:lnTo>
                  <a:pt x="368300" y="254000"/>
                </a:lnTo>
                <a:arcTo wR="50800" hR="50800" stAng="0" swAng="5400000"/>
                <a:lnTo>
                  <a:pt x="0" y="304800"/>
                </a:lnTo>
                <a:lnTo>
                  <a:pt x="0" y="0"/>
                </a:lnTo>
                <a:close/>
              </a:path>
            </a:pathLst>
          </a:custGeom>
          <a:solidFill xmlns:a="http://schemas.openxmlformats.org/drawingml/2006/main">
            <a:srgbClr val="9CCBAE"/>
          </a:solidFill>
        </p:spPr>
      </p:sp>
      <p:sp>
        <p:nvSpPr>
          <p:cNvPr id="16" name="Text 14">
            <a:extLst xmlns:a="http://schemas.openxmlformats.org/drawingml/2006/main">
              <a:ext uri="{FF2B5EF4-FFF2-40B4-BE49-F238E27FC236}">
                <a16:creationId xmlns:a16="http://schemas.microsoft.com/office/drawing/2014/main" id="{0D094540-E6D5-4508-B5E7-05244755A235}"/>
              </a:ext>
            </a:extLst>
          </p:cNvPr>
          <p:cNvSpPr>
            <a:spLocks xmlns:a="http://schemas.openxmlformats.org/drawingml/2006/main" noGrp="1"/>
          </p:cNvSpPr>
          <p:nvPr/>
        </p:nvSpPr>
        <p:spPr>
          <a:xfrm xmlns:a="http://schemas.openxmlformats.org/drawingml/2006/main">
            <a:off x="2324100" y="3837781"/>
            <a:ext cx="264220"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74</a:t>
            </a:r>
            <a:endParaRPr sz="1400"/>
          </a:p>
        </p:txBody>
      </p:sp>
      <p:sp>
        <p:nvSpPr>
          <p:cNvPr id="17" name="Text 15">
            <a:extLst xmlns:a="http://schemas.openxmlformats.org/drawingml/2006/main">
              <a:ext uri="{FF2B5EF4-FFF2-40B4-BE49-F238E27FC236}">
                <a16:creationId xmlns:a16="http://schemas.microsoft.com/office/drawing/2014/main" id="{9A8999BD-D627-4C21-8FC1-ED8F60705838}"/>
              </a:ext>
            </a:extLst>
          </p:cNvPr>
          <p:cNvSpPr>
            <a:spLocks xmlns:a="http://schemas.openxmlformats.org/drawingml/2006/main" noGrp="1"/>
          </p:cNvSpPr>
          <p:nvPr/>
        </p:nvSpPr>
        <p:spPr>
          <a:xfrm xmlns:a="http://schemas.openxmlformats.org/drawingml/2006/main">
            <a:off x="812800" y="4269581"/>
            <a:ext cx="939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Calle 6</a:t>
            </a:r>
            <a:endParaRPr sz="1400"/>
          </a:p>
        </p:txBody>
      </p:sp>
      <p:sp>
        <p:nvSpPr>
          <p:cNvPr id="18" name="Shape 16">
            <a:extLst xmlns:a="http://schemas.openxmlformats.org/drawingml/2006/main">
              <a:ext uri="{FF2B5EF4-FFF2-40B4-BE49-F238E27FC236}">
                <a16:creationId xmlns:a16="http://schemas.microsoft.com/office/drawing/2014/main" id="{6977B7AF-7565-4230-B129-3D64C387F9E4}"/>
              </a:ext>
            </a:extLst>
          </p:cNvPr>
          <p:cNvSpPr>
            <a:spLocks xmlns:a="http://schemas.openxmlformats.org/drawingml/2006/main" noGrp="1"/>
          </p:cNvSpPr>
          <p:nvPr/>
        </p:nvSpPr>
        <p:spPr>
          <a:xfrm xmlns:a="http://schemas.openxmlformats.org/drawingml/2006/main">
            <a:off x="1828800" y="4241602"/>
            <a:ext cx="38100" cy="304800"/>
          </a:xfrm>
          <a:custGeom xmlns:a="http://schemas.openxmlformats.org/drawingml/2006/main">
            <a:rect l="l" t="t" r="r" b="b"/>
            <a:pathLst>
              <a:path w="38100" h="304800">
                <a:moveTo>
                  <a:pt x="0" y="0"/>
                </a:moveTo>
                <a:lnTo>
                  <a:pt x="0" y="0"/>
                </a:lnTo>
                <a:arcTo wR="38100" hR="38100" stAng="16200000" swAng="5400000"/>
                <a:lnTo>
                  <a:pt x="38100" y="266700"/>
                </a:lnTo>
                <a:arcTo wR="38100" hR="38100" stAng="0" swAng="5400000"/>
                <a:lnTo>
                  <a:pt x="0" y="304800"/>
                </a:lnTo>
                <a:lnTo>
                  <a:pt x="0" y="0"/>
                </a:lnTo>
                <a:close/>
              </a:path>
            </a:pathLst>
          </a:custGeom>
          <a:solidFill xmlns:a="http://schemas.openxmlformats.org/drawingml/2006/main">
            <a:srgbClr val="DCEDE1"/>
          </a:solidFill>
        </p:spPr>
      </p:sp>
      <p:sp>
        <p:nvSpPr>
          <p:cNvPr id="19" name="Text 17">
            <a:extLst xmlns:a="http://schemas.openxmlformats.org/drawingml/2006/main">
              <a:ext uri="{FF2B5EF4-FFF2-40B4-BE49-F238E27FC236}">
                <a16:creationId xmlns:a16="http://schemas.microsoft.com/office/drawing/2014/main" id="{7ED2A3B3-C60D-4696-8F77-4079142C34EC}"/>
              </a:ext>
            </a:extLst>
          </p:cNvPr>
          <p:cNvSpPr>
            <a:spLocks xmlns:a="http://schemas.openxmlformats.org/drawingml/2006/main" noGrp="1"/>
          </p:cNvSpPr>
          <p:nvPr/>
        </p:nvSpPr>
        <p:spPr>
          <a:xfrm xmlns:a="http://schemas.openxmlformats.org/drawingml/2006/main">
            <a:off x="1993900" y="4269581"/>
            <a:ext cx="157559"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5</a:t>
            </a:r>
            <a:endParaRPr sz="1400"/>
          </a:p>
        </p:txBody>
      </p:sp>
      <p:sp>
        <p:nvSpPr>
          <p:cNvPr id="20" name="Text 18">
            <a:extLst xmlns:a="http://schemas.openxmlformats.org/drawingml/2006/main">
              <a:ext uri="{FF2B5EF4-FFF2-40B4-BE49-F238E27FC236}">
                <a16:creationId xmlns:a16="http://schemas.microsoft.com/office/drawing/2014/main" id="{3E7D5E74-E17C-4DCA-A90F-EB8DE41C3C0D}"/>
              </a:ext>
            </a:extLst>
          </p:cNvPr>
          <p:cNvSpPr>
            <a:spLocks xmlns:a="http://schemas.openxmlformats.org/drawingml/2006/main" noGrp="1"/>
          </p:cNvSpPr>
          <p:nvPr/>
        </p:nvSpPr>
        <p:spPr>
          <a:xfrm xmlns:a="http://schemas.openxmlformats.org/drawingml/2006/main">
            <a:off x="812800" y="4701381"/>
            <a:ext cx="939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Calle 5</a:t>
            </a:r>
            <a:endParaRPr sz="1400"/>
          </a:p>
        </p:txBody>
      </p:sp>
      <p:sp>
        <p:nvSpPr>
          <p:cNvPr id="21" name="Shape 19">
            <a:extLst xmlns:a="http://schemas.openxmlformats.org/drawingml/2006/main">
              <a:ext uri="{FF2B5EF4-FFF2-40B4-BE49-F238E27FC236}">
                <a16:creationId xmlns:a16="http://schemas.microsoft.com/office/drawing/2014/main" id="{55469A45-AF05-4E00-BE86-DF81305EB456}"/>
              </a:ext>
            </a:extLst>
          </p:cNvPr>
          <p:cNvSpPr>
            <a:spLocks xmlns:a="http://schemas.openxmlformats.org/drawingml/2006/main" noGrp="1"/>
          </p:cNvSpPr>
          <p:nvPr/>
        </p:nvSpPr>
        <p:spPr>
          <a:xfrm xmlns:a="http://schemas.openxmlformats.org/drawingml/2006/main">
            <a:off x="1828800" y="4673402"/>
            <a:ext cx="38100" cy="304800"/>
          </a:xfrm>
          <a:custGeom xmlns:a="http://schemas.openxmlformats.org/drawingml/2006/main">
            <a:rect l="l" t="t" r="r" b="b"/>
            <a:pathLst>
              <a:path w="38100" h="304800">
                <a:moveTo>
                  <a:pt x="0" y="0"/>
                </a:moveTo>
                <a:lnTo>
                  <a:pt x="0" y="0"/>
                </a:lnTo>
                <a:arcTo wR="38100" hR="38100" stAng="16200000" swAng="5400000"/>
                <a:lnTo>
                  <a:pt x="38100" y="266700"/>
                </a:lnTo>
                <a:arcTo wR="38100" hR="38100" stAng="0" swAng="5400000"/>
                <a:lnTo>
                  <a:pt x="0" y="304800"/>
                </a:lnTo>
                <a:lnTo>
                  <a:pt x="0" y="0"/>
                </a:lnTo>
                <a:close/>
              </a:path>
            </a:pathLst>
          </a:custGeom>
          <a:solidFill xmlns:a="http://schemas.openxmlformats.org/drawingml/2006/main">
            <a:srgbClr val="DCEDE1"/>
          </a:solidFill>
        </p:spPr>
      </p:sp>
      <p:sp>
        <p:nvSpPr>
          <p:cNvPr id="22" name="Text 20">
            <a:extLst xmlns:a="http://schemas.openxmlformats.org/drawingml/2006/main">
              <a:ext uri="{FF2B5EF4-FFF2-40B4-BE49-F238E27FC236}">
                <a16:creationId xmlns:a16="http://schemas.microsoft.com/office/drawing/2014/main" id="{78D6D8DC-5058-4191-ABD1-267A43F413E9}"/>
              </a:ext>
            </a:extLst>
          </p:cNvPr>
          <p:cNvSpPr>
            <a:spLocks xmlns:a="http://schemas.openxmlformats.org/drawingml/2006/main" noGrp="1"/>
          </p:cNvSpPr>
          <p:nvPr/>
        </p:nvSpPr>
        <p:spPr>
          <a:xfrm xmlns:a="http://schemas.openxmlformats.org/drawingml/2006/main">
            <a:off x="1993900" y="4701381"/>
            <a:ext cx="157559"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0</a:t>
            </a:r>
            <a:endParaRPr sz="1400"/>
          </a:p>
        </p:txBody>
      </p:sp>
      <p:sp>
        <p:nvSpPr>
          <p:cNvPr id="23" name="Text 21">
            <a:extLst xmlns:a="http://schemas.openxmlformats.org/drawingml/2006/main">
              <a:ext uri="{FF2B5EF4-FFF2-40B4-BE49-F238E27FC236}">
                <a16:creationId xmlns:a16="http://schemas.microsoft.com/office/drawing/2014/main" id="{93BF8D3C-9F32-493C-ACC8-32A5833F5854}"/>
              </a:ext>
            </a:extLst>
          </p:cNvPr>
          <p:cNvSpPr>
            <a:spLocks xmlns:a="http://schemas.openxmlformats.org/drawingml/2006/main" noGrp="1"/>
          </p:cNvSpPr>
          <p:nvPr/>
        </p:nvSpPr>
        <p:spPr>
          <a:xfrm xmlns:a="http://schemas.openxmlformats.org/drawingml/2006/main">
            <a:off x="6756400" y="2174081"/>
            <a:ext cx="476148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Horas con actividad, sobre 168</a:t>
            </a:r>
            <a:endParaRPr sz="1200"/>
          </a:p>
        </p:txBody>
      </p:sp>
      <p:sp>
        <p:nvSpPr>
          <p:cNvPr id="24" name="Shape 22">
            <a:extLst xmlns:a="http://schemas.openxmlformats.org/drawingml/2006/main">
              <a:ext uri="{FF2B5EF4-FFF2-40B4-BE49-F238E27FC236}">
                <a16:creationId xmlns:a16="http://schemas.microsoft.com/office/drawing/2014/main" id="{6CAA58DA-A289-42E9-BFEC-6C376536BF10}"/>
              </a:ext>
            </a:extLst>
          </p:cNvPr>
          <p:cNvSpPr>
            <a:spLocks xmlns:a="http://schemas.openxmlformats.org/drawingml/2006/main" noGrp="1"/>
          </p:cNvSpPr>
          <p:nvPr/>
        </p:nvSpPr>
        <p:spPr>
          <a:xfrm xmlns:a="http://schemas.openxmlformats.org/drawingml/2006/main">
            <a:off x="6759575" y="2517577"/>
            <a:ext cx="4616450" cy="666651"/>
          </a:xfrm>
          <a:prstGeom xmlns:a="http://schemas.openxmlformats.org/drawingml/2006/main" prst="roundRect">
            <a:avLst>
              <a:gd name="adj" fmla="val 10954"/>
            </a:avLst>
          </a:prstGeom>
          <a:solidFill xmlns:a="http://schemas.openxmlformats.org/drawingml/2006/main">
            <a:srgbClr val="FCFDFB"/>
          </a:solidFill>
          <a:ln xmlns:a="http://schemas.openxmlformats.org/drawingml/2006/main" w="6350">
            <a:solidFill>
              <a:srgbClr val="D3E2D7"/>
            </a:solidFill>
            <a:prstDash val="solid"/>
          </a:ln>
        </p:spPr>
      </p:sp>
      <p:sp>
        <p:nvSpPr>
          <p:cNvPr id="25" name="Text 23">
            <a:extLst xmlns:a="http://schemas.openxmlformats.org/drawingml/2006/main">
              <a:ext uri="{FF2B5EF4-FFF2-40B4-BE49-F238E27FC236}">
                <a16:creationId xmlns:a16="http://schemas.microsoft.com/office/drawing/2014/main" id="{FD87BAF7-AE45-4C2D-A7E6-0336C0568688}"/>
              </a:ext>
            </a:extLst>
          </p:cNvPr>
          <p:cNvSpPr>
            <a:spLocks xmlns:a="http://schemas.openxmlformats.org/drawingml/2006/main" noGrp="1"/>
          </p:cNvSpPr>
          <p:nvPr/>
        </p:nvSpPr>
        <p:spPr>
          <a:xfrm xmlns:a="http://schemas.openxmlformats.org/drawingml/2006/main">
            <a:off x="6915150" y="2622352"/>
            <a:ext cx="1833486"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Ricardone sólida</a:t>
            </a:r>
            <a:endParaRPr sz="1300"/>
          </a:p>
        </p:txBody>
      </p:sp>
      <p:sp>
        <p:nvSpPr>
          <p:cNvPr id="26" name="Text 24">
            <a:extLst xmlns:a="http://schemas.openxmlformats.org/drawingml/2006/main">
              <a:ext uri="{FF2B5EF4-FFF2-40B4-BE49-F238E27FC236}">
                <a16:creationId xmlns:a16="http://schemas.microsoft.com/office/drawing/2014/main" id="{28AC3356-6E81-43FF-B724-5F5D0C515F33}"/>
              </a:ext>
            </a:extLst>
          </p:cNvPr>
          <p:cNvSpPr>
            <a:spLocks xmlns:a="http://schemas.openxmlformats.org/drawingml/2006/main" noGrp="1"/>
          </p:cNvSpPr>
          <p:nvPr/>
        </p:nvSpPr>
        <p:spPr>
          <a:xfrm xmlns:a="http://schemas.openxmlformats.org/drawingml/2006/main">
            <a:off x="6915150" y="2866132"/>
            <a:ext cx="21361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1.455 recorridos en 146 h</a:t>
            </a:r>
            <a:endParaRPr sz="1200"/>
          </a:p>
        </p:txBody>
      </p:sp>
      <p:sp>
        <p:nvSpPr>
          <p:cNvPr id="27" name="Text 25">
            <a:extLst xmlns:a="http://schemas.openxmlformats.org/drawingml/2006/main">
              <a:ext uri="{FF2B5EF4-FFF2-40B4-BE49-F238E27FC236}">
                <a16:creationId xmlns:a16="http://schemas.microsoft.com/office/drawing/2014/main" id="{2009ACB7-AA95-4517-8BED-63549A0D53E3}"/>
              </a:ext>
            </a:extLst>
          </p:cNvPr>
          <p:cNvSpPr>
            <a:spLocks xmlns:a="http://schemas.openxmlformats.org/drawingml/2006/main" noGrp="1"/>
          </p:cNvSpPr>
          <p:nvPr/>
        </p:nvSpPr>
        <p:spPr>
          <a:xfrm xmlns:a="http://schemas.openxmlformats.org/drawingml/2006/main">
            <a:off x="10417016" y="2655292"/>
            <a:ext cx="803434"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3080"/>
              </a:lnSpc>
              <a:buNone/>
            </a:pPr>
            <a:r>
              <a:rPr sz="2200" b="1">
                <a:solidFill>
                  <a:srgbClr val="0B5638"/>
                </a:solidFill>
                <a:latin typeface="IBM Plex Sans"/>
                <a:ea typeface="IBM Plex Sans"/>
                <a:cs typeface="IBM Plex Sans"/>
              </a:rPr>
              <a:t>87 %</a:t>
            </a:r>
            <a:endParaRPr sz="2200"/>
          </a:p>
        </p:txBody>
      </p:sp>
      <p:sp>
        <p:nvSpPr>
          <p:cNvPr id="28" name="Shape 26">
            <a:extLst xmlns:a="http://schemas.openxmlformats.org/drawingml/2006/main">
              <a:ext uri="{FF2B5EF4-FFF2-40B4-BE49-F238E27FC236}">
                <a16:creationId xmlns:a16="http://schemas.microsoft.com/office/drawing/2014/main" id="{9F335D22-EAAA-4A88-B38F-18210E2109AE}"/>
              </a:ext>
            </a:extLst>
          </p:cNvPr>
          <p:cNvSpPr>
            <a:spLocks xmlns:a="http://schemas.openxmlformats.org/drawingml/2006/main" noGrp="1"/>
          </p:cNvSpPr>
          <p:nvPr/>
        </p:nvSpPr>
        <p:spPr>
          <a:xfrm xmlns:a="http://schemas.openxmlformats.org/drawingml/2006/main">
            <a:off x="6759575" y="3292177"/>
            <a:ext cx="4616450" cy="666651"/>
          </a:xfrm>
          <a:prstGeom xmlns:a="http://schemas.openxmlformats.org/drawingml/2006/main" prst="roundRect">
            <a:avLst>
              <a:gd name="adj" fmla="val 10954"/>
            </a:avLst>
          </a:prstGeom>
          <a:solidFill xmlns:a="http://schemas.openxmlformats.org/drawingml/2006/main">
            <a:srgbClr val="FCFDFB"/>
          </a:solidFill>
          <a:ln xmlns:a="http://schemas.openxmlformats.org/drawingml/2006/main" w="6350">
            <a:solidFill>
              <a:srgbClr val="D3E2D7"/>
            </a:solidFill>
            <a:prstDash val="solid"/>
          </a:ln>
        </p:spPr>
      </p:sp>
      <p:sp>
        <p:nvSpPr>
          <p:cNvPr id="29" name="Text 27">
            <a:extLst xmlns:a="http://schemas.openxmlformats.org/drawingml/2006/main">
              <a:ext uri="{FF2B5EF4-FFF2-40B4-BE49-F238E27FC236}">
                <a16:creationId xmlns:a16="http://schemas.microsoft.com/office/drawing/2014/main" id="{90B5B056-586F-43E2-BA26-510C7C6B0C01}"/>
              </a:ext>
            </a:extLst>
          </p:cNvPr>
          <p:cNvSpPr>
            <a:spLocks xmlns:a="http://schemas.openxmlformats.org/drawingml/2006/main" noGrp="1"/>
          </p:cNvSpPr>
          <p:nvPr/>
        </p:nvSpPr>
        <p:spPr>
          <a:xfrm xmlns:a="http://schemas.openxmlformats.org/drawingml/2006/main">
            <a:off x="6915150" y="3396952"/>
            <a:ext cx="169803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Ricardone líquida</a:t>
            </a:r>
            <a:endParaRPr sz="1300"/>
          </a:p>
        </p:txBody>
      </p:sp>
      <p:sp>
        <p:nvSpPr>
          <p:cNvPr id="30" name="Text 28">
            <a:extLst xmlns:a="http://schemas.openxmlformats.org/drawingml/2006/main">
              <a:ext uri="{FF2B5EF4-FFF2-40B4-BE49-F238E27FC236}">
                <a16:creationId xmlns:a16="http://schemas.microsoft.com/office/drawing/2014/main" id="{13259997-BF98-4DF6-B37F-3715A88A8498}"/>
              </a:ext>
            </a:extLst>
          </p:cNvPr>
          <p:cNvSpPr>
            <a:spLocks xmlns:a="http://schemas.openxmlformats.org/drawingml/2006/main" noGrp="1"/>
          </p:cNvSpPr>
          <p:nvPr/>
        </p:nvSpPr>
        <p:spPr>
          <a:xfrm xmlns:a="http://schemas.openxmlformats.org/drawingml/2006/main">
            <a:off x="6915150" y="3640733"/>
            <a:ext cx="19766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562 recorridos en 121 h</a:t>
            </a:r>
            <a:endParaRPr sz="1200"/>
          </a:p>
        </p:txBody>
      </p:sp>
      <p:sp>
        <p:nvSpPr>
          <p:cNvPr id="31" name="Text 29">
            <a:extLst xmlns:a="http://schemas.openxmlformats.org/drawingml/2006/main">
              <a:ext uri="{FF2B5EF4-FFF2-40B4-BE49-F238E27FC236}">
                <a16:creationId xmlns:a16="http://schemas.microsoft.com/office/drawing/2014/main" id="{7B09EBDF-1969-4C12-8735-81F7F1E949B0}"/>
              </a:ext>
            </a:extLst>
          </p:cNvPr>
          <p:cNvSpPr>
            <a:spLocks xmlns:a="http://schemas.openxmlformats.org/drawingml/2006/main" noGrp="1"/>
          </p:cNvSpPr>
          <p:nvPr/>
        </p:nvSpPr>
        <p:spPr>
          <a:xfrm xmlns:a="http://schemas.openxmlformats.org/drawingml/2006/main">
            <a:off x="10417016" y="3429893"/>
            <a:ext cx="803434"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3080"/>
              </a:lnSpc>
              <a:buNone/>
            </a:pPr>
            <a:r>
              <a:rPr sz="2200" b="1">
                <a:solidFill>
                  <a:srgbClr val="6B55A3"/>
                </a:solidFill>
                <a:latin typeface="IBM Plex Sans"/>
                <a:ea typeface="IBM Plex Sans"/>
                <a:cs typeface="IBM Plex Sans"/>
              </a:rPr>
              <a:t>72 %</a:t>
            </a:r>
            <a:endParaRPr sz="2200"/>
          </a:p>
        </p:txBody>
      </p:sp>
      <p:sp>
        <p:nvSpPr>
          <p:cNvPr id="32" name="Shape 30">
            <a:extLst xmlns:a="http://schemas.openxmlformats.org/drawingml/2006/main">
              <a:ext uri="{FF2B5EF4-FFF2-40B4-BE49-F238E27FC236}">
                <a16:creationId xmlns:a16="http://schemas.microsoft.com/office/drawing/2014/main" id="{E61B4044-A6B5-4A9C-BF51-01EB623712D5}"/>
              </a:ext>
            </a:extLst>
          </p:cNvPr>
          <p:cNvSpPr>
            <a:spLocks xmlns:a="http://schemas.openxmlformats.org/drawingml/2006/main" noGrp="1"/>
          </p:cNvSpPr>
          <p:nvPr/>
        </p:nvSpPr>
        <p:spPr>
          <a:xfrm xmlns:a="http://schemas.openxmlformats.org/drawingml/2006/main">
            <a:off x="6759575" y="4066778"/>
            <a:ext cx="4616450" cy="666651"/>
          </a:xfrm>
          <a:prstGeom xmlns:a="http://schemas.openxmlformats.org/drawingml/2006/main" prst="roundRect">
            <a:avLst>
              <a:gd name="adj" fmla="val 10954"/>
            </a:avLst>
          </a:prstGeom>
          <a:solidFill xmlns:a="http://schemas.openxmlformats.org/drawingml/2006/main">
            <a:srgbClr val="FCFDFB"/>
          </a:solidFill>
          <a:ln xmlns:a="http://schemas.openxmlformats.org/drawingml/2006/main" w="6350">
            <a:solidFill>
              <a:srgbClr val="D3E2D7"/>
            </a:solidFill>
            <a:prstDash val="solid"/>
          </a:ln>
        </p:spPr>
      </p:sp>
      <p:sp>
        <p:nvSpPr>
          <p:cNvPr id="33" name="Text 31">
            <a:extLst xmlns:a="http://schemas.openxmlformats.org/drawingml/2006/main">
              <a:ext uri="{FF2B5EF4-FFF2-40B4-BE49-F238E27FC236}">
                <a16:creationId xmlns:a16="http://schemas.microsoft.com/office/drawing/2014/main" id="{7A965BF7-4E30-49D3-83E1-A3F0A15B94F1}"/>
              </a:ext>
            </a:extLst>
          </p:cNvPr>
          <p:cNvSpPr>
            <a:spLocks xmlns:a="http://schemas.openxmlformats.org/drawingml/2006/main" noGrp="1"/>
          </p:cNvSpPr>
          <p:nvPr/>
        </p:nvSpPr>
        <p:spPr>
          <a:xfrm xmlns:a="http://schemas.openxmlformats.org/drawingml/2006/main">
            <a:off x="6915150" y="4171553"/>
            <a:ext cx="160655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San Lorenzo</a:t>
            </a:r>
            <a:endParaRPr sz="1300"/>
          </a:p>
        </p:txBody>
      </p:sp>
      <p:sp>
        <p:nvSpPr>
          <p:cNvPr id="34" name="Text 32">
            <a:extLst xmlns:a="http://schemas.openxmlformats.org/drawingml/2006/main">
              <a:ext uri="{FF2B5EF4-FFF2-40B4-BE49-F238E27FC236}">
                <a16:creationId xmlns:a16="http://schemas.microsoft.com/office/drawing/2014/main" id="{D044089E-4D5A-46AF-8C97-C2E4497E8592}"/>
              </a:ext>
            </a:extLst>
          </p:cNvPr>
          <p:cNvSpPr>
            <a:spLocks xmlns:a="http://schemas.openxmlformats.org/drawingml/2006/main" noGrp="1"/>
          </p:cNvSpPr>
          <p:nvPr/>
        </p:nvSpPr>
        <p:spPr>
          <a:xfrm xmlns:a="http://schemas.openxmlformats.org/drawingml/2006/main">
            <a:off x="6915150" y="4415334"/>
            <a:ext cx="18669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215 recorridos en 74 h</a:t>
            </a:r>
            <a:endParaRPr sz="1200"/>
          </a:p>
        </p:txBody>
      </p:sp>
      <p:sp>
        <p:nvSpPr>
          <p:cNvPr id="35" name="Text 33">
            <a:extLst xmlns:a="http://schemas.openxmlformats.org/drawingml/2006/main">
              <a:ext uri="{FF2B5EF4-FFF2-40B4-BE49-F238E27FC236}">
                <a16:creationId xmlns:a16="http://schemas.microsoft.com/office/drawing/2014/main" id="{BA0A286E-88B1-4639-97E0-FCD3B1D44903}"/>
              </a:ext>
            </a:extLst>
          </p:cNvPr>
          <p:cNvSpPr>
            <a:spLocks xmlns:a="http://schemas.openxmlformats.org/drawingml/2006/main" noGrp="1"/>
          </p:cNvSpPr>
          <p:nvPr/>
        </p:nvSpPr>
        <p:spPr>
          <a:xfrm xmlns:a="http://schemas.openxmlformats.org/drawingml/2006/main">
            <a:off x="10417016" y="4204494"/>
            <a:ext cx="803434"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3080"/>
              </a:lnSpc>
              <a:buNone/>
            </a:pPr>
            <a:r>
              <a:rPr sz="2200" b="1">
                <a:solidFill>
                  <a:srgbClr val="6B55A3"/>
                </a:solidFill>
                <a:latin typeface="IBM Plex Sans"/>
                <a:ea typeface="IBM Plex Sans"/>
                <a:cs typeface="IBM Plex Sans"/>
              </a:rPr>
              <a:t>44 %</a:t>
            </a:r>
            <a:endParaRPr sz="2200"/>
          </a:p>
        </p:txBody>
      </p:sp>
      <p:sp>
        <p:nvSpPr>
          <p:cNvPr id="36" name="Shape 34">
            <a:extLst xmlns:a="http://schemas.openxmlformats.org/drawingml/2006/main">
              <a:ext uri="{FF2B5EF4-FFF2-40B4-BE49-F238E27FC236}">
                <a16:creationId xmlns:a16="http://schemas.microsoft.com/office/drawing/2014/main" id="{611D3737-B567-4216-AAA1-8A6F23195F11}"/>
              </a:ext>
            </a:extLst>
          </p:cNvPr>
          <p:cNvSpPr>
            <a:spLocks xmlns:a="http://schemas.openxmlformats.org/drawingml/2006/main" noGrp="1"/>
          </p:cNvSpPr>
          <p:nvPr/>
        </p:nvSpPr>
        <p:spPr>
          <a:xfrm xmlns:a="http://schemas.openxmlformats.org/drawingml/2006/main">
            <a:off x="831850" y="5329039"/>
            <a:ext cx="0" cy="51296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37" name="Text 35">
            <a:extLst xmlns:a="http://schemas.openxmlformats.org/drawingml/2006/main">
              <a:ext uri="{FF2B5EF4-FFF2-40B4-BE49-F238E27FC236}">
                <a16:creationId xmlns:a16="http://schemas.microsoft.com/office/drawing/2014/main" id="{0CD9DEE1-86EE-4989-8C6D-C1D750B018EC}"/>
              </a:ext>
            </a:extLst>
          </p:cNvPr>
          <p:cNvSpPr>
            <a:spLocks xmlns:a="http://schemas.openxmlformats.org/drawingml/2006/main" noGrp="1"/>
          </p:cNvSpPr>
          <p:nvPr/>
        </p:nvSpPr>
        <p:spPr>
          <a:xfrm xmlns:a="http://schemas.openxmlformats.org/drawingml/2006/main">
            <a:off x="977900" y="5354439"/>
            <a:ext cx="10713339"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Activa más horas que la semana anterior (146 contra 139) con 25 % menos recorridos (1.455 contra 1.935). Las calles 1 y 2 abrieron solo lunes y martes; la calada líquida casi duplicó sus recorridos con el transile de toda la semana.</a:t>
            </a:r>
            <a:endParaRPr sz="1300"/>
          </a:p>
        </p:txBody>
      </p:sp>
      <p:pic>
        <p:nvPicPr>
          <p:cNvPr id="78" name="Image 0"/>
          <p:cNvPicPr>
            <a:picLocks xmlns:a="http://schemas.openxmlformats.org/drawingml/2006/main" noChangeAspect="1"/>
          </p:cNvPicPr>
          <p:nvPr/>
        </p:nvPicPr>
        <p:blipFill>
          <a:blip xmlns:r="http://schemas.openxmlformats.org/officeDocument/2006/relationships" xmlns:a="http://schemas.openxmlformats.org/drawingml/2006/main" r:embed="R7d8e1ca02a974146"/>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39" name="Text 36">
            <a:extLst xmlns:a="http://schemas.openxmlformats.org/drawingml/2006/main">
              <a:ext uri="{FF2B5EF4-FFF2-40B4-BE49-F238E27FC236}">
                <a16:creationId xmlns:a16="http://schemas.microsoft.com/office/drawing/2014/main" id="{A55E26E2-AE94-4219-BA24-6068118D4743}"/>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29</a:t>
            </a:r>
            <a:endParaRPr sz="1200"/>
          </a:p>
        </p:txBody>
      </p:sp>
      <p:pic>
        <p:nvPicPr>
          <p:cNvPr id="80" name="Image 1"/>
          <p:cNvPicPr>
            <a:picLocks xmlns:a="http://schemas.openxmlformats.org/drawingml/2006/main" noChangeAspect="1"/>
          </p:cNvPicPr>
          <p:nvPr/>
        </p:nvPicPr>
        <p:blipFill>
          <a:blip xmlns:r="http://schemas.openxmlformats.org/officeDocument/2006/relationships" xmlns:a="http://schemas.openxmlformats.org/drawingml/2006/main" r:embed="R259f8aef681f4470"/>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2018437015"/>
      </p:ext>
    </p:extLst>
  </p:cSld>
</p:sld>
</file>

<file path=ppt/slides/slide30.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BFE55FB-9B78-4A17-A52B-9B8709611D3F}"/>
              </a:ext>
            </a:extLst>
          </p:cNvPr>
          <p:cNvSpPr>
            <a:spLocks xmlns:a="http://schemas.openxmlformats.org/drawingml/2006/main" noGrp="1"/>
          </p:cNvSpPr>
          <p:nvPr/>
        </p:nvSpPr>
        <p:spPr>
          <a:xfrm xmlns:a="http://schemas.openxmlformats.org/drawingml/2006/main">
            <a:off x="812800" y="709315"/>
            <a:ext cx="2919115" cy="289520"/>
          </a:xfrm>
          <a:custGeom xmlns:a="http://schemas.openxmlformats.org/drawingml/2006/main">
            <a:rect l="l" t="t" r="r" b="b"/>
            <a:pathLst>
              <a:path w="2919115" h="289520">
                <a:moveTo>
                  <a:pt x="144760" y="0"/>
                </a:moveTo>
                <a:lnTo>
                  <a:pt x="2774355" y="0"/>
                </a:lnTo>
                <a:arcTo wR="144760" hR="144760" stAng="16200000" swAng="5400000"/>
                <a:lnTo>
                  <a:pt x="2919115"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2E1B4E"/>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SECTORES · VOLCABLES PUERTO</a:t>
            </a:r>
            <a:endParaRPr sz="1200"/>
          </a:p>
        </p:txBody>
      </p:sp>
      <p:sp>
        <p:nvSpPr>
          <p:cNvPr id="3" name="Text 1">
            <a:extLst xmlns:a="http://schemas.openxmlformats.org/drawingml/2006/main">
              <a:ext uri="{FF2B5EF4-FFF2-40B4-BE49-F238E27FC236}">
                <a16:creationId xmlns:a16="http://schemas.microsoft.com/office/drawing/2014/main" id="{189B1858-299C-438D-B6E5-2629CF44CC80}"/>
              </a:ext>
            </a:extLst>
          </p:cNvPr>
          <p:cNvSpPr>
            <a:spLocks xmlns:a="http://schemas.openxmlformats.org/drawingml/2006/main" noGrp="1"/>
          </p:cNvSpPr>
          <p:nvPr>
            <p:ph type="title" idx="0"/>
          </p:nvPr>
        </p:nvSpPr>
        <p:spPr>
          <a:xfrm xmlns:a="http://schemas.openxmlformats.org/drawingml/2006/main">
            <a:off x="812800" y="1098451"/>
            <a:ext cx="10883392" cy="46622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465"/>
              </a:lnSpc>
              <a:buNone/>
            </a:pPr>
            <a:r>
              <a:rPr sz="3150" b="1" i="0">
                <a:solidFill>
                  <a:srgbClr val="14281E"/>
                </a:solidFill>
                <a:latin typeface="IBM Plex Sans"/>
                <a:ea typeface="IBM Plex Sans"/>
                <a:cs typeface="IBM Plex Sans"/>
              </a:rPr>
              <a:t>La volcable 5 sostuvo la semana</a:t>
            </a:r>
            <a:endParaRPr sz="3150"/>
          </a:p>
        </p:txBody>
      </p:sp>
      <p:sp>
        <p:nvSpPr>
          <p:cNvPr id="4" name="Text 2">
            <a:extLst xmlns:a="http://schemas.openxmlformats.org/drawingml/2006/main">
              <a:ext uri="{FF2B5EF4-FFF2-40B4-BE49-F238E27FC236}">
                <a16:creationId xmlns:a16="http://schemas.microsoft.com/office/drawing/2014/main" id="{A4ABEEEF-5EDA-4200-ACBD-F7A2C75EBC29}"/>
              </a:ext>
            </a:extLst>
          </p:cNvPr>
          <p:cNvSpPr>
            <a:spLocks xmlns:a="http://schemas.openxmlformats.org/drawingml/2006/main" noGrp="1"/>
          </p:cNvSpPr>
          <p:nvPr/>
        </p:nvSpPr>
        <p:spPr>
          <a:xfrm xmlns:a="http://schemas.openxmlformats.org/drawingml/2006/main">
            <a:off x="1473200" y="1715393"/>
            <a:ext cx="497078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Camiones en la semana</a:t>
            </a:r>
            <a:endParaRPr sz="1200"/>
          </a:p>
        </p:txBody>
      </p:sp>
      <p:sp>
        <p:nvSpPr>
          <p:cNvPr id="5" name="Text 3">
            <a:extLst xmlns:a="http://schemas.openxmlformats.org/drawingml/2006/main">
              <a:ext uri="{FF2B5EF4-FFF2-40B4-BE49-F238E27FC236}">
                <a16:creationId xmlns:a16="http://schemas.microsoft.com/office/drawing/2014/main" id="{65ED96D1-C6A0-461C-B21C-570DB46AE1DB}"/>
              </a:ext>
            </a:extLst>
          </p:cNvPr>
          <p:cNvSpPr>
            <a:spLocks xmlns:a="http://schemas.openxmlformats.org/drawingml/2006/main" noGrp="1"/>
          </p:cNvSpPr>
          <p:nvPr/>
        </p:nvSpPr>
        <p:spPr>
          <a:xfrm xmlns:a="http://schemas.openxmlformats.org/drawingml/2006/main">
            <a:off x="6426200" y="1715393"/>
            <a:ext cx="4064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4A5D52"/>
                </a:solidFill>
                <a:latin typeface="IBM Plex Sans"/>
                <a:ea typeface="IBM Plex Sans"/>
                <a:cs typeface="IBM Plex Sans"/>
              </a:rPr>
              <a:t>Ju</a:t>
            </a:r>
            <a:endParaRPr sz="1200"/>
          </a:p>
        </p:txBody>
      </p:sp>
      <p:sp>
        <p:nvSpPr>
          <p:cNvPr id="6" name="Text 4">
            <a:extLst xmlns:a="http://schemas.openxmlformats.org/drawingml/2006/main">
              <a:ext uri="{FF2B5EF4-FFF2-40B4-BE49-F238E27FC236}">
                <a16:creationId xmlns:a16="http://schemas.microsoft.com/office/drawing/2014/main" id="{E893A550-6561-4281-BAEF-76047F1228F0}"/>
              </a:ext>
            </a:extLst>
          </p:cNvPr>
          <p:cNvSpPr>
            <a:spLocks xmlns:a="http://schemas.openxmlformats.org/drawingml/2006/main" noGrp="1"/>
          </p:cNvSpPr>
          <p:nvPr/>
        </p:nvSpPr>
        <p:spPr>
          <a:xfrm xmlns:a="http://schemas.openxmlformats.org/drawingml/2006/main">
            <a:off x="6934200" y="1715393"/>
            <a:ext cx="4064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4A5D52"/>
                </a:solidFill>
                <a:latin typeface="IBM Plex Sans"/>
                <a:ea typeface="IBM Plex Sans"/>
                <a:cs typeface="IBM Plex Sans"/>
              </a:rPr>
              <a:t>Vi</a:t>
            </a:r>
            <a:endParaRPr sz="1200"/>
          </a:p>
        </p:txBody>
      </p:sp>
      <p:sp>
        <p:nvSpPr>
          <p:cNvPr id="7" name="Text 5">
            <a:extLst xmlns:a="http://schemas.openxmlformats.org/drawingml/2006/main">
              <a:ext uri="{FF2B5EF4-FFF2-40B4-BE49-F238E27FC236}">
                <a16:creationId xmlns:a16="http://schemas.microsoft.com/office/drawing/2014/main" id="{3F779E24-781C-4B7B-94FC-183FCEDF06B1}"/>
              </a:ext>
            </a:extLst>
          </p:cNvPr>
          <p:cNvSpPr>
            <a:spLocks xmlns:a="http://schemas.openxmlformats.org/drawingml/2006/main" noGrp="1"/>
          </p:cNvSpPr>
          <p:nvPr/>
        </p:nvSpPr>
        <p:spPr>
          <a:xfrm xmlns:a="http://schemas.openxmlformats.org/drawingml/2006/main">
            <a:off x="7442200" y="1715393"/>
            <a:ext cx="4064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4A5D52"/>
                </a:solidFill>
                <a:latin typeface="IBM Plex Sans"/>
                <a:ea typeface="IBM Plex Sans"/>
                <a:cs typeface="IBM Plex Sans"/>
              </a:rPr>
              <a:t>Sá</a:t>
            </a:r>
            <a:endParaRPr sz="1200"/>
          </a:p>
        </p:txBody>
      </p:sp>
      <p:sp>
        <p:nvSpPr>
          <p:cNvPr id="8" name="Text 6">
            <a:extLst xmlns:a="http://schemas.openxmlformats.org/drawingml/2006/main">
              <a:ext uri="{FF2B5EF4-FFF2-40B4-BE49-F238E27FC236}">
                <a16:creationId xmlns:a16="http://schemas.microsoft.com/office/drawing/2014/main" id="{A61D93DA-4B6A-4302-895D-455F3F72EAB5}"/>
              </a:ext>
            </a:extLst>
          </p:cNvPr>
          <p:cNvSpPr>
            <a:spLocks xmlns:a="http://schemas.openxmlformats.org/drawingml/2006/main" noGrp="1"/>
          </p:cNvSpPr>
          <p:nvPr/>
        </p:nvSpPr>
        <p:spPr>
          <a:xfrm xmlns:a="http://schemas.openxmlformats.org/drawingml/2006/main">
            <a:off x="7950200" y="1715393"/>
            <a:ext cx="4064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4A5D52"/>
                </a:solidFill>
                <a:latin typeface="IBM Plex Sans"/>
                <a:ea typeface="IBM Plex Sans"/>
                <a:cs typeface="IBM Plex Sans"/>
              </a:rPr>
              <a:t>Do</a:t>
            </a:r>
            <a:endParaRPr sz="1200"/>
          </a:p>
        </p:txBody>
      </p:sp>
      <p:sp>
        <p:nvSpPr>
          <p:cNvPr id="9" name="Text 7">
            <a:extLst xmlns:a="http://schemas.openxmlformats.org/drawingml/2006/main">
              <a:ext uri="{FF2B5EF4-FFF2-40B4-BE49-F238E27FC236}">
                <a16:creationId xmlns:a16="http://schemas.microsoft.com/office/drawing/2014/main" id="{E24B0857-9FBE-445C-9B35-8FADF8BAF916}"/>
              </a:ext>
            </a:extLst>
          </p:cNvPr>
          <p:cNvSpPr>
            <a:spLocks xmlns:a="http://schemas.openxmlformats.org/drawingml/2006/main" noGrp="1"/>
          </p:cNvSpPr>
          <p:nvPr/>
        </p:nvSpPr>
        <p:spPr>
          <a:xfrm xmlns:a="http://schemas.openxmlformats.org/drawingml/2006/main">
            <a:off x="8458200" y="1715393"/>
            <a:ext cx="4064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4A5D52"/>
                </a:solidFill>
                <a:latin typeface="IBM Plex Sans"/>
                <a:ea typeface="IBM Plex Sans"/>
                <a:cs typeface="IBM Plex Sans"/>
              </a:rPr>
              <a:t>Lu</a:t>
            </a:r>
            <a:endParaRPr sz="1200"/>
          </a:p>
        </p:txBody>
      </p:sp>
      <p:sp>
        <p:nvSpPr>
          <p:cNvPr id="10" name="Text 8">
            <a:extLst xmlns:a="http://schemas.openxmlformats.org/drawingml/2006/main">
              <a:ext uri="{FF2B5EF4-FFF2-40B4-BE49-F238E27FC236}">
                <a16:creationId xmlns:a16="http://schemas.microsoft.com/office/drawing/2014/main" id="{4250A5A3-F5AB-4FD6-828B-1A13DAE785FB}"/>
              </a:ext>
            </a:extLst>
          </p:cNvPr>
          <p:cNvSpPr>
            <a:spLocks xmlns:a="http://schemas.openxmlformats.org/drawingml/2006/main" noGrp="1"/>
          </p:cNvSpPr>
          <p:nvPr/>
        </p:nvSpPr>
        <p:spPr>
          <a:xfrm xmlns:a="http://schemas.openxmlformats.org/drawingml/2006/main">
            <a:off x="8966200" y="1715393"/>
            <a:ext cx="4064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4A5D52"/>
                </a:solidFill>
                <a:latin typeface="IBM Plex Sans"/>
                <a:ea typeface="IBM Plex Sans"/>
                <a:cs typeface="IBM Plex Sans"/>
              </a:rPr>
              <a:t>Ma</a:t>
            </a:r>
            <a:endParaRPr sz="1200"/>
          </a:p>
        </p:txBody>
      </p:sp>
      <p:sp>
        <p:nvSpPr>
          <p:cNvPr id="11" name="Text 9">
            <a:extLst xmlns:a="http://schemas.openxmlformats.org/drawingml/2006/main">
              <a:ext uri="{FF2B5EF4-FFF2-40B4-BE49-F238E27FC236}">
                <a16:creationId xmlns:a16="http://schemas.microsoft.com/office/drawing/2014/main" id="{69E3438C-164A-4A78-9AAA-5E6C292A58BE}"/>
              </a:ext>
            </a:extLst>
          </p:cNvPr>
          <p:cNvSpPr>
            <a:spLocks xmlns:a="http://schemas.openxmlformats.org/drawingml/2006/main" noGrp="1"/>
          </p:cNvSpPr>
          <p:nvPr/>
        </p:nvSpPr>
        <p:spPr>
          <a:xfrm xmlns:a="http://schemas.openxmlformats.org/drawingml/2006/main">
            <a:off x="9474200" y="1715393"/>
            <a:ext cx="4064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4A5D52"/>
                </a:solidFill>
                <a:latin typeface="IBM Plex Sans"/>
                <a:ea typeface="IBM Plex Sans"/>
                <a:cs typeface="IBM Plex Sans"/>
              </a:rPr>
              <a:t>Mi</a:t>
            </a:r>
            <a:endParaRPr sz="1200"/>
          </a:p>
        </p:txBody>
      </p:sp>
      <p:sp>
        <p:nvSpPr>
          <p:cNvPr id="12" name="Text 10">
            <a:extLst xmlns:a="http://schemas.openxmlformats.org/drawingml/2006/main">
              <a:ext uri="{FF2B5EF4-FFF2-40B4-BE49-F238E27FC236}">
                <a16:creationId xmlns:a16="http://schemas.microsoft.com/office/drawing/2014/main" id="{5D5E8209-A3C7-42A9-ABA1-1358DD0A0199}"/>
              </a:ext>
            </a:extLst>
          </p:cNvPr>
          <p:cNvSpPr>
            <a:spLocks xmlns:a="http://schemas.openxmlformats.org/drawingml/2006/main" noGrp="1"/>
          </p:cNvSpPr>
          <p:nvPr/>
        </p:nvSpPr>
        <p:spPr>
          <a:xfrm xmlns:a="http://schemas.openxmlformats.org/drawingml/2006/main">
            <a:off x="9956800" y="1715393"/>
            <a:ext cx="14224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4A5D52"/>
                </a:solidFill>
                <a:latin typeface="IBM Plex Sans"/>
                <a:ea typeface="IBM Plex Sans"/>
                <a:cs typeface="IBM Plex Sans"/>
              </a:rPr>
              <a:t>Días</a:t>
            </a:r>
            <a:endParaRPr sz="1200"/>
          </a:p>
        </p:txBody>
      </p:sp>
      <p:sp>
        <p:nvSpPr>
          <p:cNvPr id="13" name="Text 11">
            <a:extLst xmlns:a="http://schemas.openxmlformats.org/drawingml/2006/main">
              <a:ext uri="{FF2B5EF4-FFF2-40B4-BE49-F238E27FC236}">
                <a16:creationId xmlns:a16="http://schemas.microsoft.com/office/drawing/2014/main" id="{6179C034-BDD1-49E4-A6C9-543033092175}"/>
              </a:ext>
            </a:extLst>
          </p:cNvPr>
          <p:cNvSpPr>
            <a:spLocks xmlns:a="http://schemas.openxmlformats.org/drawingml/2006/main" noGrp="1"/>
          </p:cNvSpPr>
          <p:nvPr/>
        </p:nvSpPr>
        <p:spPr>
          <a:xfrm xmlns:a="http://schemas.openxmlformats.org/drawingml/2006/main">
            <a:off x="812800" y="2086769"/>
            <a:ext cx="5588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240"/>
              </a:lnSpc>
              <a:buNone/>
            </a:pPr>
            <a:r>
              <a:rPr sz="1600" b="1">
                <a:solidFill>
                  <a:srgbClr val="14281E"/>
                </a:solidFill>
                <a:latin typeface="IBM Plex Sans"/>
                <a:ea typeface="IBM Plex Sans"/>
                <a:cs typeface="IBM Plex Sans"/>
              </a:rPr>
              <a:t>V5</a:t>
            </a:r>
            <a:endParaRPr sz="1600"/>
          </a:p>
        </p:txBody>
      </p:sp>
      <p:sp>
        <p:nvSpPr>
          <p:cNvPr id="14" name="Shape 12">
            <a:extLst xmlns:a="http://schemas.openxmlformats.org/drawingml/2006/main">
              <a:ext uri="{FF2B5EF4-FFF2-40B4-BE49-F238E27FC236}">
                <a16:creationId xmlns:a16="http://schemas.microsoft.com/office/drawing/2014/main" id="{59BED939-5001-4B21-9DA3-871425FA371D}"/>
              </a:ext>
            </a:extLst>
          </p:cNvPr>
          <p:cNvSpPr>
            <a:spLocks xmlns:a="http://schemas.openxmlformats.org/drawingml/2006/main" noGrp="1"/>
          </p:cNvSpPr>
          <p:nvPr/>
        </p:nvSpPr>
        <p:spPr>
          <a:xfrm xmlns:a="http://schemas.openxmlformats.org/drawingml/2006/main">
            <a:off x="1473200" y="2051248"/>
            <a:ext cx="3556000" cy="355600"/>
          </a:xfrm>
          <a:custGeom xmlns:a="http://schemas.openxmlformats.org/drawingml/2006/main">
            <a:rect l="l" t="t" r="r" b="b"/>
            <a:pathLst>
              <a:path w="3556000" h="355600">
                <a:moveTo>
                  <a:pt x="0" y="0"/>
                </a:moveTo>
                <a:lnTo>
                  <a:pt x="3505200" y="0"/>
                </a:lnTo>
                <a:arcTo wR="50800" hR="50800" stAng="16200000" swAng="5400000"/>
                <a:lnTo>
                  <a:pt x="3556000" y="304800"/>
                </a:lnTo>
                <a:arcTo wR="50800" hR="50800" stAng="0" swAng="5400000"/>
                <a:lnTo>
                  <a:pt x="0" y="355600"/>
                </a:lnTo>
                <a:lnTo>
                  <a:pt x="0" y="0"/>
                </a:lnTo>
                <a:close/>
              </a:path>
            </a:pathLst>
          </a:custGeom>
          <a:solidFill xmlns:a="http://schemas.openxmlformats.org/drawingml/2006/main">
            <a:srgbClr val="2E1B4E"/>
          </a:solidFill>
        </p:spPr>
      </p:sp>
      <p:sp>
        <p:nvSpPr>
          <p:cNvPr id="15" name="Text 13">
            <a:extLst xmlns:a="http://schemas.openxmlformats.org/drawingml/2006/main">
              <a:ext uri="{FF2B5EF4-FFF2-40B4-BE49-F238E27FC236}">
                <a16:creationId xmlns:a16="http://schemas.microsoft.com/office/drawing/2014/main" id="{ADBC615A-4BB7-40D9-AD16-E712E72FD194}"/>
              </a:ext>
            </a:extLst>
          </p:cNvPr>
          <p:cNvSpPr>
            <a:spLocks xmlns:a="http://schemas.openxmlformats.org/drawingml/2006/main" noGrp="1"/>
          </p:cNvSpPr>
          <p:nvPr/>
        </p:nvSpPr>
        <p:spPr>
          <a:xfrm xmlns:a="http://schemas.openxmlformats.org/drawingml/2006/main">
            <a:off x="5130800" y="2095698"/>
            <a:ext cx="1006574" cy="2921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2E1B4E"/>
                </a:solidFill>
                <a:latin typeface="IBM Plex Sans"/>
                <a:ea typeface="IBM Plex Sans"/>
                <a:cs typeface="IBM Plex Sans"/>
              </a:rPr>
              <a:t>481 · 53 %</a:t>
            </a:r>
            <a:endParaRPr sz="1500"/>
          </a:p>
        </p:txBody>
      </p:sp>
      <p:sp>
        <p:nvSpPr>
          <p:cNvPr id="16" name="Shape 14">
            <a:extLst xmlns:a="http://schemas.openxmlformats.org/drawingml/2006/main">
              <a:ext uri="{FF2B5EF4-FFF2-40B4-BE49-F238E27FC236}">
                <a16:creationId xmlns:a16="http://schemas.microsoft.com/office/drawing/2014/main" id="{D31F5E96-B5F6-4883-8AD3-F444E0B339D2}"/>
              </a:ext>
            </a:extLst>
          </p:cNvPr>
          <p:cNvSpPr>
            <a:spLocks xmlns:a="http://schemas.openxmlformats.org/drawingml/2006/main" noGrp="1"/>
          </p:cNvSpPr>
          <p:nvPr/>
        </p:nvSpPr>
        <p:spPr>
          <a:xfrm xmlns:a="http://schemas.openxmlformats.org/drawingml/2006/main">
            <a:off x="6451600" y="2051248"/>
            <a:ext cx="355600" cy="355600"/>
          </a:xfrm>
          <a:prstGeom xmlns:a="http://schemas.openxmlformats.org/drawingml/2006/main" prst="roundRect">
            <a:avLst>
              <a:gd name="adj" fmla="val 21429"/>
            </a:avLst>
          </a:prstGeom>
          <a:solidFill xmlns:a="http://schemas.openxmlformats.org/drawingml/2006/main">
            <a:srgbClr val="2E1B4E"/>
          </a:solidFill>
        </p:spPr>
      </p:sp>
      <p:sp>
        <p:nvSpPr>
          <p:cNvPr id="17" name="Shape 15">
            <a:extLst xmlns:a="http://schemas.openxmlformats.org/drawingml/2006/main">
              <a:ext uri="{FF2B5EF4-FFF2-40B4-BE49-F238E27FC236}">
                <a16:creationId xmlns:a16="http://schemas.microsoft.com/office/drawing/2014/main" id="{93B0F8EE-F5D4-4049-A57F-6B1699768FDC}"/>
              </a:ext>
            </a:extLst>
          </p:cNvPr>
          <p:cNvSpPr>
            <a:spLocks xmlns:a="http://schemas.openxmlformats.org/drawingml/2006/main" noGrp="1"/>
          </p:cNvSpPr>
          <p:nvPr/>
        </p:nvSpPr>
        <p:spPr>
          <a:xfrm xmlns:a="http://schemas.openxmlformats.org/drawingml/2006/main">
            <a:off x="6959600" y="2051248"/>
            <a:ext cx="355600" cy="355600"/>
          </a:xfrm>
          <a:prstGeom xmlns:a="http://schemas.openxmlformats.org/drawingml/2006/main" prst="roundRect">
            <a:avLst>
              <a:gd name="adj" fmla="val 21429"/>
            </a:avLst>
          </a:prstGeom>
          <a:solidFill xmlns:a="http://schemas.openxmlformats.org/drawingml/2006/main">
            <a:srgbClr val="2E1B4E"/>
          </a:solidFill>
        </p:spPr>
      </p:sp>
      <p:sp>
        <p:nvSpPr>
          <p:cNvPr id="18" name="Shape 16">
            <a:extLst xmlns:a="http://schemas.openxmlformats.org/drawingml/2006/main">
              <a:ext uri="{FF2B5EF4-FFF2-40B4-BE49-F238E27FC236}">
                <a16:creationId xmlns:a16="http://schemas.microsoft.com/office/drawing/2014/main" id="{7B321E9C-EB55-4AC1-8425-A90958266086}"/>
              </a:ext>
            </a:extLst>
          </p:cNvPr>
          <p:cNvSpPr>
            <a:spLocks xmlns:a="http://schemas.openxmlformats.org/drawingml/2006/main" noGrp="1"/>
          </p:cNvSpPr>
          <p:nvPr/>
        </p:nvSpPr>
        <p:spPr>
          <a:xfrm xmlns:a="http://schemas.openxmlformats.org/drawingml/2006/main">
            <a:off x="7467600" y="2051248"/>
            <a:ext cx="355600" cy="355600"/>
          </a:xfrm>
          <a:prstGeom xmlns:a="http://schemas.openxmlformats.org/drawingml/2006/main" prst="roundRect">
            <a:avLst>
              <a:gd name="adj" fmla="val 21429"/>
            </a:avLst>
          </a:prstGeom>
          <a:solidFill xmlns:a="http://schemas.openxmlformats.org/drawingml/2006/main">
            <a:srgbClr val="2E1B4E"/>
          </a:solidFill>
        </p:spPr>
      </p:sp>
      <p:sp>
        <p:nvSpPr>
          <p:cNvPr id="19" name="Shape 17">
            <a:extLst xmlns:a="http://schemas.openxmlformats.org/drawingml/2006/main">
              <a:ext uri="{FF2B5EF4-FFF2-40B4-BE49-F238E27FC236}">
                <a16:creationId xmlns:a16="http://schemas.microsoft.com/office/drawing/2014/main" id="{946C861D-D239-45CD-88B1-8D96BE25BB45}"/>
              </a:ext>
            </a:extLst>
          </p:cNvPr>
          <p:cNvSpPr>
            <a:spLocks xmlns:a="http://schemas.openxmlformats.org/drawingml/2006/main" noGrp="1"/>
          </p:cNvSpPr>
          <p:nvPr/>
        </p:nvSpPr>
        <p:spPr>
          <a:xfrm xmlns:a="http://schemas.openxmlformats.org/drawingml/2006/main">
            <a:off x="7975600" y="2051248"/>
            <a:ext cx="355600" cy="355600"/>
          </a:xfrm>
          <a:prstGeom xmlns:a="http://schemas.openxmlformats.org/drawingml/2006/main" prst="roundRect">
            <a:avLst>
              <a:gd name="adj" fmla="val 21429"/>
            </a:avLst>
          </a:prstGeom>
          <a:solidFill xmlns:a="http://schemas.openxmlformats.org/drawingml/2006/main">
            <a:srgbClr val="2E1B4E"/>
          </a:solidFill>
        </p:spPr>
      </p:sp>
      <p:sp>
        <p:nvSpPr>
          <p:cNvPr id="20" name="Shape 18">
            <a:extLst xmlns:a="http://schemas.openxmlformats.org/drawingml/2006/main">
              <a:ext uri="{FF2B5EF4-FFF2-40B4-BE49-F238E27FC236}">
                <a16:creationId xmlns:a16="http://schemas.microsoft.com/office/drawing/2014/main" id="{F3EDC2B8-0430-43B9-974F-B0DD93EFC04E}"/>
              </a:ext>
            </a:extLst>
          </p:cNvPr>
          <p:cNvSpPr>
            <a:spLocks xmlns:a="http://schemas.openxmlformats.org/drawingml/2006/main" noGrp="1"/>
          </p:cNvSpPr>
          <p:nvPr/>
        </p:nvSpPr>
        <p:spPr>
          <a:xfrm xmlns:a="http://schemas.openxmlformats.org/drawingml/2006/main">
            <a:off x="8483600" y="2051248"/>
            <a:ext cx="355600" cy="355600"/>
          </a:xfrm>
          <a:prstGeom xmlns:a="http://schemas.openxmlformats.org/drawingml/2006/main" prst="roundRect">
            <a:avLst>
              <a:gd name="adj" fmla="val 21429"/>
            </a:avLst>
          </a:prstGeom>
          <a:solidFill xmlns:a="http://schemas.openxmlformats.org/drawingml/2006/main">
            <a:srgbClr val="2E1B4E"/>
          </a:solidFill>
        </p:spPr>
      </p:sp>
      <p:sp>
        <p:nvSpPr>
          <p:cNvPr id="21" name="Shape 19">
            <a:extLst xmlns:a="http://schemas.openxmlformats.org/drawingml/2006/main">
              <a:ext uri="{FF2B5EF4-FFF2-40B4-BE49-F238E27FC236}">
                <a16:creationId xmlns:a16="http://schemas.microsoft.com/office/drawing/2014/main" id="{5AB67C79-C879-4B3E-9DA8-9269BE82E881}"/>
              </a:ext>
            </a:extLst>
          </p:cNvPr>
          <p:cNvSpPr>
            <a:spLocks xmlns:a="http://schemas.openxmlformats.org/drawingml/2006/main" noGrp="1"/>
          </p:cNvSpPr>
          <p:nvPr/>
        </p:nvSpPr>
        <p:spPr>
          <a:xfrm xmlns:a="http://schemas.openxmlformats.org/drawingml/2006/main">
            <a:off x="8991600" y="2051248"/>
            <a:ext cx="355600" cy="355600"/>
          </a:xfrm>
          <a:prstGeom xmlns:a="http://schemas.openxmlformats.org/drawingml/2006/main" prst="roundRect">
            <a:avLst>
              <a:gd name="adj" fmla="val 21429"/>
            </a:avLst>
          </a:prstGeom>
          <a:solidFill xmlns:a="http://schemas.openxmlformats.org/drawingml/2006/main">
            <a:srgbClr val="2E1B4E"/>
          </a:solidFill>
        </p:spPr>
      </p:sp>
      <p:sp>
        <p:nvSpPr>
          <p:cNvPr id="22" name="Shape 20">
            <a:extLst xmlns:a="http://schemas.openxmlformats.org/drawingml/2006/main">
              <a:ext uri="{FF2B5EF4-FFF2-40B4-BE49-F238E27FC236}">
                <a16:creationId xmlns:a16="http://schemas.microsoft.com/office/drawing/2014/main" id="{73AEF330-CC62-4E4E-988F-646FCFC2C652}"/>
              </a:ext>
            </a:extLst>
          </p:cNvPr>
          <p:cNvSpPr>
            <a:spLocks xmlns:a="http://schemas.openxmlformats.org/drawingml/2006/main" noGrp="1"/>
          </p:cNvSpPr>
          <p:nvPr/>
        </p:nvSpPr>
        <p:spPr>
          <a:xfrm xmlns:a="http://schemas.openxmlformats.org/drawingml/2006/main">
            <a:off x="9499600" y="2051248"/>
            <a:ext cx="355600" cy="355600"/>
          </a:xfrm>
          <a:prstGeom xmlns:a="http://schemas.openxmlformats.org/drawingml/2006/main" prst="roundRect">
            <a:avLst>
              <a:gd name="adj" fmla="val 21429"/>
            </a:avLst>
          </a:prstGeom>
          <a:solidFill xmlns:a="http://schemas.openxmlformats.org/drawingml/2006/main">
            <a:srgbClr val="2E1B4E"/>
          </a:solidFill>
        </p:spPr>
      </p:sp>
      <p:sp>
        <p:nvSpPr>
          <p:cNvPr id="23" name="Text 21">
            <a:extLst xmlns:a="http://schemas.openxmlformats.org/drawingml/2006/main">
              <a:ext uri="{FF2B5EF4-FFF2-40B4-BE49-F238E27FC236}">
                <a16:creationId xmlns:a16="http://schemas.microsoft.com/office/drawing/2014/main" id="{B138531D-9272-4F77-B83E-A45D826CA603}"/>
              </a:ext>
            </a:extLst>
          </p:cNvPr>
          <p:cNvSpPr>
            <a:spLocks xmlns:a="http://schemas.openxmlformats.org/drawingml/2006/main" noGrp="1"/>
          </p:cNvSpPr>
          <p:nvPr/>
        </p:nvSpPr>
        <p:spPr>
          <a:xfrm xmlns:a="http://schemas.openxmlformats.org/drawingml/2006/main">
            <a:off x="9956800" y="2086769"/>
            <a:ext cx="14224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240"/>
              </a:lnSpc>
              <a:buNone/>
            </a:pPr>
            <a:r>
              <a:rPr sz="1600" b="1">
                <a:solidFill>
                  <a:srgbClr val="2E1B4E"/>
                </a:solidFill>
                <a:latin typeface="IBM Plex Sans"/>
                <a:ea typeface="IBM Plex Sans"/>
                <a:cs typeface="IBM Plex Sans"/>
              </a:rPr>
              <a:t>7</a:t>
            </a:r>
            <a:endParaRPr sz="1600"/>
          </a:p>
        </p:txBody>
      </p:sp>
      <p:sp>
        <p:nvSpPr>
          <p:cNvPr id="24" name="Text 22">
            <a:extLst xmlns:a="http://schemas.openxmlformats.org/drawingml/2006/main">
              <a:ext uri="{FF2B5EF4-FFF2-40B4-BE49-F238E27FC236}">
                <a16:creationId xmlns:a16="http://schemas.microsoft.com/office/drawing/2014/main" id="{47C7560F-EE6F-478B-95B6-3A4F3C07CAF2}"/>
              </a:ext>
            </a:extLst>
          </p:cNvPr>
          <p:cNvSpPr>
            <a:spLocks xmlns:a="http://schemas.openxmlformats.org/drawingml/2006/main" noGrp="1"/>
          </p:cNvSpPr>
          <p:nvPr/>
        </p:nvSpPr>
        <p:spPr>
          <a:xfrm xmlns:a="http://schemas.openxmlformats.org/drawingml/2006/main">
            <a:off x="812800" y="2563813"/>
            <a:ext cx="5588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240"/>
              </a:lnSpc>
              <a:buNone/>
            </a:pPr>
            <a:r>
              <a:rPr sz="1600" b="1">
                <a:solidFill>
                  <a:srgbClr val="14281E"/>
                </a:solidFill>
                <a:latin typeface="IBM Plex Sans"/>
                <a:ea typeface="IBM Plex Sans"/>
                <a:cs typeface="IBM Plex Sans"/>
              </a:rPr>
              <a:t>V3</a:t>
            </a:r>
            <a:endParaRPr sz="1600"/>
          </a:p>
        </p:txBody>
      </p:sp>
      <p:sp>
        <p:nvSpPr>
          <p:cNvPr id="25" name="Shape 23">
            <a:extLst xmlns:a="http://schemas.openxmlformats.org/drawingml/2006/main">
              <a:ext uri="{FF2B5EF4-FFF2-40B4-BE49-F238E27FC236}">
                <a16:creationId xmlns:a16="http://schemas.microsoft.com/office/drawing/2014/main" id="{91F20435-882F-4487-97AD-1D70D2B288D6}"/>
              </a:ext>
            </a:extLst>
          </p:cNvPr>
          <p:cNvSpPr>
            <a:spLocks xmlns:a="http://schemas.openxmlformats.org/drawingml/2006/main" noGrp="1"/>
          </p:cNvSpPr>
          <p:nvPr/>
        </p:nvSpPr>
        <p:spPr>
          <a:xfrm xmlns:a="http://schemas.openxmlformats.org/drawingml/2006/main">
            <a:off x="1473200" y="2528292"/>
            <a:ext cx="1428750" cy="355600"/>
          </a:xfrm>
          <a:custGeom xmlns:a="http://schemas.openxmlformats.org/drawingml/2006/main">
            <a:rect l="l" t="t" r="r" b="b"/>
            <a:pathLst>
              <a:path w="1428750" h="355600">
                <a:moveTo>
                  <a:pt x="0" y="0"/>
                </a:moveTo>
                <a:lnTo>
                  <a:pt x="1377950" y="0"/>
                </a:lnTo>
                <a:arcTo wR="50800" hR="50800" stAng="16200000" swAng="5400000"/>
                <a:lnTo>
                  <a:pt x="1428750" y="304800"/>
                </a:lnTo>
                <a:arcTo wR="50800" hR="50800" stAng="0" swAng="5400000"/>
                <a:lnTo>
                  <a:pt x="0" y="355600"/>
                </a:lnTo>
                <a:lnTo>
                  <a:pt x="0" y="0"/>
                </a:lnTo>
                <a:close/>
              </a:path>
            </a:pathLst>
          </a:custGeom>
          <a:solidFill xmlns:a="http://schemas.openxmlformats.org/drawingml/2006/main">
            <a:srgbClr val="3A8F63"/>
          </a:solidFill>
        </p:spPr>
      </p:sp>
      <p:sp>
        <p:nvSpPr>
          <p:cNvPr id="26" name="Text 24">
            <a:extLst xmlns:a="http://schemas.openxmlformats.org/drawingml/2006/main">
              <a:ext uri="{FF2B5EF4-FFF2-40B4-BE49-F238E27FC236}">
                <a16:creationId xmlns:a16="http://schemas.microsoft.com/office/drawing/2014/main" id="{CF70214A-ACFB-4E84-91E8-6903E2C2A0E3}"/>
              </a:ext>
            </a:extLst>
          </p:cNvPr>
          <p:cNvSpPr>
            <a:spLocks xmlns:a="http://schemas.openxmlformats.org/drawingml/2006/main" noGrp="1"/>
          </p:cNvSpPr>
          <p:nvPr/>
        </p:nvSpPr>
        <p:spPr>
          <a:xfrm xmlns:a="http://schemas.openxmlformats.org/drawingml/2006/main">
            <a:off x="3003550" y="2572742"/>
            <a:ext cx="1006574" cy="2921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14281E"/>
                </a:solidFill>
                <a:latin typeface="IBM Plex Sans"/>
                <a:ea typeface="IBM Plex Sans"/>
                <a:cs typeface="IBM Plex Sans"/>
              </a:rPr>
              <a:t>193 · 21 %</a:t>
            </a:r>
            <a:endParaRPr sz="1500"/>
          </a:p>
        </p:txBody>
      </p:sp>
      <p:sp>
        <p:nvSpPr>
          <p:cNvPr id="27" name="Shape 25">
            <a:extLst xmlns:a="http://schemas.openxmlformats.org/drawingml/2006/main">
              <a:ext uri="{FF2B5EF4-FFF2-40B4-BE49-F238E27FC236}">
                <a16:creationId xmlns:a16="http://schemas.microsoft.com/office/drawing/2014/main" id="{A91CFF1C-59E7-4951-90D5-D52A4DFB9DF3}"/>
              </a:ext>
            </a:extLst>
          </p:cNvPr>
          <p:cNvSpPr>
            <a:spLocks xmlns:a="http://schemas.openxmlformats.org/drawingml/2006/main" noGrp="1"/>
          </p:cNvSpPr>
          <p:nvPr/>
        </p:nvSpPr>
        <p:spPr>
          <a:xfrm xmlns:a="http://schemas.openxmlformats.org/drawingml/2006/main">
            <a:off x="6451600" y="2528292"/>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28" name="Shape 26">
            <a:extLst xmlns:a="http://schemas.openxmlformats.org/drawingml/2006/main">
              <a:ext uri="{FF2B5EF4-FFF2-40B4-BE49-F238E27FC236}">
                <a16:creationId xmlns:a16="http://schemas.microsoft.com/office/drawing/2014/main" id="{2F413D92-A68B-42BF-A527-114BFB6C6990}"/>
              </a:ext>
            </a:extLst>
          </p:cNvPr>
          <p:cNvSpPr>
            <a:spLocks xmlns:a="http://schemas.openxmlformats.org/drawingml/2006/main" noGrp="1"/>
          </p:cNvSpPr>
          <p:nvPr/>
        </p:nvSpPr>
        <p:spPr>
          <a:xfrm xmlns:a="http://schemas.openxmlformats.org/drawingml/2006/main">
            <a:off x="6959600" y="2528292"/>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29" name="Shape 27">
            <a:extLst xmlns:a="http://schemas.openxmlformats.org/drawingml/2006/main">
              <a:ext uri="{FF2B5EF4-FFF2-40B4-BE49-F238E27FC236}">
                <a16:creationId xmlns:a16="http://schemas.microsoft.com/office/drawing/2014/main" id="{91BD1102-0222-47D9-A3F9-90247D9194CB}"/>
              </a:ext>
            </a:extLst>
          </p:cNvPr>
          <p:cNvSpPr>
            <a:spLocks xmlns:a="http://schemas.openxmlformats.org/drawingml/2006/main" noGrp="1"/>
          </p:cNvSpPr>
          <p:nvPr/>
        </p:nvSpPr>
        <p:spPr>
          <a:xfrm xmlns:a="http://schemas.openxmlformats.org/drawingml/2006/main">
            <a:off x="7467600" y="2528292"/>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30" name="Shape 28">
            <a:extLst xmlns:a="http://schemas.openxmlformats.org/drawingml/2006/main">
              <a:ext uri="{FF2B5EF4-FFF2-40B4-BE49-F238E27FC236}">
                <a16:creationId xmlns:a16="http://schemas.microsoft.com/office/drawing/2014/main" id="{F5F6CC44-2DAD-481F-9DE2-152CC14567BE}"/>
              </a:ext>
            </a:extLst>
          </p:cNvPr>
          <p:cNvSpPr>
            <a:spLocks xmlns:a="http://schemas.openxmlformats.org/drawingml/2006/main" noGrp="1"/>
          </p:cNvSpPr>
          <p:nvPr/>
        </p:nvSpPr>
        <p:spPr>
          <a:xfrm xmlns:a="http://schemas.openxmlformats.org/drawingml/2006/main">
            <a:off x="7985125" y="2537817"/>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31" name="Shape 29">
            <a:extLst xmlns:a="http://schemas.openxmlformats.org/drawingml/2006/main">
              <a:ext uri="{FF2B5EF4-FFF2-40B4-BE49-F238E27FC236}">
                <a16:creationId xmlns:a16="http://schemas.microsoft.com/office/drawing/2014/main" id="{E3C2E871-1432-4D70-A4E3-4D5B5B4FE15C}"/>
              </a:ext>
            </a:extLst>
          </p:cNvPr>
          <p:cNvSpPr>
            <a:spLocks xmlns:a="http://schemas.openxmlformats.org/drawingml/2006/main" noGrp="1"/>
          </p:cNvSpPr>
          <p:nvPr/>
        </p:nvSpPr>
        <p:spPr>
          <a:xfrm xmlns:a="http://schemas.openxmlformats.org/drawingml/2006/main">
            <a:off x="8483600" y="2528292"/>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32" name="Shape 30">
            <a:extLst xmlns:a="http://schemas.openxmlformats.org/drawingml/2006/main">
              <a:ext uri="{FF2B5EF4-FFF2-40B4-BE49-F238E27FC236}">
                <a16:creationId xmlns:a16="http://schemas.microsoft.com/office/drawing/2014/main" id="{FD5DBFE8-7C04-4715-8D86-68C8F71FD134}"/>
              </a:ext>
            </a:extLst>
          </p:cNvPr>
          <p:cNvSpPr>
            <a:spLocks xmlns:a="http://schemas.openxmlformats.org/drawingml/2006/main" noGrp="1"/>
          </p:cNvSpPr>
          <p:nvPr/>
        </p:nvSpPr>
        <p:spPr>
          <a:xfrm xmlns:a="http://schemas.openxmlformats.org/drawingml/2006/main">
            <a:off x="8991600" y="2528292"/>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33" name="Shape 31">
            <a:extLst xmlns:a="http://schemas.openxmlformats.org/drawingml/2006/main">
              <a:ext uri="{FF2B5EF4-FFF2-40B4-BE49-F238E27FC236}">
                <a16:creationId xmlns:a16="http://schemas.microsoft.com/office/drawing/2014/main" id="{1871A677-7F40-43BD-9DFD-A8B4042325C4}"/>
              </a:ext>
            </a:extLst>
          </p:cNvPr>
          <p:cNvSpPr>
            <a:spLocks xmlns:a="http://schemas.openxmlformats.org/drawingml/2006/main" noGrp="1"/>
          </p:cNvSpPr>
          <p:nvPr/>
        </p:nvSpPr>
        <p:spPr>
          <a:xfrm xmlns:a="http://schemas.openxmlformats.org/drawingml/2006/main">
            <a:off x="9509125" y="2537817"/>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34" name="Text 32">
            <a:extLst xmlns:a="http://schemas.openxmlformats.org/drawingml/2006/main">
              <a:ext uri="{FF2B5EF4-FFF2-40B4-BE49-F238E27FC236}">
                <a16:creationId xmlns:a16="http://schemas.microsoft.com/office/drawing/2014/main" id="{C2BC9976-4B12-4393-9D8C-8A1F44D87BE2}"/>
              </a:ext>
            </a:extLst>
          </p:cNvPr>
          <p:cNvSpPr>
            <a:spLocks xmlns:a="http://schemas.openxmlformats.org/drawingml/2006/main" noGrp="1"/>
          </p:cNvSpPr>
          <p:nvPr/>
        </p:nvSpPr>
        <p:spPr>
          <a:xfrm xmlns:a="http://schemas.openxmlformats.org/drawingml/2006/main">
            <a:off x="9956800" y="2563813"/>
            <a:ext cx="14224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240"/>
              </a:lnSpc>
              <a:buNone/>
            </a:pPr>
            <a:r>
              <a:rPr sz="1600" b="1">
                <a:solidFill>
                  <a:srgbClr val="14281E"/>
                </a:solidFill>
                <a:latin typeface="IBM Plex Sans"/>
                <a:ea typeface="IBM Plex Sans"/>
                <a:cs typeface="IBM Plex Sans"/>
              </a:rPr>
              <a:t>5</a:t>
            </a:r>
            <a:endParaRPr sz="1600"/>
          </a:p>
        </p:txBody>
      </p:sp>
      <p:sp>
        <p:nvSpPr>
          <p:cNvPr id="35" name="Text 33">
            <a:extLst xmlns:a="http://schemas.openxmlformats.org/drawingml/2006/main">
              <a:ext uri="{FF2B5EF4-FFF2-40B4-BE49-F238E27FC236}">
                <a16:creationId xmlns:a16="http://schemas.microsoft.com/office/drawing/2014/main" id="{FD9422CE-989E-4402-B6C2-3EDFA9507415}"/>
              </a:ext>
            </a:extLst>
          </p:cNvPr>
          <p:cNvSpPr>
            <a:spLocks xmlns:a="http://schemas.openxmlformats.org/drawingml/2006/main" noGrp="1"/>
          </p:cNvSpPr>
          <p:nvPr/>
        </p:nvSpPr>
        <p:spPr>
          <a:xfrm xmlns:a="http://schemas.openxmlformats.org/drawingml/2006/main">
            <a:off x="812800" y="3040757"/>
            <a:ext cx="5588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240"/>
              </a:lnSpc>
              <a:buNone/>
            </a:pPr>
            <a:r>
              <a:rPr sz="1600" b="1">
                <a:solidFill>
                  <a:srgbClr val="14281E"/>
                </a:solidFill>
                <a:latin typeface="IBM Plex Sans"/>
                <a:ea typeface="IBM Plex Sans"/>
                <a:cs typeface="IBM Plex Sans"/>
              </a:rPr>
              <a:t>V4</a:t>
            </a:r>
            <a:endParaRPr sz="1600"/>
          </a:p>
        </p:txBody>
      </p:sp>
      <p:sp>
        <p:nvSpPr>
          <p:cNvPr id="36" name="Shape 34">
            <a:extLst xmlns:a="http://schemas.openxmlformats.org/drawingml/2006/main">
              <a:ext uri="{FF2B5EF4-FFF2-40B4-BE49-F238E27FC236}">
                <a16:creationId xmlns:a16="http://schemas.microsoft.com/office/drawing/2014/main" id="{52EB41C6-29C7-4717-BDAF-B96E1A7BCE3F}"/>
              </a:ext>
            </a:extLst>
          </p:cNvPr>
          <p:cNvSpPr>
            <a:spLocks xmlns:a="http://schemas.openxmlformats.org/drawingml/2006/main" noGrp="1"/>
          </p:cNvSpPr>
          <p:nvPr/>
        </p:nvSpPr>
        <p:spPr>
          <a:xfrm xmlns:a="http://schemas.openxmlformats.org/drawingml/2006/main">
            <a:off x="1473200" y="3005237"/>
            <a:ext cx="1409700" cy="355600"/>
          </a:xfrm>
          <a:custGeom xmlns:a="http://schemas.openxmlformats.org/drawingml/2006/main">
            <a:rect l="l" t="t" r="r" b="b"/>
            <a:pathLst>
              <a:path w="1409700" h="355600">
                <a:moveTo>
                  <a:pt x="0" y="0"/>
                </a:moveTo>
                <a:lnTo>
                  <a:pt x="1358900" y="0"/>
                </a:lnTo>
                <a:arcTo wR="50800" hR="50800" stAng="16200000" swAng="5400000"/>
                <a:lnTo>
                  <a:pt x="1409700" y="304800"/>
                </a:lnTo>
                <a:arcTo wR="50800" hR="50800" stAng="0" swAng="5400000"/>
                <a:lnTo>
                  <a:pt x="0" y="355600"/>
                </a:lnTo>
                <a:lnTo>
                  <a:pt x="0" y="0"/>
                </a:lnTo>
                <a:close/>
              </a:path>
            </a:pathLst>
          </a:custGeom>
          <a:solidFill xmlns:a="http://schemas.openxmlformats.org/drawingml/2006/main">
            <a:srgbClr val="3A8F63"/>
          </a:solidFill>
        </p:spPr>
      </p:sp>
      <p:sp>
        <p:nvSpPr>
          <p:cNvPr id="37" name="Text 35">
            <a:extLst xmlns:a="http://schemas.openxmlformats.org/drawingml/2006/main">
              <a:ext uri="{FF2B5EF4-FFF2-40B4-BE49-F238E27FC236}">
                <a16:creationId xmlns:a16="http://schemas.microsoft.com/office/drawing/2014/main" id="{F5F1A42F-2739-49CF-B39A-020C5A4DCFB6}"/>
              </a:ext>
            </a:extLst>
          </p:cNvPr>
          <p:cNvSpPr>
            <a:spLocks xmlns:a="http://schemas.openxmlformats.org/drawingml/2006/main" noGrp="1"/>
          </p:cNvSpPr>
          <p:nvPr/>
        </p:nvSpPr>
        <p:spPr>
          <a:xfrm xmlns:a="http://schemas.openxmlformats.org/drawingml/2006/main">
            <a:off x="2984500" y="3049687"/>
            <a:ext cx="1006574" cy="2921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14281E"/>
                </a:solidFill>
                <a:latin typeface="IBM Plex Sans"/>
                <a:ea typeface="IBM Plex Sans"/>
                <a:cs typeface="IBM Plex Sans"/>
              </a:rPr>
              <a:t>191 · 21 %</a:t>
            </a:r>
            <a:endParaRPr sz="1500"/>
          </a:p>
        </p:txBody>
      </p:sp>
      <p:sp>
        <p:nvSpPr>
          <p:cNvPr id="38" name="Shape 36">
            <a:extLst xmlns:a="http://schemas.openxmlformats.org/drawingml/2006/main">
              <a:ext uri="{FF2B5EF4-FFF2-40B4-BE49-F238E27FC236}">
                <a16:creationId xmlns:a16="http://schemas.microsoft.com/office/drawing/2014/main" id="{AD1A181C-655D-4694-BDE8-508BBF9BFBEA}"/>
              </a:ext>
            </a:extLst>
          </p:cNvPr>
          <p:cNvSpPr>
            <a:spLocks xmlns:a="http://schemas.openxmlformats.org/drawingml/2006/main" noGrp="1"/>
          </p:cNvSpPr>
          <p:nvPr/>
        </p:nvSpPr>
        <p:spPr>
          <a:xfrm xmlns:a="http://schemas.openxmlformats.org/drawingml/2006/main">
            <a:off x="6451600" y="3005237"/>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39" name="Shape 37">
            <a:extLst xmlns:a="http://schemas.openxmlformats.org/drawingml/2006/main">
              <a:ext uri="{FF2B5EF4-FFF2-40B4-BE49-F238E27FC236}">
                <a16:creationId xmlns:a16="http://schemas.microsoft.com/office/drawing/2014/main" id="{D71167D8-DB7F-4C88-AD6A-EB83B2384967}"/>
              </a:ext>
            </a:extLst>
          </p:cNvPr>
          <p:cNvSpPr>
            <a:spLocks xmlns:a="http://schemas.openxmlformats.org/drawingml/2006/main" noGrp="1"/>
          </p:cNvSpPr>
          <p:nvPr/>
        </p:nvSpPr>
        <p:spPr>
          <a:xfrm xmlns:a="http://schemas.openxmlformats.org/drawingml/2006/main">
            <a:off x="6959600" y="3005237"/>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40" name="Shape 38">
            <a:extLst xmlns:a="http://schemas.openxmlformats.org/drawingml/2006/main">
              <a:ext uri="{FF2B5EF4-FFF2-40B4-BE49-F238E27FC236}">
                <a16:creationId xmlns:a16="http://schemas.microsoft.com/office/drawing/2014/main" id="{60EEF81B-B4A9-4470-9FFF-8260989075B1}"/>
              </a:ext>
            </a:extLst>
          </p:cNvPr>
          <p:cNvSpPr>
            <a:spLocks xmlns:a="http://schemas.openxmlformats.org/drawingml/2006/main" noGrp="1"/>
          </p:cNvSpPr>
          <p:nvPr/>
        </p:nvSpPr>
        <p:spPr>
          <a:xfrm xmlns:a="http://schemas.openxmlformats.org/drawingml/2006/main">
            <a:off x="7467600" y="3005237"/>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41" name="Shape 39">
            <a:extLst xmlns:a="http://schemas.openxmlformats.org/drawingml/2006/main">
              <a:ext uri="{FF2B5EF4-FFF2-40B4-BE49-F238E27FC236}">
                <a16:creationId xmlns:a16="http://schemas.microsoft.com/office/drawing/2014/main" id="{2B7072F8-8471-4CF3-9E58-2F9629AED27E}"/>
              </a:ext>
            </a:extLst>
          </p:cNvPr>
          <p:cNvSpPr>
            <a:spLocks xmlns:a="http://schemas.openxmlformats.org/drawingml/2006/main" noGrp="1"/>
          </p:cNvSpPr>
          <p:nvPr/>
        </p:nvSpPr>
        <p:spPr>
          <a:xfrm xmlns:a="http://schemas.openxmlformats.org/drawingml/2006/main">
            <a:off x="7985125" y="3014762"/>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42" name="Shape 40">
            <a:extLst xmlns:a="http://schemas.openxmlformats.org/drawingml/2006/main">
              <a:ext uri="{FF2B5EF4-FFF2-40B4-BE49-F238E27FC236}">
                <a16:creationId xmlns:a16="http://schemas.microsoft.com/office/drawing/2014/main" id="{C01C27E4-D446-43D6-ABD4-734331D93A65}"/>
              </a:ext>
            </a:extLst>
          </p:cNvPr>
          <p:cNvSpPr>
            <a:spLocks xmlns:a="http://schemas.openxmlformats.org/drawingml/2006/main" noGrp="1"/>
          </p:cNvSpPr>
          <p:nvPr/>
        </p:nvSpPr>
        <p:spPr>
          <a:xfrm xmlns:a="http://schemas.openxmlformats.org/drawingml/2006/main">
            <a:off x="8483600" y="3005237"/>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43" name="Shape 41">
            <a:extLst xmlns:a="http://schemas.openxmlformats.org/drawingml/2006/main">
              <a:ext uri="{FF2B5EF4-FFF2-40B4-BE49-F238E27FC236}">
                <a16:creationId xmlns:a16="http://schemas.microsoft.com/office/drawing/2014/main" id="{DCC8127A-C5D8-4DD8-8D23-CBCF45522276}"/>
              </a:ext>
            </a:extLst>
          </p:cNvPr>
          <p:cNvSpPr>
            <a:spLocks xmlns:a="http://schemas.openxmlformats.org/drawingml/2006/main" noGrp="1"/>
          </p:cNvSpPr>
          <p:nvPr/>
        </p:nvSpPr>
        <p:spPr>
          <a:xfrm xmlns:a="http://schemas.openxmlformats.org/drawingml/2006/main">
            <a:off x="9001125" y="3014762"/>
            <a:ext cx="336550" cy="336550"/>
          </a:xfrm>
          <a:prstGeom xmlns:a="http://schemas.openxmlformats.org/drawingml/2006/main" prst="roundRect">
            <a:avLst>
              <a:gd name="adj" fmla="val 19811"/>
            </a:avLst>
          </a:prstGeom>
          <a:solidFill xmlns:a="http://schemas.openxmlformats.org/drawingml/2006/main">
            <a:srgbClr val="DCEDE1"/>
          </a:solidFill>
          <a:ln xmlns:a="http://schemas.openxmlformats.org/drawingml/2006/main" w="19050">
            <a:solidFill>
              <a:srgbClr val="9CCBAE"/>
            </a:solidFill>
            <a:prstDash val="solid"/>
          </a:ln>
        </p:spPr>
      </p:sp>
      <p:sp>
        <p:nvSpPr>
          <p:cNvPr id="44" name="Shape 42">
            <a:extLst xmlns:a="http://schemas.openxmlformats.org/drawingml/2006/main">
              <a:ext uri="{FF2B5EF4-FFF2-40B4-BE49-F238E27FC236}">
                <a16:creationId xmlns:a16="http://schemas.microsoft.com/office/drawing/2014/main" id="{3398D141-2743-471A-AF16-B84B3C836094}"/>
              </a:ext>
            </a:extLst>
          </p:cNvPr>
          <p:cNvSpPr>
            <a:spLocks xmlns:a="http://schemas.openxmlformats.org/drawingml/2006/main" noGrp="1"/>
          </p:cNvSpPr>
          <p:nvPr/>
        </p:nvSpPr>
        <p:spPr>
          <a:xfrm xmlns:a="http://schemas.openxmlformats.org/drawingml/2006/main">
            <a:off x="9499600" y="3005237"/>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45" name="Text 43">
            <a:extLst xmlns:a="http://schemas.openxmlformats.org/drawingml/2006/main">
              <a:ext uri="{FF2B5EF4-FFF2-40B4-BE49-F238E27FC236}">
                <a16:creationId xmlns:a16="http://schemas.microsoft.com/office/drawing/2014/main" id="{08994760-EDD8-4AA2-86D9-5F43EBE119D6}"/>
              </a:ext>
            </a:extLst>
          </p:cNvPr>
          <p:cNvSpPr>
            <a:spLocks xmlns:a="http://schemas.openxmlformats.org/drawingml/2006/main" noGrp="1"/>
          </p:cNvSpPr>
          <p:nvPr/>
        </p:nvSpPr>
        <p:spPr>
          <a:xfrm xmlns:a="http://schemas.openxmlformats.org/drawingml/2006/main">
            <a:off x="9956800" y="3040757"/>
            <a:ext cx="14224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240"/>
              </a:lnSpc>
              <a:buNone/>
            </a:pPr>
            <a:r>
              <a:rPr sz="1600" b="1">
                <a:solidFill>
                  <a:srgbClr val="14281E"/>
                </a:solidFill>
                <a:latin typeface="IBM Plex Sans"/>
                <a:ea typeface="IBM Plex Sans"/>
                <a:cs typeface="IBM Plex Sans"/>
              </a:rPr>
              <a:t>5</a:t>
            </a:r>
            <a:endParaRPr sz="1600"/>
          </a:p>
        </p:txBody>
      </p:sp>
      <p:sp>
        <p:nvSpPr>
          <p:cNvPr id="46" name="Text 44">
            <a:extLst xmlns:a="http://schemas.openxmlformats.org/drawingml/2006/main">
              <a:ext uri="{FF2B5EF4-FFF2-40B4-BE49-F238E27FC236}">
                <a16:creationId xmlns:a16="http://schemas.microsoft.com/office/drawing/2014/main" id="{354FB75C-1495-4A14-94EB-A3AB311CA093}"/>
              </a:ext>
            </a:extLst>
          </p:cNvPr>
          <p:cNvSpPr>
            <a:spLocks xmlns:a="http://schemas.openxmlformats.org/drawingml/2006/main" noGrp="1"/>
          </p:cNvSpPr>
          <p:nvPr/>
        </p:nvSpPr>
        <p:spPr>
          <a:xfrm xmlns:a="http://schemas.openxmlformats.org/drawingml/2006/main">
            <a:off x="812800" y="3517801"/>
            <a:ext cx="5588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240"/>
              </a:lnSpc>
              <a:buNone/>
            </a:pPr>
            <a:r>
              <a:rPr sz="1600" b="1">
                <a:solidFill>
                  <a:srgbClr val="14281E"/>
                </a:solidFill>
                <a:latin typeface="IBM Plex Sans"/>
                <a:ea typeface="IBM Plex Sans"/>
                <a:cs typeface="IBM Plex Sans"/>
              </a:rPr>
              <a:t>V2</a:t>
            </a:r>
            <a:endParaRPr sz="1600"/>
          </a:p>
        </p:txBody>
      </p:sp>
      <p:sp>
        <p:nvSpPr>
          <p:cNvPr id="47" name="Shape 45">
            <a:extLst xmlns:a="http://schemas.openxmlformats.org/drawingml/2006/main">
              <a:ext uri="{FF2B5EF4-FFF2-40B4-BE49-F238E27FC236}">
                <a16:creationId xmlns:a16="http://schemas.microsoft.com/office/drawing/2014/main" id="{4ABD53D5-880B-4E3A-9B87-93987F14D7E6}"/>
              </a:ext>
            </a:extLst>
          </p:cNvPr>
          <p:cNvSpPr>
            <a:spLocks xmlns:a="http://schemas.openxmlformats.org/drawingml/2006/main" noGrp="1"/>
          </p:cNvSpPr>
          <p:nvPr/>
        </p:nvSpPr>
        <p:spPr>
          <a:xfrm xmlns:a="http://schemas.openxmlformats.org/drawingml/2006/main">
            <a:off x="1473200" y="3482280"/>
            <a:ext cx="330200" cy="355600"/>
          </a:xfrm>
          <a:custGeom xmlns:a="http://schemas.openxmlformats.org/drawingml/2006/main">
            <a:rect l="l" t="t" r="r" b="b"/>
            <a:pathLst>
              <a:path w="330200" h="355600">
                <a:moveTo>
                  <a:pt x="0" y="0"/>
                </a:moveTo>
                <a:lnTo>
                  <a:pt x="279400" y="0"/>
                </a:lnTo>
                <a:arcTo wR="50800" hR="50800" stAng="16200000" swAng="5400000"/>
                <a:lnTo>
                  <a:pt x="330200" y="304800"/>
                </a:lnTo>
                <a:arcTo wR="50800" hR="50800" stAng="0" swAng="5400000"/>
                <a:lnTo>
                  <a:pt x="0" y="355600"/>
                </a:lnTo>
                <a:lnTo>
                  <a:pt x="0" y="0"/>
                </a:lnTo>
                <a:close/>
              </a:path>
            </a:pathLst>
          </a:custGeom>
          <a:solidFill xmlns:a="http://schemas.openxmlformats.org/drawingml/2006/main">
            <a:srgbClr val="3A8F63"/>
          </a:solidFill>
        </p:spPr>
      </p:sp>
      <p:sp>
        <p:nvSpPr>
          <p:cNvPr id="48" name="Text 46">
            <a:extLst xmlns:a="http://schemas.openxmlformats.org/drawingml/2006/main">
              <a:ext uri="{FF2B5EF4-FFF2-40B4-BE49-F238E27FC236}">
                <a16:creationId xmlns:a16="http://schemas.microsoft.com/office/drawing/2014/main" id="{C14E5193-345D-4F34-B2C5-244CC65DE561}"/>
              </a:ext>
            </a:extLst>
          </p:cNvPr>
          <p:cNvSpPr>
            <a:spLocks xmlns:a="http://schemas.openxmlformats.org/drawingml/2006/main" noGrp="1"/>
          </p:cNvSpPr>
          <p:nvPr/>
        </p:nvSpPr>
        <p:spPr>
          <a:xfrm xmlns:a="http://schemas.openxmlformats.org/drawingml/2006/main">
            <a:off x="1905000" y="3526730"/>
            <a:ext cx="777974" cy="2921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14281E"/>
                </a:solidFill>
                <a:latin typeface="IBM Plex Sans"/>
                <a:ea typeface="IBM Plex Sans"/>
                <a:cs typeface="IBM Plex Sans"/>
              </a:rPr>
              <a:t>45 · 5 %</a:t>
            </a:r>
            <a:endParaRPr sz="1500"/>
          </a:p>
        </p:txBody>
      </p:sp>
      <p:sp>
        <p:nvSpPr>
          <p:cNvPr id="49" name="Shape 47">
            <a:extLst xmlns:a="http://schemas.openxmlformats.org/drawingml/2006/main">
              <a:ext uri="{FF2B5EF4-FFF2-40B4-BE49-F238E27FC236}">
                <a16:creationId xmlns:a16="http://schemas.microsoft.com/office/drawing/2014/main" id="{B75BE3CB-F204-4ACF-B8DC-635394B65567}"/>
              </a:ext>
            </a:extLst>
          </p:cNvPr>
          <p:cNvSpPr>
            <a:spLocks xmlns:a="http://schemas.openxmlformats.org/drawingml/2006/main" noGrp="1"/>
          </p:cNvSpPr>
          <p:nvPr/>
        </p:nvSpPr>
        <p:spPr>
          <a:xfrm xmlns:a="http://schemas.openxmlformats.org/drawingml/2006/main">
            <a:off x="6461125" y="3491805"/>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50" name="Shape 48">
            <a:extLst xmlns:a="http://schemas.openxmlformats.org/drawingml/2006/main">
              <a:ext uri="{FF2B5EF4-FFF2-40B4-BE49-F238E27FC236}">
                <a16:creationId xmlns:a16="http://schemas.microsoft.com/office/drawing/2014/main" id="{BFF583FC-76D6-43DE-96BB-74796FFB92C3}"/>
              </a:ext>
            </a:extLst>
          </p:cNvPr>
          <p:cNvSpPr>
            <a:spLocks xmlns:a="http://schemas.openxmlformats.org/drawingml/2006/main" noGrp="1"/>
          </p:cNvSpPr>
          <p:nvPr/>
        </p:nvSpPr>
        <p:spPr>
          <a:xfrm xmlns:a="http://schemas.openxmlformats.org/drawingml/2006/main">
            <a:off x="6969125" y="3491805"/>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51" name="Shape 49">
            <a:extLst xmlns:a="http://schemas.openxmlformats.org/drawingml/2006/main">
              <a:ext uri="{FF2B5EF4-FFF2-40B4-BE49-F238E27FC236}">
                <a16:creationId xmlns:a16="http://schemas.microsoft.com/office/drawing/2014/main" id="{411B0971-C7C1-4D65-9613-1349C58C95FB}"/>
              </a:ext>
            </a:extLst>
          </p:cNvPr>
          <p:cNvSpPr>
            <a:spLocks xmlns:a="http://schemas.openxmlformats.org/drawingml/2006/main" noGrp="1"/>
          </p:cNvSpPr>
          <p:nvPr/>
        </p:nvSpPr>
        <p:spPr>
          <a:xfrm xmlns:a="http://schemas.openxmlformats.org/drawingml/2006/main">
            <a:off x="7477125" y="3491805"/>
            <a:ext cx="336550" cy="336550"/>
          </a:xfrm>
          <a:prstGeom xmlns:a="http://schemas.openxmlformats.org/drawingml/2006/main" prst="roundRect">
            <a:avLst>
              <a:gd name="adj" fmla="val 19811"/>
            </a:avLst>
          </a:prstGeom>
          <a:solidFill xmlns:a="http://schemas.openxmlformats.org/drawingml/2006/main">
            <a:srgbClr val="DCEDE1"/>
          </a:solidFill>
          <a:ln xmlns:a="http://schemas.openxmlformats.org/drawingml/2006/main" w="19050">
            <a:solidFill>
              <a:srgbClr val="9CCBAE"/>
            </a:solidFill>
            <a:prstDash val="solid"/>
          </a:ln>
        </p:spPr>
      </p:sp>
      <p:sp>
        <p:nvSpPr>
          <p:cNvPr id="52" name="Shape 50">
            <a:extLst xmlns:a="http://schemas.openxmlformats.org/drawingml/2006/main">
              <a:ext uri="{FF2B5EF4-FFF2-40B4-BE49-F238E27FC236}">
                <a16:creationId xmlns:a16="http://schemas.microsoft.com/office/drawing/2014/main" id="{8E43E313-4C59-4BAE-A620-57A347865530}"/>
              </a:ext>
            </a:extLst>
          </p:cNvPr>
          <p:cNvSpPr>
            <a:spLocks xmlns:a="http://schemas.openxmlformats.org/drawingml/2006/main" noGrp="1"/>
          </p:cNvSpPr>
          <p:nvPr/>
        </p:nvSpPr>
        <p:spPr>
          <a:xfrm xmlns:a="http://schemas.openxmlformats.org/drawingml/2006/main">
            <a:off x="7975600" y="3482280"/>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53" name="Shape 51">
            <a:extLst xmlns:a="http://schemas.openxmlformats.org/drawingml/2006/main">
              <a:ext uri="{FF2B5EF4-FFF2-40B4-BE49-F238E27FC236}">
                <a16:creationId xmlns:a16="http://schemas.microsoft.com/office/drawing/2014/main" id="{C674D584-1F69-4FE3-B9F8-B2DCCD732468}"/>
              </a:ext>
            </a:extLst>
          </p:cNvPr>
          <p:cNvSpPr>
            <a:spLocks xmlns:a="http://schemas.openxmlformats.org/drawingml/2006/main" noGrp="1"/>
          </p:cNvSpPr>
          <p:nvPr/>
        </p:nvSpPr>
        <p:spPr>
          <a:xfrm xmlns:a="http://schemas.openxmlformats.org/drawingml/2006/main">
            <a:off x="8493125" y="3491805"/>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54" name="Shape 52">
            <a:extLst xmlns:a="http://schemas.openxmlformats.org/drawingml/2006/main">
              <a:ext uri="{FF2B5EF4-FFF2-40B4-BE49-F238E27FC236}">
                <a16:creationId xmlns:a16="http://schemas.microsoft.com/office/drawing/2014/main" id="{38C654A8-9269-4EDF-A927-66BB3978DDD9}"/>
              </a:ext>
            </a:extLst>
          </p:cNvPr>
          <p:cNvSpPr>
            <a:spLocks xmlns:a="http://schemas.openxmlformats.org/drawingml/2006/main" noGrp="1"/>
          </p:cNvSpPr>
          <p:nvPr/>
        </p:nvSpPr>
        <p:spPr>
          <a:xfrm xmlns:a="http://schemas.openxmlformats.org/drawingml/2006/main">
            <a:off x="9001125" y="3491805"/>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55" name="Shape 53">
            <a:extLst xmlns:a="http://schemas.openxmlformats.org/drawingml/2006/main">
              <a:ext uri="{FF2B5EF4-FFF2-40B4-BE49-F238E27FC236}">
                <a16:creationId xmlns:a16="http://schemas.microsoft.com/office/drawing/2014/main" id="{D04FE827-8534-42CA-AAA7-E5773A6723F1}"/>
              </a:ext>
            </a:extLst>
          </p:cNvPr>
          <p:cNvSpPr>
            <a:spLocks xmlns:a="http://schemas.openxmlformats.org/drawingml/2006/main" noGrp="1"/>
          </p:cNvSpPr>
          <p:nvPr/>
        </p:nvSpPr>
        <p:spPr>
          <a:xfrm xmlns:a="http://schemas.openxmlformats.org/drawingml/2006/main">
            <a:off x="9509125" y="3491805"/>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56" name="Text 54">
            <a:extLst xmlns:a="http://schemas.openxmlformats.org/drawingml/2006/main">
              <a:ext uri="{FF2B5EF4-FFF2-40B4-BE49-F238E27FC236}">
                <a16:creationId xmlns:a16="http://schemas.microsoft.com/office/drawing/2014/main" id="{C8398E59-E2C4-4FFF-AE20-E8E5D2EE2465}"/>
              </a:ext>
            </a:extLst>
          </p:cNvPr>
          <p:cNvSpPr>
            <a:spLocks xmlns:a="http://schemas.openxmlformats.org/drawingml/2006/main" noGrp="1"/>
          </p:cNvSpPr>
          <p:nvPr/>
        </p:nvSpPr>
        <p:spPr>
          <a:xfrm xmlns:a="http://schemas.openxmlformats.org/drawingml/2006/main">
            <a:off x="9956800" y="3517801"/>
            <a:ext cx="14224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240"/>
              </a:lnSpc>
              <a:buNone/>
            </a:pPr>
            <a:r>
              <a:rPr sz="1600" b="1">
                <a:solidFill>
                  <a:srgbClr val="14281E"/>
                </a:solidFill>
                <a:latin typeface="IBM Plex Sans"/>
                <a:ea typeface="IBM Plex Sans"/>
                <a:cs typeface="IBM Plex Sans"/>
              </a:rPr>
              <a:t>1</a:t>
            </a:r>
            <a:endParaRPr sz="1600"/>
          </a:p>
        </p:txBody>
      </p:sp>
      <p:sp>
        <p:nvSpPr>
          <p:cNvPr id="57" name="Text 55">
            <a:extLst xmlns:a="http://schemas.openxmlformats.org/drawingml/2006/main">
              <a:ext uri="{FF2B5EF4-FFF2-40B4-BE49-F238E27FC236}">
                <a16:creationId xmlns:a16="http://schemas.microsoft.com/office/drawing/2014/main" id="{DB2D1B64-D4CF-4C48-A951-49EEA49F53DF}"/>
              </a:ext>
            </a:extLst>
          </p:cNvPr>
          <p:cNvSpPr>
            <a:spLocks xmlns:a="http://schemas.openxmlformats.org/drawingml/2006/main" noGrp="1"/>
          </p:cNvSpPr>
          <p:nvPr/>
        </p:nvSpPr>
        <p:spPr>
          <a:xfrm xmlns:a="http://schemas.openxmlformats.org/drawingml/2006/main">
            <a:off x="812800" y="3994845"/>
            <a:ext cx="5588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240"/>
              </a:lnSpc>
              <a:buNone/>
            </a:pPr>
            <a:r>
              <a:rPr sz="1600" b="1">
                <a:solidFill>
                  <a:srgbClr val="14281E"/>
                </a:solidFill>
                <a:latin typeface="IBM Plex Sans"/>
                <a:ea typeface="IBM Plex Sans"/>
                <a:cs typeface="IBM Plex Sans"/>
              </a:rPr>
              <a:t>V1</a:t>
            </a:r>
            <a:endParaRPr sz="1600"/>
          </a:p>
        </p:txBody>
      </p:sp>
      <p:sp>
        <p:nvSpPr>
          <p:cNvPr id="58" name="Shape 56">
            <a:extLst xmlns:a="http://schemas.openxmlformats.org/drawingml/2006/main">
              <a:ext uri="{FF2B5EF4-FFF2-40B4-BE49-F238E27FC236}">
                <a16:creationId xmlns:a16="http://schemas.microsoft.com/office/drawing/2014/main" id="{9A4B1ED6-FF90-42A3-8812-8A274515C941}"/>
              </a:ext>
            </a:extLst>
          </p:cNvPr>
          <p:cNvSpPr>
            <a:spLocks xmlns:a="http://schemas.openxmlformats.org/drawingml/2006/main" noGrp="1"/>
          </p:cNvSpPr>
          <p:nvPr/>
        </p:nvSpPr>
        <p:spPr>
          <a:xfrm xmlns:a="http://schemas.openxmlformats.org/drawingml/2006/main">
            <a:off x="1473200" y="3959324"/>
            <a:ext cx="63500" cy="355600"/>
          </a:xfrm>
          <a:custGeom xmlns:a="http://schemas.openxmlformats.org/drawingml/2006/main">
            <a:rect l="l" t="t" r="r" b="b"/>
            <a:pathLst>
              <a:path w="63500" h="355600">
                <a:moveTo>
                  <a:pt x="0" y="0"/>
                </a:moveTo>
                <a:lnTo>
                  <a:pt x="12700" y="0"/>
                </a:lnTo>
                <a:arcTo wR="50800" hR="50800" stAng="16200000" swAng="5400000"/>
                <a:lnTo>
                  <a:pt x="63500" y="304800"/>
                </a:lnTo>
                <a:arcTo wR="50800" hR="50800" stAng="0" swAng="5400000"/>
                <a:lnTo>
                  <a:pt x="0" y="355600"/>
                </a:lnTo>
                <a:lnTo>
                  <a:pt x="0" y="0"/>
                </a:lnTo>
                <a:close/>
              </a:path>
            </a:pathLst>
          </a:custGeom>
          <a:solidFill xmlns:a="http://schemas.openxmlformats.org/drawingml/2006/main">
            <a:srgbClr val="3A8F63"/>
          </a:solidFill>
        </p:spPr>
      </p:sp>
      <p:sp>
        <p:nvSpPr>
          <p:cNvPr id="59" name="Text 57">
            <a:extLst xmlns:a="http://schemas.openxmlformats.org/drawingml/2006/main">
              <a:ext uri="{FF2B5EF4-FFF2-40B4-BE49-F238E27FC236}">
                <a16:creationId xmlns:a16="http://schemas.microsoft.com/office/drawing/2014/main" id="{D036C081-1615-47F5-83D7-9E0B69B4CB15}"/>
              </a:ext>
            </a:extLst>
          </p:cNvPr>
          <p:cNvSpPr>
            <a:spLocks xmlns:a="http://schemas.openxmlformats.org/drawingml/2006/main" noGrp="1"/>
          </p:cNvSpPr>
          <p:nvPr/>
        </p:nvSpPr>
        <p:spPr>
          <a:xfrm xmlns:a="http://schemas.openxmlformats.org/drawingml/2006/main">
            <a:off x="1638300" y="4003774"/>
            <a:ext cx="663674" cy="2921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14281E"/>
                </a:solidFill>
                <a:latin typeface="IBM Plex Sans"/>
                <a:ea typeface="IBM Plex Sans"/>
                <a:cs typeface="IBM Plex Sans"/>
              </a:rPr>
              <a:t>1 · 0 %</a:t>
            </a:r>
            <a:endParaRPr sz="1500"/>
          </a:p>
        </p:txBody>
      </p:sp>
      <p:sp>
        <p:nvSpPr>
          <p:cNvPr id="60" name="Shape 58">
            <a:extLst xmlns:a="http://schemas.openxmlformats.org/drawingml/2006/main">
              <a:ext uri="{FF2B5EF4-FFF2-40B4-BE49-F238E27FC236}">
                <a16:creationId xmlns:a16="http://schemas.microsoft.com/office/drawing/2014/main" id="{F22D6724-7303-4C86-9708-D9D6A299BA24}"/>
              </a:ext>
            </a:extLst>
          </p:cNvPr>
          <p:cNvSpPr>
            <a:spLocks xmlns:a="http://schemas.openxmlformats.org/drawingml/2006/main" noGrp="1"/>
          </p:cNvSpPr>
          <p:nvPr/>
        </p:nvSpPr>
        <p:spPr>
          <a:xfrm xmlns:a="http://schemas.openxmlformats.org/drawingml/2006/main">
            <a:off x="6461125" y="3968849"/>
            <a:ext cx="336550" cy="336550"/>
          </a:xfrm>
          <a:prstGeom xmlns:a="http://schemas.openxmlformats.org/drawingml/2006/main" prst="roundRect">
            <a:avLst>
              <a:gd name="adj" fmla="val 19811"/>
            </a:avLst>
          </a:prstGeom>
          <a:solidFill xmlns:a="http://schemas.openxmlformats.org/drawingml/2006/main">
            <a:srgbClr val="DCEDE1"/>
          </a:solidFill>
          <a:ln xmlns:a="http://schemas.openxmlformats.org/drawingml/2006/main" w="19050">
            <a:solidFill>
              <a:srgbClr val="9CCBAE"/>
            </a:solidFill>
            <a:prstDash val="solid"/>
          </a:ln>
        </p:spPr>
      </p:sp>
      <p:sp>
        <p:nvSpPr>
          <p:cNvPr id="61" name="Shape 59">
            <a:extLst xmlns:a="http://schemas.openxmlformats.org/drawingml/2006/main">
              <a:ext uri="{FF2B5EF4-FFF2-40B4-BE49-F238E27FC236}">
                <a16:creationId xmlns:a16="http://schemas.microsoft.com/office/drawing/2014/main" id="{5632A72E-37C2-4B80-A319-8B67D462A81B}"/>
              </a:ext>
            </a:extLst>
          </p:cNvPr>
          <p:cNvSpPr>
            <a:spLocks xmlns:a="http://schemas.openxmlformats.org/drawingml/2006/main" noGrp="1"/>
          </p:cNvSpPr>
          <p:nvPr/>
        </p:nvSpPr>
        <p:spPr>
          <a:xfrm xmlns:a="http://schemas.openxmlformats.org/drawingml/2006/main">
            <a:off x="6969125" y="3968849"/>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62" name="Shape 60">
            <a:extLst xmlns:a="http://schemas.openxmlformats.org/drawingml/2006/main">
              <a:ext uri="{FF2B5EF4-FFF2-40B4-BE49-F238E27FC236}">
                <a16:creationId xmlns:a16="http://schemas.microsoft.com/office/drawing/2014/main" id="{6B4CD7A8-99AE-4200-B75E-884A70811E44}"/>
              </a:ext>
            </a:extLst>
          </p:cNvPr>
          <p:cNvSpPr>
            <a:spLocks xmlns:a="http://schemas.openxmlformats.org/drawingml/2006/main" noGrp="1"/>
          </p:cNvSpPr>
          <p:nvPr/>
        </p:nvSpPr>
        <p:spPr>
          <a:xfrm xmlns:a="http://schemas.openxmlformats.org/drawingml/2006/main">
            <a:off x="7477125" y="3968849"/>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63" name="Shape 61">
            <a:extLst xmlns:a="http://schemas.openxmlformats.org/drawingml/2006/main">
              <a:ext uri="{FF2B5EF4-FFF2-40B4-BE49-F238E27FC236}">
                <a16:creationId xmlns:a16="http://schemas.microsoft.com/office/drawing/2014/main" id="{A77A72FC-AD4D-4C53-91FB-D44F3BA0D44E}"/>
              </a:ext>
            </a:extLst>
          </p:cNvPr>
          <p:cNvSpPr>
            <a:spLocks xmlns:a="http://schemas.openxmlformats.org/drawingml/2006/main" noGrp="1"/>
          </p:cNvSpPr>
          <p:nvPr/>
        </p:nvSpPr>
        <p:spPr>
          <a:xfrm xmlns:a="http://schemas.openxmlformats.org/drawingml/2006/main">
            <a:off x="7985125" y="3968849"/>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64" name="Shape 62">
            <a:extLst xmlns:a="http://schemas.openxmlformats.org/drawingml/2006/main">
              <a:ext uri="{FF2B5EF4-FFF2-40B4-BE49-F238E27FC236}">
                <a16:creationId xmlns:a16="http://schemas.microsoft.com/office/drawing/2014/main" id="{73BCD4B1-9DEA-4D87-A98F-32C3F56892C2}"/>
              </a:ext>
            </a:extLst>
          </p:cNvPr>
          <p:cNvSpPr>
            <a:spLocks xmlns:a="http://schemas.openxmlformats.org/drawingml/2006/main" noGrp="1"/>
          </p:cNvSpPr>
          <p:nvPr/>
        </p:nvSpPr>
        <p:spPr>
          <a:xfrm xmlns:a="http://schemas.openxmlformats.org/drawingml/2006/main">
            <a:off x="8493125" y="3968849"/>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65" name="Shape 63">
            <a:extLst xmlns:a="http://schemas.openxmlformats.org/drawingml/2006/main">
              <a:ext uri="{FF2B5EF4-FFF2-40B4-BE49-F238E27FC236}">
                <a16:creationId xmlns:a16="http://schemas.microsoft.com/office/drawing/2014/main" id="{72ECF3CD-9EF5-4E16-B29F-AF26B58468EB}"/>
              </a:ext>
            </a:extLst>
          </p:cNvPr>
          <p:cNvSpPr>
            <a:spLocks xmlns:a="http://schemas.openxmlformats.org/drawingml/2006/main" noGrp="1"/>
          </p:cNvSpPr>
          <p:nvPr/>
        </p:nvSpPr>
        <p:spPr>
          <a:xfrm xmlns:a="http://schemas.openxmlformats.org/drawingml/2006/main">
            <a:off x="9001125" y="3968849"/>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66" name="Shape 64">
            <a:extLst xmlns:a="http://schemas.openxmlformats.org/drawingml/2006/main">
              <a:ext uri="{FF2B5EF4-FFF2-40B4-BE49-F238E27FC236}">
                <a16:creationId xmlns:a16="http://schemas.microsoft.com/office/drawing/2014/main" id="{43D03EC7-CFD6-4412-ADD6-D6E9A9D059A6}"/>
              </a:ext>
            </a:extLst>
          </p:cNvPr>
          <p:cNvSpPr>
            <a:spLocks xmlns:a="http://schemas.openxmlformats.org/drawingml/2006/main" noGrp="1"/>
          </p:cNvSpPr>
          <p:nvPr/>
        </p:nvSpPr>
        <p:spPr>
          <a:xfrm xmlns:a="http://schemas.openxmlformats.org/drawingml/2006/main">
            <a:off x="9509125" y="3968849"/>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67" name="Text 65">
            <a:extLst xmlns:a="http://schemas.openxmlformats.org/drawingml/2006/main">
              <a:ext uri="{FF2B5EF4-FFF2-40B4-BE49-F238E27FC236}">
                <a16:creationId xmlns:a16="http://schemas.microsoft.com/office/drawing/2014/main" id="{911152D2-2F6F-48E4-86B7-AA809325359D}"/>
              </a:ext>
            </a:extLst>
          </p:cNvPr>
          <p:cNvSpPr>
            <a:spLocks xmlns:a="http://schemas.openxmlformats.org/drawingml/2006/main" noGrp="1"/>
          </p:cNvSpPr>
          <p:nvPr/>
        </p:nvSpPr>
        <p:spPr>
          <a:xfrm xmlns:a="http://schemas.openxmlformats.org/drawingml/2006/main">
            <a:off x="9956800" y="3994845"/>
            <a:ext cx="14224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240"/>
              </a:lnSpc>
              <a:buNone/>
            </a:pPr>
            <a:r>
              <a:rPr sz="1600" b="1">
                <a:solidFill>
                  <a:srgbClr val="14281E"/>
                </a:solidFill>
                <a:latin typeface="IBM Plex Sans"/>
                <a:ea typeface="IBM Plex Sans"/>
                <a:cs typeface="IBM Plex Sans"/>
              </a:rPr>
              <a:t>0</a:t>
            </a:r>
            <a:endParaRPr sz="1600"/>
          </a:p>
        </p:txBody>
      </p:sp>
      <p:sp>
        <p:nvSpPr>
          <p:cNvPr id="68" name="Shape 66">
            <a:extLst xmlns:a="http://schemas.openxmlformats.org/drawingml/2006/main">
              <a:ext uri="{FF2B5EF4-FFF2-40B4-BE49-F238E27FC236}">
                <a16:creationId xmlns:a16="http://schemas.microsoft.com/office/drawing/2014/main" id="{09DECC99-C76F-467C-AD92-CC5A14E47958}"/>
              </a:ext>
            </a:extLst>
          </p:cNvPr>
          <p:cNvSpPr>
            <a:spLocks xmlns:a="http://schemas.openxmlformats.org/drawingml/2006/main" noGrp="1"/>
          </p:cNvSpPr>
          <p:nvPr/>
        </p:nvSpPr>
        <p:spPr>
          <a:xfrm xmlns:a="http://schemas.openxmlformats.org/drawingml/2006/main">
            <a:off x="812800" y="4506416"/>
            <a:ext cx="177800" cy="177800"/>
          </a:xfrm>
          <a:prstGeom xmlns:a="http://schemas.openxmlformats.org/drawingml/2006/main" prst="roundRect">
            <a:avLst>
              <a:gd name="adj" fmla="val 21429"/>
            </a:avLst>
          </a:prstGeom>
          <a:solidFill xmlns:a="http://schemas.openxmlformats.org/drawingml/2006/main">
            <a:srgbClr val="3A8F63"/>
          </a:solidFill>
        </p:spPr>
      </p:sp>
      <p:sp>
        <p:nvSpPr>
          <p:cNvPr id="69" name="Text 67">
            <a:extLst xmlns:a="http://schemas.openxmlformats.org/drawingml/2006/main">
              <a:ext uri="{FF2B5EF4-FFF2-40B4-BE49-F238E27FC236}">
                <a16:creationId xmlns:a16="http://schemas.microsoft.com/office/drawing/2014/main" id="{35EAB49A-342E-43BA-95EA-30C7F07E464F}"/>
              </a:ext>
            </a:extLst>
          </p:cNvPr>
          <p:cNvSpPr>
            <a:spLocks xmlns:a="http://schemas.openxmlformats.org/drawingml/2006/main" noGrp="1"/>
          </p:cNvSpPr>
          <p:nvPr/>
        </p:nvSpPr>
        <p:spPr>
          <a:xfrm xmlns:a="http://schemas.openxmlformats.org/drawingml/2006/main">
            <a:off x="1066800" y="4488656"/>
            <a:ext cx="1938849"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Operó (20 camiones o más)</a:t>
            </a:r>
            <a:endParaRPr sz="1200"/>
          </a:p>
        </p:txBody>
      </p:sp>
      <p:sp>
        <p:nvSpPr>
          <p:cNvPr id="70" name="Shape 68">
            <a:extLst xmlns:a="http://schemas.openxmlformats.org/drawingml/2006/main">
              <a:ext uri="{FF2B5EF4-FFF2-40B4-BE49-F238E27FC236}">
                <a16:creationId xmlns:a16="http://schemas.microsoft.com/office/drawing/2014/main" id="{4D04CC3F-C17D-4957-9167-3127254681FE}"/>
              </a:ext>
            </a:extLst>
          </p:cNvPr>
          <p:cNvSpPr>
            <a:spLocks xmlns:a="http://schemas.openxmlformats.org/drawingml/2006/main" noGrp="1"/>
          </p:cNvSpPr>
          <p:nvPr/>
        </p:nvSpPr>
        <p:spPr>
          <a:xfrm xmlns:a="http://schemas.openxmlformats.org/drawingml/2006/main">
            <a:off x="3025378" y="4506416"/>
            <a:ext cx="177800" cy="177800"/>
          </a:xfrm>
          <a:prstGeom xmlns:a="http://schemas.openxmlformats.org/drawingml/2006/main" prst="roundRect">
            <a:avLst>
              <a:gd name="adj" fmla="val 21429"/>
            </a:avLst>
          </a:prstGeom>
          <a:solidFill xmlns:a="http://schemas.openxmlformats.org/drawingml/2006/main">
            <a:srgbClr val="DCEDE1"/>
          </a:solidFill>
        </p:spPr>
      </p:sp>
      <p:sp>
        <p:nvSpPr>
          <p:cNvPr id="71" name="Text 69">
            <a:extLst xmlns:a="http://schemas.openxmlformats.org/drawingml/2006/main">
              <a:ext uri="{FF2B5EF4-FFF2-40B4-BE49-F238E27FC236}">
                <a16:creationId xmlns:a16="http://schemas.microsoft.com/office/drawing/2014/main" id="{6879E36B-5320-4F56-A890-0A3F663665F5}"/>
              </a:ext>
            </a:extLst>
          </p:cNvPr>
          <p:cNvSpPr>
            <a:spLocks xmlns:a="http://schemas.openxmlformats.org/drawingml/2006/main" noGrp="1"/>
          </p:cNvSpPr>
          <p:nvPr/>
        </p:nvSpPr>
        <p:spPr>
          <a:xfrm xmlns:a="http://schemas.openxmlformats.org/drawingml/2006/main">
            <a:off x="3279378" y="4488656"/>
            <a:ext cx="1234281"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Actividad mínima</a:t>
            </a:r>
            <a:endParaRPr sz="1200"/>
          </a:p>
        </p:txBody>
      </p:sp>
      <p:sp>
        <p:nvSpPr>
          <p:cNvPr id="72" name="Text 70">
            <a:extLst xmlns:a="http://schemas.openxmlformats.org/drawingml/2006/main">
              <a:ext uri="{FF2B5EF4-FFF2-40B4-BE49-F238E27FC236}">
                <a16:creationId xmlns:a16="http://schemas.microsoft.com/office/drawing/2014/main" id="{7FD4AFE0-649C-4C42-B9AA-EBD67932F1A6}"/>
              </a:ext>
            </a:extLst>
          </p:cNvPr>
          <p:cNvSpPr>
            <a:spLocks xmlns:a="http://schemas.openxmlformats.org/drawingml/2006/main" noGrp="1"/>
          </p:cNvSpPr>
          <p:nvPr/>
        </p:nvSpPr>
        <p:spPr>
          <a:xfrm xmlns:a="http://schemas.openxmlformats.org/drawingml/2006/main">
            <a:off x="812800" y="4878487"/>
            <a:ext cx="5284724" cy="7719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4A5D52"/>
                </a:solidFill>
                <a:latin typeface="IBM Plex Sans"/>
                <a:ea typeface="IBM Plex Sans"/>
                <a:cs typeface="IBM Plex Sans"/>
              </a:rPr>
              <a:t>V5 trabajó todos los días y tomó el </a:t>
            </a:r>
            <a:r>
              <a:rPr sz="1400" b="1">
                <a:solidFill>
                  <a:srgbClr val="4A5D52"/>
                </a:solidFill>
                <a:latin typeface="IBM Plex Sans"/>
                <a:ea typeface="IBM Plex Sans"/>
                <a:cs typeface="IBM Plex Sans"/>
              </a:rPr>
              <a:t>53 %</a:t>
            </a:r>
            <a:r>
              <a:rPr sz="1400">
                <a:solidFill>
                  <a:srgbClr val="4A5D52"/>
                </a:solidFill>
                <a:latin typeface="IBM Plex Sans"/>
                <a:ea typeface="IBM Plex Sans"/>
                <a:cs typeface="IBM Plex Sans"/>
              </a:rPr>
              <a:t> (481 de 911). V3 y V4 se repartieron casi todo el resto; el domingo descargaron solo V2 y V5.</a:t>
            </a:r>
            <a:endParaRPr sz="1400"/>
          </a:p>
        </p:txBody>
      </p:sp>
      <p:sp>
        <p:nvSpPr>
          <p:cNvPr id="73" name="Shape 71">
            <a:extLst xmlns:a="http://schemas.openxmlformats.org/drawingml/2006/main">
              <a:ext uri="{FF2B5EF4-FFF2-40B4-BE49-F238E27FC236}">
                <a16:creationId xmlns:a16="http://schemas.microsoft.com/office/drawing/2014/main" id="{5B9DF912-3AA2-4739-A6E8-FCE94CAD6F4A}"/>
              </a:ext>
            </a:extLst>
          </p:cNvPr>
          <p:cNvSpPr>
            <a:spLocks xmlns:a="http://schemas.openxmlformats.org/drawingml/2006/main" noGrp="1"/>
          </p:cNvSpPr>
          <p:nvPr/>
        </p:nvSpPr>
        <p:spPr>
          <a:xfrm xmlns:a="http://schemas.openxmlformats.org/drawingml/2006/main">
            <a:off x="6267450" y="4878487"/>
            <a:ext cx="0" cy="975122"/>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74" name="Text 72">
            <a:extLst xmlns:a="http://schemas.openxmlformats.org/drawingml/2006/main">
              <a:ext uri="{FF2B5EF4-FFF2-40B4-BE49-F238E27FC236}">
                <a16:creationId xmlns:a16="http://schemas.microsoft.com/office/drawing/2014/main" id="{3B8DD6BE-C534-452F-8775-8A9AA210A325}"/>
              </a:ext>
            </a:extLst>
          </p:cNvPr>
          <p:cNvSpPr>
            <a:spLocks xmlns:a="http://schemas.openxmlformats.org/drawingml/2006/main" noGrp="1"/>
          </p:cNvSpPr>
          <p:nvPr/>
        </p:nvSpPr>
        <p:spPr>
          <a:xfrm xmlns:a="http://schemas.openxmlformats.org/drawingml/2006/main">
            <a:off x="6413500" y="4903887"/>
            <a:ext cx="5114671" cy="949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El lunes la PV2 no descargó (preventivo en su compresor) y la PV4 la cubrió; el miércoles quedó sin descargar la PV3, en la parada anual de la cinta C01 de la Terminal. V5 sostuvo los dos días.</a:t>
            </a:r>
            <a:endParaRPr sz="1300"/>
          </a:p>
        </p:txBody>
      </p:sp>
      <p:pic>
        <p:nvPicPr>
          <p:cNvPr id="152" name="Image 0"/>
          <p:cNvPicPr>
            <a:picLocks xmlns:a="http://schemas.openxmlformats.org/drawingml/2006/main" noChangeAspect="1"/>
          </p:cNvPicPr>
          <p:nvPr/>
        </p:nvPicPr>
        <p:blipFill>
          <a:blip xmlns:r="http://schemas.openxmlformats.org/officeDocument/2006/relationships" xmlns:a="http://schemas.openxmlformats.org/drawingml/2006/main" r:embed="R3381baec3604458a"/>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76" name="Text 73">
            <a:extLst xmlns:a="http://schemas.openxmlformats.org/drawingml/2006/main">
              <a:ext uri="{FF2B5EF4-FFF2-40B4-BE49-F238E27FC236}">
                <a16:creationId xmlns:a16="http://schemas.microsoft.com/office/drawing/2014/main" id="{9547AB84-9A9B-4A03-849F-8C557AD266F0}"/>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30</a:t>
            </a:r>
            <a:endParaRPr sz="1200"/>
          </a:p>
        </p:txBody>
      </p:sp>
      <p:pic>
        <p:nvPicPr>
          <p:cNvPr id="154" name="Image 1"/>
          <p:cNvPicPr>
            <a:picLocks xmlns:a="http://schemas.openxmlformats.org/drawingml/2006/main" noChangeAspect="1"/>
          </p:cNvPicPr>
          <p:nvPr/>
        </p:nvPicPr>
        <p:blipFill>
          <a:blip xmlns:r="http://schemas.openxmlformats.org/officeDocument/2006/relationships" xmlns:a="http://schemas.openxmlformats.org/drawingml/2006/main" r:embed="R734e04dde36142fd"/>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010567928"/>
      </p:ext>
    </p:extLst>
  </p:cSld>
</p:sld>
</file>

<file path=ppt/slides/slide31.xml><?xml version="1.0" encoding="utf-8"?>
<p:sld xmlns:p="http://schemas.openxmlformats.org/presentationml/2006/main">
  <p:cSld>
    <p:bg>
      <p:bgPr>
        <a:solidFill xmlns:a="http://schemas.openxmlformats.org/drawingml/2006/main">
          <a:srgbClr val="EAF2E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203737C-1F8F-4FCB-A499-88E925FABB73}"/>
              </a:ext>
            </a:extLst>
          </p:cNvPr>
          <p:cNvSpPr>
            <a:spLocks xmlns:a="http://schemas.openxmlformats.org/drawingml/2006/main" noGrp="1"/>
          </p:cNvSpPr>
          <p:nvPr/>
        </p:nvSpPr>
        <p:spPr>
          <a:xfrm xmlns:a="http://schemas.openxmlformats.org/drawingml/2006/main">
            <a:off x="812800" y="711200"/>
            <a:ext cx="2794695" cy="289520"/>
          </a:xfrm>
          <a:custGeom xmlns:a="http://schemas.openxmlformats.org/drawingml/2006/main">
            <a:rect l="l" t="t" r="r" b="b"/>
            <a:pathLst>
              <a:path w="2794695" h="289520">
                <a:moveTo>
                  <a:pt x="144760" y="0"/>
                </a:moveTo>
                <a:lnTo>
                  <a:pt x="2649934" y="0"/>
                </a:lnTo>
                <a:arcTo wR="144760" hR="144760" stAng="16200000" swAng="5400000"/>
                <a:lnTo>
                  <a:pt x="2794695"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0B563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SECTORES · SILOS RICARDONE</a:t>
            </a:r>
            <a:endParaRPr sz="1200"/>
          </a:p>
        </p:txBody>
      </p:sp>
      <p:sp>
        <p:nvSpPr>
          <p:cNvPr id="3" name="Text 1">
            <a:extLst xmlns:a="http://schemas.openxmlformats.org/drawingml/2006/main">
              <a:ext uri="{FF2B5EF4-FFF2-40B4-BE49-F238E27FC236}">
                <a16:creationId xmlns:a16="http://schemas.microsoft.com/office/drawing/2014/main" id="{E7D13FBF-46AE-4798-ADF3-120A5893921E}"/>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Silos: el transile corrió casi toda la semana</a:t>
            </a:r>
            <a:endParaRPr sz="3200"/>
          </a:p>
        </p:txBody>
      </p:sp>
      <p:sp>
        <p:nvSpPr>
          <p:cNvPr id="4" name="Text 2">
            <a:extLst xmlns:a="http://schemas.openxmlformats.org/drawingml/2006/main">
              <a:ext uri="{FF2B5EF4-FFF2-40B4-BE49-F238E27FC236}">
                <a16:creationId xmlns:a16="http://schemas.microsoft.com/office/drawing/2014/main" id="{0BF151FB-555C-43BA-B440-D510A1F79CCE}"/>
              </a:ext>
            </a:extLst>
          </p:cNvPr>
          <p:cNvSpPr>
            <a:spLocks xmlns:a="http://schemas.openxmlformats.org/drawingml/2006/main" noGrp="1"/>
          </p:cNvSpPr>
          <p:nvPr/>
        </p:nvSpPr>
        <p:spPr>
          <a:xfrm xmlns:a="http://schemas.openxmlformats.org/drawingml/2006/main">
            <a:off x="812800" y="1803301"/>
            <a:ext cx="680212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Camiones en silos por día (recorridos de cámara)</a:t>
            </a:r>
            <a:endParaRPr sz="1200"/>
          </a:p>
        </p:txBody>
      </p:sp>
      <p:sp>
        <p:nvSpPr>
          <p:cNvPr id="5" name="Text 3">
            <a:extLst xmlns:a="http://schemas.openxmlformats.org/drawingml/2006/main">
              <a:ext uri="{FF2B5EF4-FFF2-40B4-BE49-F238E27FC236}">
                <a16:creationId xmlns:a16="http://schemas.microsoft.com/office/drawing/2014/main" id="{8BC7FF94-909A-4D35-BE2F-C6AC4C3A9BAC}"/>
              </a:ext>
            </a:extLst>
          </p:cNvPr>
          <p:cNvSpPr>
            <a:spLocks xmlns:a="http://schemas.openxmlformats.org/drawingml/2006/main" noGrp="1"/>
          </p:cNvSpPr>
          <p:nvPr/>
        </p:nvSpPr>
        <p:spPr>
          <a:xfrm xmlns:a="http://schemas.openxmlformats.org/drawingml/2006/main">
            <a:off x="1119684" y="3354189"/>
            <a:ext cx="2642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87</a:t>
            </a:r>
            <a:endParaRPr sz="1400"/>
          </a:p>
        </p:txBody>
      </p:sp>
      <p:sp>
        <p:nvSpPr>
          <p:cNvPr id="6" name="Shape 4">
            <a:extLst xmlns:a="http://schemas.openxmlformats.org/drawingml/2006/main">
              <a:ext uri="{FF2B5EF4-FFF2-40B4-BE49-F238E27FC236}">
                <a16:creationId xmlns:a16="http://schemas.microsoft.com/office/drawing/2014/main" id="{0279F486-24A6-445C-9AD6-D6C09639285A}"/>
              </a:ext>
            </a:extLst>
          </p:cNvPr>
          <p:cNvSpPr>
            <a:spLocks xmlns:a="http://schemas.openxmlformats.org/drawingml/2006/main" noGrp="1"/>
          </p:cNvSpPr>
          <p:nvPr/>
        </p:nvSpPr>
        <p:spPr>
          <a:xfrm xmlns:a="http://schemas.openxmlformats.org/drawingml/2006/main">
            <a:off x="947043" y="3653830"/>
            <a:ext cx="609600" cy="1924050"/>
          </a:xfrm>
          <a:custGeom xmlns:a="http://schemas.openxmlformats.org/drawingml/2006/main">
            <a:rect l="l" t="t" r="r" b="b"/>
            <a:pathLst>
              <a:path w="609600" h="1924050">
                <a:moveTo>
                  <a:pt x="50800" y="0"/>
                </a:moveTo>
                <a:lnTo>
                  <a:pt x="558800" y="0"/>
                </a:lnTo>
                <a:arcTo wR="50800" hR="50800" stAng="16200000" swAng="5400000"/>
                <a:lnTo>
                  <a:pt x="609600" y="1924050"/>
                </a:lnTo>
                <a:lnTo>
                  <a:pt x="0" y="1924050"/>
                </a:lnTo>
                <a:lnTo>
                  <a:pt x="0" y="50800"/>
                </a:lnTo>
                <a:arcTo wR="50800" hR="50800" stAng="10800000" swAng="5400000"/>
                <a:close/>
              </a:path>
            </a:pathLst>
          </a:custGeom>
          <a:solidFill xmlns:a="http://schemas.openxmlformats.org/drawingml/2006/main">
            <a:srgbClr val="0B5638"/>
          </a:solidFill>
        </p:spPr>
      </p:sp>
      <p:sp>
        <p:nvSpPr>
          <p:cNvPr id="7" name="Text 5">
            <a:extLst xmlns:a="http://schemas.openxmlformats.org/drawingml/2006/main">
              <a:ext uri="{FF2B5EF4-FFF2-40B4-BE49-F238E27FC236}">
                <a16:creationId xmlns:a16="http://schemas.microsoft.com/office/drawing/2014/main" id="{99272855-F471-42CC-9D1E-AE3A37BDB988}"/>
              </a:ext>
            </a:extLst>
          </p:cNvPr>
          <p:cNvSpPr>
            <a:spLocks xmlns:a="http://schemas.openxmlformats.org/drawingml/2006/main" noGrp="1"/>
          </p:cNvSpPr>
          <p:nvPr/>
        </p:nvSpPr>
        <p:spPr>
          <a:xfrm xmlns:a="http://schemas.openxmlformats.org/drawingml/2006/main">
            <a:off x="965855" y="5628680"/>
            <a:ext cx="5719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Jue 24</a:t>
            </a:r>
            <a:endParaRPr sz="1200"/>
          </a:p>
        </p:txBody>
      </p:sp>
      <p:sp>
        <p:nvSpPr>
          <p:cNvPr id="8" name="Text 6">
            <a:extLst xmlns:a="http://schemas.openxmlformats.org/drawingml/2006/main">
              <a:ext uri="{FF2B5EF4-FFF2-40B4-BE49-F238E27FC236}">
                <a16:creationId xmlns:a16="http://schemas.microsoft.com/office/drawing/2014/main" id="{74131E75-543A-43D9-8955-73A21DF8DD67}"/>
              </a:ext>
            </a:extLst>
          </p:cNvPr>
          <p:cNvSpPr>
            <a:spLocks xmlns:a="http://schemas.openxmlformats.org/drawingml/2006/main" noGrp="1"/>
          </p:cNvSpPr>
          <p:nvPr/>
        </p:nvSpPr>
        <p:spPr>
          <a:xfrm xmlns:a="http://schemas.openxmlformats.org/drawingml/2006/main">
            <a:off x="2074069" y="3881239"/>
            <a:ext cx="2642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63</a:t>
            </a:r>
            <a:endParaRPr sz="1400"/>
          </a:p>
        </p:txBody>
      </p:sp>
      <p:sp>
        <p:nvSpPr>
          <p:cNvPr id="9" name="Shape 7">
            <a:extLst xmlns:a="http://schemas.openxmlformats.org/drawingml/2006/main">
              <a:ext uri="{FF2B5EF4-FFF2-40B4-BE49-F238E27FC236}">
                <a16:creationId xmlns:a16="http://schemas.microsoft.com/office/drawing/2014/main" id="{BE6A8806-C2CF-494B-964C-78C3D4649A55}"/>
              </a:ext>
            </a:extLst>
          </p:cNvPr>
          <p:cNvSpPr>
            <a:spLocks xmlns:a="http://schemas.openxmlformats.org/drawingml/2006/main" noGrp="1"/>
          </p:cNvSpPr>
          <p:nvPr/>
        </p:nvSpPr>
        <p:spPr>
          <a:xfrm xmlns:a="http://schemas.openxmlformats.org/drawingml/2006/main">
            <a:off x="1901329" y="4180880"/>
            <a:ext cx="609600" cy="1397000"/>
          </a:xfrm>
          <a:custGeom xmlns:a="http://schemas.openxmlformats.org/drawingml/2006/main">
            <a:rect l="l" t="t" r="r" b="b"/>
            <a:pathLst>
              <a:path w="609600" h="1397000">
                <a:moveTo>
                  <a:pt x="50800" y="0"/>
                </a:moveTo>
                <a:lnTo>
                  <a:pt x="558800" y="0"/>
                </a:lnTo>
                <a:arcTo wR="50800" hR="50800" stAng="16200000" swAng="5400000"/>
                <a:lnTo>
                  <a:pt x="609600" y="1397000"/>
                </a:lnTo>
                <a:lnTo>
                  <a:pt x="0" y="1397000"/>
                </a:lnTo>
                <a:lnTo>
                  <a:pt x="0" y="50800"/>
                </a:lnTo>
                <a:arcTo wR="50800" hR="50800" stAng="10800000" swAng="5400000"/>
                <a:close/>
              </a:path>
            </a:pathLst>
          </a:custGeom>
          <a:solidFill xmlns:a="http://schemas.openxmlformats.org/drawingml/2006/main">
            <a:srgbClr val="0B5638"/>
          </a:solidFill>
        </p:spPr>
      </p:sp>
      <p:sp>
        <p:nvSpPr>
          <p:cNvPr id="10" name="Text 8">
            <a:extLst xmlns:a="http://schemas.openxmlformats.org/drawingml/2006/main">
              <a:ext uri="{FF2B5EF4-FFF2-40B4-BE49-F238E27FC236}">
                <a16:creationId xmlns:a16="http://schemas.microsoft.com/office/drawing/2014/main" id="{EECE8718-98AE-482F-9328-A0DAB335959A}"/>
              </a:ext>
            </a:extLst>
          </p:cNvPr>
          <p:cNvSpPr>
            <a:spLocks xmlns:a="http://schemas.openxmlformats.org/drawingml/2006/main" noGrp="1"/>
          </p:cNvSpPr>
          <p:nvPr/>
        </p:nvSpPr>
        <p:spPr>
          <a:xfrm xmlns:a="http://schemas.openxmlformats.org/drawingml/2006/main">
            <a:off x="1940262" y="5628680"/>
            <a:ext cx="5317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Vie 25</a:t>
            </a:r>
            <a:endParaRPr sz="1200"/>
          </a:p>
        </p:txBody>
      </p:sp>
      <p:sp>
        <p:nvSpPr>
          <p:cNvPr id="11" name="Text 9">
            <a:extLst xmlns:a="http://schemas.openxmlformats.org/drawingml/2006/main">
              <a:ext uri="{FF2B5EF4-FFF2-40B4-BE49-F238E27FC236}">
                <a16:creationId xmlns:a16="http://schemas.microsoft.com/office/drawing/2014/main" id="{7F7F0CFF-89CC-4A52-81F5-C3761701D161}"/>
              </a:ext>
            </a:extLst>
          </p:cNvPr>
          <p:cNvSpPr>
            <a:spLocks xmlns:a="http://schemas.openxmlformats.org/drawingml/2006/main" noGrp="1"/>
          </p:cNvSpPr>
          <p:nvPr/>
        </p:nvSpPr>
        <p:spPr>
          <a:xfrm xmlns:a="http://schemas.openxmlformats.org/drawingml/2006/main">
            <a:off x="3028355" y="4700389"/>
            <a:ext cx="2642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26</a:t>
            </a:r>
            <a:endParaRPr sz="1400"/>
          </a:p>
        </p:txBody>
      </p:sp>
      <p:sp>
        <p:nvSpPr>
          <p:cNvPr id="12" name="Shape 10">
            <a:extLst xmlns:a="http://schemas.openxmlformats.org/drawingml/2006/main">
              <a:ext uri="{FF2B5EF4-FFF2-40B4-BE49-F238E27FC236}">
                <a16:creationId xmlns:a16="http://schemas.microsoft.com/office/drawing/2014/main" id="{AD6969C6-19A7-4B6F-9A21-388D14494F83}"/>
              </a:ext>
            </a:extLst>
          </p:cNvPr>
          <p:cNvSpPr>
            <a:spLocks xmlns:a="http://schemas.openxmlformats.org/drawingml/2006/main" noGrp="1"/>
          </p:cNvSpPr>
          <p:nvPr/>
        </p:nvSpPr>
        <p:spPr>
          <a:xfrm xmlns:a="http://schemas.openxmlformats.org/drawingml/2006/main">
            <a:off x="2855714" y="5000030"/>
            <a:ext cx="609600" cy="577850"/>
          </a:xfrm>
          <a:custGeom xmlns:a="http://schemas.openxmlformats.org/drawingml/2006/main">
            <a:rect l="l" t="t" r="r" b="b"/>
            <a:pathLst>
              <a:path w="609600" h="577850">
                <a:moveTo>
                  <a:pt x="50800" y="0"/>
                </a:moveTo>
                <a:lnTo>
                  <a:pt x="558800" y="0"/>
                </a:lnTo>
                <a:arcTo wR="50800" hR="50800" stAng="16200000" swAng="5400000"/>
                <a:lnTo>
                  <a:pt x="609600" y="577850"/>
                </a:lnTo>
                <a:lnTo>
                  <a:pt x="0" y="577850"/>
                </a:lnTo>
                <a:lnTo>
                  <a:pt x="0" y="50800"/>
                </a:lnTo>
                <a:arcTo wR="50800" hR="50800" stAng="10800000" swAng="5400000"/>
                <a:close/>
              </a:path>
            </a:pathLst>
          </a:custGeom>
          <a:solidFill xmlns:a="http://schemas.openxmlformats.org/drawingml/2006/main">
            <a:srgbClr val="9CCBAE"/>
          </a:solidFill>
        </p:spPr>
      </p:sp>
      <p:sp>
        <p:nvSpPr>
          <p:cNvPr id="13" name="Text 11">
            <a:extLst xmlns:a="http://schemas.openxmlformats.org/drawingml/2006/main">
              <a:ext uri="{FF2B5EF4-FFF2-40B4-BE49-F238E27FC236}">
                <a16:creationId xmlns:a16="http://schemas.microsoft.com/office/drawing/2014/main" id="{9EDF1C94-2845-4811-9C6B-C7AF04329D31}"/>
              </a:ext>
            </a:extLst>
          </p:cNvPr>
          <p:cNvSpPr>
            <a:spLocks xmlns:a="http://schemas.openxmlformats.org/drawingml/2006/main" noGrp="1"/>
          </p:cNvSpPr>
          <p:nvPr/>
        </p:nvSpPr>
        <p:spPr>
          <a:xfrm xmlns:a="http://schemas.openxmlformats.org/drawingml/2006/main">
            <a:off x="2867273" y="5628680"/>
            <a:ext cx="58638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Sáb 26</a:t>
            </a:r>
            <a:endParaRPr sz="1200"/>
          </a:p>
        </p:txBody>
      </p:sp>
      <p:sp>
        <p:nvSpPr>
          <p:cNvPr id="14" name="Text 12">
            <a:extLst xmlns:a="http://schemas.openxmlformats.org/drawingml/2006/main">
              <a:ext uri="{FF2B5EF4-FFF2-40B4-BE49-F238E27FC236}">
                <a16:creationId xmlns:a16="http://schemas.microsoft.com/office/drawing/2014/main" id="{EFDBC939-3830-46CC-B46E-7BD5D1E9FB53}"/>
              </a:ext>
            </a:extLst>
          </p:cNvPr>
          <p:cNvSpPr>
            <a:spLocks xmlns:a="http://schemas.openxmlformats.org/drawingml/2006/main" noGrp="1"/>
          </p:cNvSpPr>
          <p:nvPr/>
        </p:nvSpPr>
        <p:spPr>
          <a:xfrm xmlns:a="http://schemas.openxmlformats.org/drawingml/2006/main">
            <a:off x="3982740" y="3328789"/>
            <a:ext cx="2642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88</a:t>
            </a:r>
            <a:endParaRPr sz="1400"/>
          </a:p>
        </p:txBody>
      </p:sp>
      <p:sp>
        <p:nvSpPr>
          <p:cNvPr id="15" name="Shape 13">
            <a:extLst xmlns:a="http://schemas.openxmlformats.org/drawingml/2006/main">
              <a:ext uri="{FF2B5EF4-FFF2-40B4-BE49-F238E27FC236}">
                <a16:creationId xmlns:a16="http://schemas.microsoft.com/office/drawing/2014/main" id="{AB1559B7-364A-4125-9F3C-C3308F653BC9}"/>
              </a:ext>
            </a:extLst>
          </p:cNvPr>
          <p:cNvSpPr>
            <a:spLocks xmlns:a="http://schemas.openxmlformats.org/drawingml/2006/main" noGrp="1"/>
          </p:cNvSpPr>
          <p:nvPr/>
        </p:nvSpPr>
        <p:spPr>
          <a:xfrm xmlns:a="http://schemas.openxmlformats.org/drawingml/2006/main">
            <a:off x="3810000" y="3628430"/>
            <a:ext cx="609600" cy="1949450"/>
          </a:xfrm>
          <a:custGeom xmlns:a="http://schemas.openxmlformats.org/drawingml/2006/main">
            <a:rect l="l" t="t" r="r" b="b"/>
            <a:pathLst>
              <a:path w="609600" h="1949450">
                <a:moveTo>
                  <a:pt x="50800" y="0"/>
                </a:moveTo>
                <a:lnTo>
                  <a:pt x="558800" y="0"/>
                </a:lnTo>
                <a:arcTo wR="50800" hR="50800" stAng="16200000" swAng="5400000"/>
                <a:lnTo>
                  <a:pt x="609600" y="1949450"/>
                </a:lnTo>
                <a:lnTo>
                  <a:pt x="0" y="1949450"/>
                </a:lnTo>
                <a:lnTo>
                  <a:pt x="0" y="50800"/>
                </a:lnTo>
                <a:arcTo wR="50800" hR="50800" stAng="10800000" swAng="5400000"/>
                <a:close/>
              </a:path>
            </a:pathLst>
          </a:custGeom>
          <a:solidFill xmlns:a="http://schemas.openxmlformats.org/drawingml/2006/main">
            <a:srgbClr val="0B5638"/>
          </a:solidFill>
        </p:spPr>
      </p:sp>
      <p:sp>
        <p:nvSpPr>
          <p:cNvPr id="16" name="Text 14">
            <a:extLst xmlns:a="http://schemas.openxmlformats.org/drawingml/2006/main">
              <a:ext uri="{FF2B5EF4-FFF2-40B4-BE49-F238E27FC236}">
                <a16:creationId xmlns:a16="http://schemas.microsoft.com/office/drawing/2014/main" id="{B0CF8163-285B-4158-B1DB-4114E144EA61}"/>
              </a:ext>
            </a:extLst>
          </p:cNvPr>
          <p:cNvSpPr>
            <a:spLocks xmlns:a="http://schemas.openxmlformats.org/drawingml/2006/main" noGrp="1"/>
          </p:cNvSpPr>
          <p:nvPr/>
        </p:nvSpPr>
        <p:spPr>
          <a:xfrm xmlns:a="http://schemas.openxmlformats.org/drawingml/2006/main">
            <a:off x="3787844" y="5628680"/>
            <a:ext cx="6540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Dom 27</a:t>
            </a:r>
            <a:endParaRPr sz="1200"/>
          </a:p>
        </p:txBody>
      </p:sp>
      <p:sp>
        <p:nvSpPr>
          <p:cNvPr id="17" name="Text 15">
            <a:extLst xmlns:a="http://schemas.openxmlformats.org/drawingml/2006/main">
              <a:ext uri="{FF2B5EF4-FFF2-40B4-BE49-F238E27FC236}">
                <a16:creationId xmlns:a16="http://schemas.microsoft.com/office/drawing/2014/main" id="{903D537B-4D07-4045-A9A9-D7345BDC4869}"/>
              </a:ext>
            </a:extLst>
          </p:cNvPr>
          <p:cNvSpPr>
            <a:spLocks xmlns:a="http://schemas.openxmlformats.org/drawingml/2006/main" noGrp="1"/>
          </p:cNvSpPr>
          <p:nvPr/>
        </p:nvSpPr>
        <p:spPr>
          <a:xfrm xmlns:a="http://schemas.openxmlformats.org/drawingml/2006/main">
            <a:off x="4877137" y="2865239"/>
            <a:ext cx="384096"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109</a:t>
            </a:r>
            <a:endParaRPr sz="1400"/>
          </a:p>
        </p:txBody>
      </p:sp>
      <p:sp>
        <p:nvSpPr>
          <p:cNvPr id="18" name="Shape 16">
            <a:extLst xmlns:a="http://schemas.openxmlformats.org/drawingml/2006/main">
              <a:ext uri="{FF2B5EF4-FFF2-40B4-BE49-F238E27FC236}">
                <a16:creationId xmlns:a16="http://schemas.microsoft.com/office/drawing/2014/main" id="{F8E340AC-EE2D-4BB3-9919-DCA0F89E5204}"/>
              </a:ext>
            </a:extLst>
          </p:cNvPr>
          <p:cNvSpPr>
            <a:spLocks xmlns:a="http://schemas.openxmlformats.org/drawingml/2006/main" noGrp="1"/>
          </p:cNvSpPr>
          <p:nvPr/>
        </p:nvSpPr>
        <p:spPr>
          <a:xfrm xmlns:a="http://schemas.openxmlformats.org/drawingml/2006/main">
            <a:off x="4764385" y="3164880"/>
            <a:ext cx="609600" cy="2413000"/>
          </a:xfrm>
          <a:custGeom xmlns:a="http://schemas.openxmlformats.org/drawingml/2006/main">
            <a:rect l="l" t="t" r="r" b="b"/>
            <a:pathLst>
              <a:path w="609600" h="2413000">
                <a:moveTo>
                  <a:pt x="50800" y="0"/>
                </a:moveTo>
                <a:lnTo>
                  <a:pt x="558800" y="0"/>
                </a:lnTo>
                <a:arcTo wR="50800" hR="50800" stAng="16200000" swAng="5400000"/>
                <a:lnTo>
                  <a:pt x="609600" y="2413000"/>
                </a:lnTo>
                <a:lnTo>
                  <a:pt x="0" y="2413000"/>
                </a:lnTo>
                <a:lnTo>
                  <a:pt x="0" y="50800"/>
                </a:lnTo>
                <a:arcTo wR="50800" hR="50800" stAng="10800000" swAng="5400000"/>
                <a:close/>
              </a:path>
            </a:pathLst>
          </a:custGeom>
          <a:solidFill xmlns:a="http://schemas.openxmlformats.org/drawingml/2006/main">
            <a:srgbClr val="0B5638"/>
          </a:solidFill>
        </p:spPr>
      </p:sp>
      <p:sp>
        <p:nvSpPr>
          <p:cNvPr id="19" name="Text 17">
            <a:extLst xmlns:a="http://schemas.openxmlformats.org/drawingml/2006/main">
              <a:ext uri="{FF2B5EF4-FFF2-40B4-BE49-F238E27FC236}">
                <a16:creationId xmlns:a16="http://schemas.microsoft.com/office/drawing/2014/main" id="{4022AC79-2204-4961-B2DB-8FC582FAEC74}"/>
              </a:ext>
            </a:extLst>
          </p:cNvPr>
          <p:cNvSpPr>
            <a:spLocks xmlns:a="http://schemas.openxmlformats.org/drawingml/2006/main" noGrp="1"/>
          </p:cNvSpPr>
          <p:nvPr/>
        </p:nvSpPr>
        <p:spPr>
          <a:xfrm xmlns:a="http://schemas.openxmlformats.org/drawingml/2006/main">
            <a:off x="4783207" y="5628680"/>
            <a:ext cx="571857"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Lun 28</a:t>
            </a:r>
            <a:endParaRPr sz="1200"/>
          </a:p>
        </p:txBody>
      </p:sp>
      <p:sp>
        <p:nvSpPr>
          <p:cNvPr id="20" name="Text 18">
            <a:extLst xmlns:a="http://schemas.openxmlformats.org/drawingml/2006/main">
              <a:ext uri="{FF2B5EF4-FFF2-40B4-BE49-F238E27FC236}">
                <a16:creationId xmlns:a16="http://schemas.microsoft.com/office/drawing/2014/main" id="{4DC26255-0070-4006-8020-044A31114E2E}"/>
              </a:ext>
            </a:extLst>
          </p:cNvPr>
          <p:cNvSpPr>
            <a:spLocks xmlns:a="http://schemas.openxmlformats.org/drawingml/2006/main" noGrp="1"/>
          </p:cNvSpPr>
          <p:nvPr/>
        </p:nvSpPr>
        <p:spPr>
          <a:xfrm xmlns:a="http://schemas.openxmlformats.org/drawingml/2006/main">
            <a:off x="5891312" y="4103489"/>
            <a:ext cx="2642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53</a:t>
            </a:r>
            <a:endParaRPr sz="1400"/>
          </a:p>
        </p:txBody>
      </p:sp>
      <p:sp>
        <p:nvSpPr>
          <p:cNvPr id="21" name="Shape 19">
            <a:extLst xmlns:a="http://schemas.openxmlformats.org/drawingml/2006/main">
              <a:ext uri="{FF2B5EF4-FFF2-40B4-BE49-F238E27FC236}">
                <a16:creationId xmlns:a16="http://schemas.microsoft.com/office/drawing/2014/main" id="{DC979365-022E-4C4F-9E1A-F8D698BDCE64}"/>
              </a:ext>
            </a:extLst>
          </p:cNvPr>
          <p:cNvSpPr>
            <a:spLocks xmlns:a="http://schemas.openxmlformats.org/drawingml/2006/main" noGrp="1"/>
          </p:cNvSpPr>
          <p:nvPr/>
        </p:nvSpPr>
        <p:spPr>
          <a:xfrm xmlns:a="http://schemas.openxmlformats.org/drawingml/2006/main">
            <a:off x="5718671" y="4403130"/>
            <a:ext cx="609600" cy="1174750"/>
          </a:xfrm>
          <a:custGeom xmlns:a="http://schemas.openxmlformats.org/drawingml/2006/main">
            <a:rect l="l" t="t" r="r" b="b"/>
            <a:pathLst>
              <a:path w="609600" h="1174750">
                <a:moveTo>
                  <a:pt x="50800" y="0"/>
                </a:moveTo>
                <a:lnTo>
                  <a:pt x="558800" y="0"/>
                </a:lnTo>
                <a:arcTo wR="50800" hR="50800" stAng="16200000" swAng="5400000"/>
                <a:lnTo>
                  <a:pt x="609600" y="1174750"/>
                </a:lnTo>
                <a:lnTo>
                  <a:pt x="0" y="1174750"/>
                </a:lnTo>
                <a:lnTo>
                  <a:pt x="0" y="50800"/>
                </a:lnTo>
                <a:arcTo wR="50800" hR="50800" stAng="10800000" swAng="5400000"/>
                <a:close/>
              </a:path>
            </a:pathLst>
          </a:custGeom>
          <a:solidFill xmlns:a="http://schemas.openxmlformats.org/drawingml/2006/main">
            <a:srgbClr val="0B5638"/>
          </a:solidFill>
        </p:spPr>
      </p:sp>
      <p:sp>
        <p:nvSpPr>
          <p:cNvPr id="22" name="Text 20">
            <a:extLst xmlns:a="http://schemas.openxmlformats.org/drawingml/2006/main">
              <a:ext uri="{FF2B5EF4-FFF2-40B4-BE49-F238E27FC236}">
                <a16:creationId xmlns:a16="http://schemas.microsoft.com/office/drawing/2014/main" id="{AFBEE4B4-74DD-4B3D-B213-9C6D61E6B897}"/>
              </a:ext>
            </a:extLst>
          </p:cNvPr>
          <p:cNvSpPr>
            <a:spLocks xmlns:a="http://schemas.openxmlformats.org/drawingml/2006/main" noGrp="1"/>
          </p:cNvSpPr>
          <p:nvPr/>
        </p:nvSpPr>
        <p:spPr>
          <a:xfrm xmlns:a="http://schemas.openxmlformats.org/drawingml/2006/main">
            <a:off x="5730349" y="5628680"/>
            <a:ext cx="58614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Mar 29</a:t>
            </a:r>
            <a:endParaRPr sz="1200"/>
          </a:p>
        </p:txBody>
      </p:sp>
      <p:sp>
        <p:nvSpPr>
          <p:cNvPr id="23" name="Text 21">
            <a:extLst xmlns:a="http://schemas.openxmlformats.org/drawingml/2006/main">
              <a:ext uri="{FF2B5EF4-FFF2-40B4-BE49-F238E27FC236}">
                <a16:creationId xmlns:a16="http://schemas.microsoft.com/office/drawing/2014/main" id="{A9628BB1-B4DC-404F-A061-03B38DBAAE4D}"/>
              </a:ext>
            </a:extLst>
          </p:cNvPr>
          <p:cNvSpPr>
            <a:spLocks xmlns:a="http://schemas.openxmlformats.org/drawingml/2006/main" noGrp="1"/>
          </p:cNvSpPr>
          <p:nvPr/>
        </p:nvSpPr>
        <p:spPr>
          <a:xfrm xmlns:a="http://schemas.openxmlformats.org/drawingml/2006/main">
            <a:off x="6845598" y="4725789"/>
            <a:ext cx="2642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25</a:t>
            </a:r>
            <a:endParaRPr sz="1400"/>
          </a:p>
        </p:txBody>
      </p:sp>
      <p:sp>
        <p:nvSpPr>
          <p:cNvPr id="24" name="Shape 22">
            <a:extLst xmlns:a="http://schemas.openxmlformats.org/drawingml/2006/main">
              <a:ext uri="{FF2B5EF4-FFF2-40B4-BE49-F238E27FC236}">
                <a16:creationId xmlns:a16="http://schemas.microsoft.com/office/drawing/2014/main" id="{CBA0573E-5B66-46D0-AF90-320B093D0F9B}"/>
              </a:ext>
            </a:extLst>
          </p:cNvPr>
          <p:cNvSpPr>
            <a:spLocks xmlns:a="http://schemas.openxmlformats.org/drawingml/2006/main" noGrp="1"/>
          </p:cNvSpPr>
          <p:nvPr/>
        </p:nvSpPr>
        <p:spPr>
          <a:xfrm xmlns:a="http://schemas.openxmlformats.org/drawingml/2006/main">
            <a:off x="6672957" y="5025430"/>
            <a:ext cx="609600" cy="552450"/>
          </a:xfrm>
          <a:custGeom xmlns:a="http://schemas.openxmlformats.org/drawingml/2006/main">
            <a:rect l="l" t="t" r="r" b="b"/>
            <a:pathLst>
              <a:path w="609600" h="552450">
                <a:moveTo>
                  <a:pt x="50800" y="0"/>
                </a:moveTo>
                <a:lnTo>
                  <a:pt x="558800" y="0"/>
                </a:lnTo>
                <a:arcTo wR="50800" hR="50800" stAng="16200000" swAng="5400000"/>
                <a:lnTo>
                  <a:pt x="609600" y="552450"/>
                </a:lnTo>
                <a:lnTo>
                  <a:pt x="0" y="552450"/>
                </a:lnTo>
                <a:lnTo>
                  <a:pt x="0" y="50800"/>
                </a:lnTo>
                <a:arcTo wR="50800" hR="50800" stAng="10800000" swAng="5400000"/>
                <a:close/>
              </a:path>
            </a:pathLst>
          </a:custGeom>
          <a:solidFill xmlns:a="http://schemas.openxmlformats.org/drawingml/2006/main">
            <a:srgbClr val="9CCBAE"/>
          </a:solidFill>
        </p:spPr>
      </p:sp>
      <p:sp>
        <p:nvSpPr>
          <p:cNvPr id="25" name="Text 23">
            <a:extLst xmlns:a="http://schemas.openxmlformats.org/drawingml/2006/main">
              <a:ext uri="{FF2B5EF4-FFF2-40B4-BE49-F238E27FC236}">
                <a16:creationId xmlns:a16="http://schemas.microsoft.com/office/drawing/2014/main" id="{6BFAF070-4F73-4B32-9212-66FB1747E0E6}"/>
              </a:ext>
            </a:extLst>
          </p:cNvPr>
          <p:cNvSpPr>
            <a:spLocks xmlns:a="http://schemas.openxmlformats.org/drawingml/2006/main" noGrp="1"/>
          </p:cNvSpPr>
          <p:nvPr/>
        </p:nvSpPr>
        <p:spPr>
          <a:xfrm xmlns:a="http://schemas.openxmlformats.org/drawingml/2006/main">
            <a:off x="6695470" y="5628680"/>
            <a:ext cx="56447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Mié 30</a:t>
            </a:r>
            <a:endParaRPr sz="1200"/>
          </a:p>
        </p:txBody>
      </p:sp>
      <p:sp>
        <p:nvSpPr>
          <p:cNvPr id="26" name="Text 24">
            <a:extLst xmlns:a="http://schemas.openxmlformats.org/drawingml/2006/main">
              <a:ext uri="{FF2B5EF4-FFF2-40B4-BE49-F238E27FC236}">
                <a16:creationId xmlns:a16="http://schemas.microsoft.com/office/drawing/2014/main" id="{719C98FC-72EF-4464-BF50-8AC173A3F21B}"/>
              </a:ext>
            </a:extLst>
          </p:cNvPr>
          <p:cNvSpPr>
            <a:spLocks xmlns:a="http://schemas.openxmlformats.org/drawingml/2006/main" noGrp="1"/>
          </p:cNvSpPr>
          <p:nvPr/>
        </p:nvSpPr>
        <p:spPr>
          <a:xfrm xmlns:a="http://schemas.openxmlformats.org/drawingml/2006/main">
            <a:off x="7823200" y="1803301"/>
            <a:ext cx="3662680" cy="7719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4A5D52"/>
                </a:solidFill>
                <a:latin typeface="IBM Plex Sans"/>
                <a:ea typeface="IBM Plex Sans"/>
                <a:cs typeface="IBM Plex Sans"/>
              </a:rPr>
              <a:t>Casi toda la actividad fue </a:t>
            </a:r>
            <a:r>
              <a:rPr sz="1400" b="1">
                <a:solidFill>
                  <a:srgbClr val="4A5D52"/>
                </a:solidFill>
                <a:latin typeface="IBM Plex Sans"/>
                <a:ea typeface="IBM Plex Sans"/>
                <a:cs typeface="IBM Plex Sans"/>
              </a:rPr>
              <a:t>carga</a:t>
            </a:r>
            <a:r>
              <a:rPr sz="1400">
                <a:solidFill>
                  <a:srgbClr val="4A5D52"/>
                </a:solidFill>
                <a:latin typeface="IBM Plex Sans"/>
                <a:ea typeface="IBM Plex Sans"/>
                <a:cs typeface="IBM Plex Sans"/>
              </a:rPr>
              <a:t> para el transile de soja (516 operaciones R29), de jueves a martes, con el pico el lunes.</a:t>
            </a:r>
            <a:endParaRPr sz="1400"/>
          </a:p>
        </p:txBody>
      </p:sp>
      <p:sp>
        <p:nvSpPr>
          <p:cNvPr id="27" name="Text 25">
            <a:extLst xmlns:a="http://schemas.openxmlformats.org/drawingml/2006/main">
              <a:ext uri="{FF2B5EF4-FFF2-40B4-BE49-F238E27FC236}">
                <a16:creationId xmlns:a16="http://schemas.microsoft.com/office/drawing/2014/main" id="{44E7EC27-C638-4E71-8FA8-B664ECF9A2F9}"/>
              </a:ext>
            </a:extLst>
          </p:cNvPr>
          <p:cNvSpPr>
            <a:spLocks xmlns:a="http://schemas.openxmlformats.org/drawingml/2006/main" noGrp="1"/>
          </p:cNvSpPr>
          <p:nvPr/>
        </p:nvSpPr>
        <p:spPr>
          <a:xfrm xmlns:a="http://schemas.openxmlformats.org/drawingml/2006/main">
            <a:off x="7823200" y="2727623"/>
            <a:ext cx="3662680" cy="7719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4A5D52"/>
                </a:solidFill>
                <a:latin typeface="IBM Plex Sans"/>
                <a:ea typeface="IBM Plex Sans"/>
                <a:cs typeface="IBM Plex Sans"/>
              </a:rPr>
              <a:t>La carga salió casi toda por la línea 2 de S8 (363 de 436); las descargas fueron 62. El miércoles casi no hubo carga.</a:t>
            </a:r>
            <a:endParaRPr sz="1400"/>
          </a:p>
        </p:txBody>
      </p:sp>
      <p:sp>
        <p:nvSpPr>
          <p:cNvPr id="28" name="Shape 26">
            <a:extLst xmlns:a="http://schemas.openxmlformats.org/drawingml/2006/main">
              <a:ext uri="{FF2B5EF4-FFF2-40B4-BE49-F238E27FC236}">
                <a16:creationId xmlns:a16="http://schemas.microsoft.com/office/drawing/2014/main" id="{E771F7E5-E689-46EC-A701-147F41CC6C2E}"/>
              </a:ext>
            </a:extLst>
          </p:cNvPr>
          <p:cNvSpPr>
            <a:spLocks xmlns:a="http://schemas.openxmlformats.org/drawingml/2006/main" noGrp="1"/>
          </p:cNvSpPr>
          <p:nvPr/>
        </p:nvSpPr>
        <p:spPr>
          <a:xfrm xmlns:a="http://schemas.openxmlformats.org/drawingml/2006/main">
            <a:off x="7842250" y="3651945"/>
            <a:ext cx="0" cy="74404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29" name="Text 27">
            <a:extLst xmlns:a="http://schemas.openxmlformats.org/drawingml/2006/main">
              <a:ext uri="{FF2B5EF4-FFF2-40B4-BE49-F238E27FC236}">
                <a16:creationId xmlns:a16="http://schemas.microsoft.com/office/drawing/2014/main" id="{2E6C7DA1-DD38-4CA5-81E7-8DFBCEA4B92E}"/>
              </a:ext>
            </a:extLst>
          </p:cNvPr>
          <p:cNvSpPr>
            <a:spLocks xmlns:a="http://schemas.openxmlformats.org/drawingml/2006/main" noGrp="1"/>
          </p:cNvSpPr>
          <p:nvPr/>
        </p:nvSpPr>
        <p:spPr>
          <a:xfrm xmlns:a="http://schemas.openxmlformats.org/drawingml/2006/main">
            <a:off x="7988300" y="3677345"/>
            <a:ext cx="3492627" cy="718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El transile dejó de ser cosa de inicio de semana: esta vez convivió con la soja externa casi todos los días.</a:t>
            </a:r>
            <a:endParaRPr sz="1300"/>
          </a:p>
        </p:txBody>
      </p:sp>
      <p:pic>
        <p:nvPicPr>
          <p:cNvPr id="62" name="Image 0"/>
          <p:cNvPicPr>
            <a:picLocks xmlns:a="http://schemas.openxmlformats.org/drawingml/2006/main" noChangeAspect="1"/>
          </p:cNvPicPr>
          <p:nvPr/>
        </p:nvPicPr>
        <p:blipFill>
          <a:blip xmlns:r="http://schemas.openxmlformats.org/officeDocument/2006/relationships" xmlns:a="http://schemas.openxmlformats.org/drawingml/2006/main" r:embed="R045a0bf8dc534465"/>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31" name="Text 28">
            <a:extLst xmlns:a="http://schemas.openxmlformats.org/drawingml/2006/main">
              <a:ext uri="{FF2B5EF4-FFF2-40B4-BE49-F238E27FC236}">
                <a16:creationId xmlns:a16="http://schemas.microsoft.com/office/drawing/2014/main" id="{EF47673F-0F09-4DE6-9242-77E2E000AE6E}"/>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31</a:t>
            </a:r>
            <a:endParaRPr sz="1200"/>
          </a:p>
        </p:txBody>
      </p:sp>
      <p:pic>
        <p:nvPicPr>
          <p:cNvPr id="64" name="Image 1"/>
          <p:cNvPicPr>
            <a:picLocks xmlns:a="http://schemas.openxmlformats.org/drawingml/2006/main" noChangeAspect="1"/>
          </p:cNvPicPr>
          <p:nvPr/>
        </p:nvPicPr>
        <p:blipFill>
          <a:blip xmlns:r="http://schemas.openxmlformats.org/officeDocument/2006/relationships" xmlns:a="http://schemas.openxmlformats.org/drawingml/2006/main" r:embed="R8045f570be094f0f"/>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794727893"/>
      </p:ext>
    </p:extLst>
  </p:cSld>
</p:sld>
</file>

<file path=ppt/slides/slide32.xml><?xml version="1.0" encoding="utf-8"?>
<p:sld xmlns:p="http://schemas.openxmlformats.org/presentationml/2006/main">
  <p:cSld>
    <p:bg>
      <p:bgPr>
        <a:solidFill xmlns:a="http://schemas.openxmlformats.org/drawingml/2006/main">
          <a:srgbClr val="2E1B4E"/>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8B1CC46-CE26-4685-8481-CBBCD6A4442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rotWithShape="1">
            <a:gsLst>
              <a:gs pos="0">
                <a:srgbClr val="2E1B4E"/>
              </a:gs>
              <a:gs pos="60000">
                <a:srgbClr val="1F3A38"/>
              </a:gs>
              <a:gs pos="100000">
                <a:srgbClr val="0B5638"/>
              </a:gs>
            </a:gsLst>
            <a:lin ang="1800000" scaled="0"/>
          </a:gradFill>
        </p:spPr>
      </p:sp>
      <p:sp>
        <p:nvSpPr>
          <p:cNvPr id="3" name="Text 1">
            <a:extLst xmlns:a="http://schemas.openxmlformats.org/drawingml/2006/main">
              <a:ext uri="{FF2B5EF4-FFF2-40B4-BE49-F238E27FC236}">
                <a16:creationId xmlns:a16="http://schemas.microsoft.com/office/drawing/2014/main" id="{8F9CA5BB-54BE-41B7-8278-9005B3EDC066}"/>
              </a:ext>
            </a:extLst>
          </p:cNvPr>
          <p:cNvSpPr>
            <a:spLocks xmlns:a="http://schemas.openxmlformats.org/drawingml/2006/main" noGrp="1"/>
          </p:cNvSpPr>
          <p:nvPr/>
        </p:nvSpPr>
        <p:spPr>
          <a:xfrm xmlns:a="http://schemas.openxmlformats.org/drawingml/2006/main">
            <a:off x="812800" y="609600"/>
            <a:ext cx="10883392"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spc="150">
                <a:solidFill>
                  <a:srgbClr val="9CCBAE"/>
                </a:solidFill>
                <a:latin typeface="IBM Plex Sans"/>
                <a:ea typeface="IBM Plex Sans"/>
                <a:cs typeface="IBM Plex Sans"/>
              </a:rPr>
              <a:t>CIERRE · ANÁLISIS GENERAL</a:t>
            </a:r>
            <a:endParaRPr sz="1400"/>
          </a:p>
        </p:txBody>
      </p:sp>
      <p:sp>
        <p:nvSpPr>
          <p:cNvPr id="4" name="Text 2">
            <a:extLst xmlns:a="http://schemas.openxmlformats.org/drawingml/2006/main">
              <a:ext uri="{FF2B5EF4-FFF2-40B4-BE49-F238E27FC236}">
                <a16:creationId xmlns:a16="http://schemas.microsoft.com/office/drawing/2014/main" id="{928A30AC-0A28-448A-9848-C9ABB451C13B}"/>
              </a:ext>
            </a:extLst>
          </p:cNvPr>
          <p:cNvSpPr>
            <a:spLocks xmlns:a="http://schemas.openxmlformats.org/drawingml/2006/main" noGrp="1"/>
          </p:cNvSpPr>
          <p:nvPr>
            <p:ph type="title" idx="0"/>
          </p:nvPr>
        </p:nvSpPr>
        <p:spPr>
          <a:xfrm xmlns:a="http://schemas.openxmlformats.org/drawingml/2006/main">
            <a:off x="812800" y="934641"/>
            <a:ext cx="10883392" cy="528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960"/>
              </a:lnSpc>
              <a:buNone/>
            </a:pPr>
            <a:r>
              <a:rPr sz="3600" b="1" i="0">
                <a:solidFill>
                  <a:srgbClr val="F1F6F2"/>
                </a:solidFill>
                <a:latin typeface="IBM Plex Sans"/>
                <a:ea typeface="IBM Plex Sans"/>
                <a:cs typeface="IBM Plex Sans"/>
              </a:rPr>
              <a:t>La semana en seis lecturas</a:t>
            </a:r>
            <a:endParaRPr sz="3600"/>
          </a:p>
        </p:txBody>
      </p:sp>
      <p:sp>
        <p:nvSpPr>
          <p:cNvPr id="5" name="Shape 3">
            <a:extLst xmlns:a="http://schemas.openxmlformats.org/drawingml/2006/main">
              <a:ext uri="{FF2B5EF4-FFF2-40B4-BE49-F238E27FC236}">
                <a16:creationId xmlns:a16="http://schemas.microsoft.com/office/drawing/2014/main" id="{45F7BB98-A7A5-4E6B-9A40-11090F555E3F}"/>
              </a:ext>
            </a:extLst>
          </p:cNvPr>
          <p:cNvSpPr>
            <a:spLocks xmlns:a="http://schemas.openxmlformats.org/drawingml/2006/main" noGrp="1"/>
          </p:cNvSpPr>
          <p:nvPr/>
        </p:nvSpPr>
        <p:spPr>
          <a:xfrm xmlns:a="http://schemas.openxmlformats.org/drawingml/2006/main">
            <a:off x="815975" y="1618456"/>
            <a:ext cx="3414117" cy="1398191"/>
          </a:xfrm>
          <a:prstGeom xmlns:a="http://schemas.openxmlformats.org/drawingml/2006/main" prst="roundRect">
            <a:avLst>
              <a:gd name="adj" fmla="val 7039"/>
            </a:avLst>
          </a:prstGeom>
          <a:solidFill xmlns:a="http://schemas.openxmlformats.org/drawingml/2006/main">
            <a:srgbClr val="FFFFFF">
              <a:alpha val="7000"/>
            </a:srgbClr>
          </a:solidFill>
          <a:ln xmlns:a="http://schemas.openxmlformats.org/drawingml/2006/main" w="6350">
            <a:solidFill>
              <a:srgbClr val="F1F6F2">
                <a:alpha val="18000"/>
              </a:srgbClr>
            </a:solidFill>
            <a:prstDash val="solid"/>
          </a:ln>
        </p:spPr>
      </p:sp>
      <p:sp>
        <p:nvSpPr>
          <p:cNvPr id="6" name="Text 4">
            <a:extLst xmlns:a="http://schemas.openxmlformats.org/drawingml/2006/main">
              <a:ext uri="{FF2B5EF4-FFF2-40B4-BE49-F238E27FC236}">
                <a16:creationId xmlns:a16="http://schemas.microsoft.com/office/drawing/2014/main" id="{18DF25F0-4F69-45E1-B798-8F6AA3737FE1}"/>
              </a:ext>
            </a:extLst>
          </p:cNvPr>
          <p:cNvSpPr>
            <a:spLocks xmlns:a="http://schemas.openxmlformats.org/drawingml/2006/main" noGrp="1"/>
          </p:cNvSpPr>
          <p:nvPr/>
        </p:nvSpPr>
        <p:spPr>
          <a:xfrm xmlns:a="http://schemas.openxmlformats.org/drawingml/2006/main">
            <a:off x="996950" y="1774031"/>
            <a:ext cx="3143732" cy="3302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00"/>
              </a:lnSpc>
              <a:buNone/>
            </a:pPr>
            <a:r>
              <a:rPr sz="2400" b="1">
                <a:solidFill>
                  <a:srgbClr val="F1F6F2"/>
                </a:solidFill>
                <a:latin typeface="IBM Plex Sans"/>
                <a:ea typeface="IBM Plex Sans"/>
                <a:cs typeface="IBM Plex Sans"/>
              </a:rPr>
              <a:t>265 min</a:t>
            </a:r>
            <a:endParaRPr sz="2400"/>
          </a:p>
        </p:txBody>
      </p:sp>
      <p:sp>
        <p:nvSpPr>
          <p:cNvPr id="7" name="Text 5">
            <a:extLst xmlns:a="http://schemas.openxmlformats.org/drawingml/2006/main">
              <a:ext uri="{FF2B5EF4-FFF2-40B4-BE49-F238E27FC236}">
                <a16:creationId xmlns:a16="http://schemas.microsoft.com/office/drawing/2014/main" id="{98ADD7F2-CEA8-4FD2-8498-8FF8A40C7EF5}"/>
              </a:ext>
            </a:extLst>
          </p:cNvPr>
          <p:cNvSpPr>
            <a:spLocks xmlns:a="http://schemas.openxmlformats.org/drawingml/2006/main" noGrp="1"/>
          </p:cNvSpPr>
          <p:nvPr/>
        </p:nvSpPr>
        <p:spPr>
          <a:xfrm xmlns:a="http://schemas.openxmlformats.org/drawingml/2006/main">
            <a:off x="996950" y="2142331"/>
            <a:ext cx="3143732"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500" b="1">
                <a:solidFill>
                  <a:srgbClr val="9CCBAE"/>
                </a:solidFill>
                <a:latin typeface="IBM Plex Sans"/>
                <a:ea typeface="IBM Plex Sans"/>
                <a:cs typeface="IBM Plex Sans"/>
              </a:rPr>
              <a:t>La soja, en su mejor tiempo</a:t>
            </a:r>
            <a:endParaRPr sz="1500"/>
          </a:p>
        </p:txBody>
      </p:sp>
      <p:sp>
        <p:nvSpPr>
          <p:cNvPr id="8" name="Text 6">
            <a:extLst xmlns:a="http://schemas.openxmlformats.org/drawingml/2006/main">
              <a:ext uri="{FF2B5EF4-FFF2-40B4-BE49-F238E27FC236}">
                <a16:creationId xmlns:a16="http://schemas.microsoft.com/office/drawing/2014/main" id="{778B7E4E-86C9-4D48-BDAA-84A922B4037B}"/>
              </a:ext>
            </a:extLst>
          </p:cNvPr>
          <p:cNvSpPr>
            <a:spLocks xmlns:a="http://schemas.openxmlformats.org/drawingml/2006/main" noGrp="1"/>
          </p:cNvSpPr>
          <p:nvPr/>
        </p:nvSpPr>
        <p:spPr>
          <a:xfrm xmlns:a="http://schemas.openxmlformats.org/drawingml/2006/main">
            <a:off x="996950" y="2434431"/>
            <a:ext cx="3143732"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D6E4DA"/>
                </a:solidFill>
                <a:latin typeface="IBM Plex Sans"/>
                <a:ea typeface="IBM Plex Sans"/>
                <a:cs typeface="IBM Plex Sans"/>
              </a:rPr>
              <a:t>Puerta a puerta por debajo de todo lo visto desde junio (mínimo previo 276).</a:t>
            </a:r>
            <a:endParaRPr sz="1200"/>
          </a:p>
        </p:txBody>
      </p:sp>
      <p:sp>
        <p:nvSpPr>
          <p:cNvPr id="9" name="Shape 7">
            <a:extLst xmlns:a="http://schemas.openxmlformats.org/drawingml/2006/main">
              <a:ext uri="{FF2B5EF4-FFF2-40B4-BE49-F238E27FC236}">
                <a16:creationId xmlns:a16="http://schemas.microsoft.com/office/drawing/2014/main" id="{7CD1775E-A3CF-42C9-8847-0D48F048EAFC}"/>
              </a:ext>
            </a:extLst>
          </p:cNvPr>
          <p:cNvSpPr>
            <a:spLocks xmlns:a="http://schemas.openxmlformats.org/drawingml/2006/main" noGrp="1"/>
          </p:cNvSpPr>
          <p:nvPr/>
        </p:nvSpPr>
        <p:spPr>
          <a:xfrm xmlns:a="http://schemas.openxmlformats.org/drawingml/2006/main">
            <a:off x="4388842" y="1618456"/>
            <a:ext cx="3414216" cy="1398191"/>
          </a:xfrm>
          <a:prstGeom xmlns:a="http://schemas.openxmlformats.org/drawingml/2006/main" prst="roundRect">
            <a:avLst>
              <a:gd name="adj" fmla="val 7039"/>
            </a:avLst>
          </a:prstGeom>
          <a:solidFill xmlns:a="http://schemas.openxmlformats.org/drawingml/2006/main">
            <a:srgbClr val="FFFFFF">
              <a:alpha val="7000"/>
            </a:srgbClr>
          </a:solidFill>
          <a:ln xmlns:a="http://schemas.openxmlformats.org/drawingml/2006/main" w="6350">
            <a:solidFill>
              <a:srgbClr val="F1F6F2">
                <a:alpha val="18000"/>
              </a:srgbClr>
            </a:solidFill>
            <a:prstDash val="solid"/>
          </a:ln>
        </p:spPr>
      </p:sp>
      <p:sp>
        <p:nvSpPr>
          <p:cNvPr id="10" name="Text 8">
            <a:extLst xmlns:a="http://schemas.openxmlformats.org/drawingml/2006/main">
              <a:ext uri="{FF2B5EF4-FFF2-40B4-BE49-F238E27FC236}">
                <a16:creationId xmlns:a16="http://schemas.microsoft.com/office/drawing/2014/main" id="{4838E5C4-3B29-4C71-9C8C-3B6A16B20B48}"/>
              </a:ext>
            </a:extLst>
          </p:cNvPr>
          <p:cNvSpPr>
            <a:spLocks xmlns:a="http://schemas.openxmlformats.org/drawingml/2006/main" noGrp="1"/>
          </p:cNvSpPr>
          <p:nvPr/>
        </p:nvSpPr>
        <p:spPr>
          <a:xfrm xmlns:a="http://schemas.openxmlformats.org/drawingml/2006/main">
            <a:off x="4569817" y="1774031"/>
            <a:ext cx="3143834" cy="3302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00"/>
              </a:lnSpc>
              <a:buNone/>
            </a:pPr>
            <a:r>
              <a:rPr sz="2400" b="1">
                <a:solidFill>
                  <a:srgbClr val="F1F6F2"/>
                </a:solidFill>
                <a:latin typeface="IBM Plex Sans"/>
                <a:ea typeface="IBM Plex Sans"/>
                <a:cs typeface="IBM Plex Sans"/>
              </a:rPr>
              <a:t>74 min</a:t>
            </a:r>
            <a:endParaRPr sz="2400"/>
          </a:p>
        </p:txBody>
      </p:sp>
      <p:sp>
        <p:nvSpPr>
          <p:cNvPr id="11" name="Text 9">
            <a:extLst xmlns:a="http://schemas.openxmlformats.org/drawingml/2006/main">
              <a:ext uri="{FF2B5EF4-FFF2-40B4-BE49-F238E27FC236}">
                <a16:creationId xmlns:a16="http://schemas.microsoft.com/office/drawing/2014/main" id="{A185B889-08A8-44A6-8332-4A07DEF58DD7}"/>
              </a:ext>
            </a:extLst>
          </p:cNvPr>
          <p:cNvSpPr>
            <a:spLocks xmlns:a="http://schemas.openxmlformats.org/drawingml/2006/main" noGrp="1"/>
          </p:cNvSpPr>
          <p:nvPr/>
        </p:nvSpPr>
        <p:spPr>
          <a:xfrm xmlns:a="http://schemas.openxmlformats.org/drawingml/2006/main">
            <a:off x="4569817" y="2142331"/>
            <a:ext cx="3143834"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500" b="1">
                <a:solidFill>
                  <a:srgbClr val="9CCBAE"/>
                </a:solidFill>
                <a:latin typeface="IBM Plex Sans"/>
                <a:ea typeface="IBM Plex Sans"/>
                <a:cs typeface="IBM Plex Sans"/>
              </a:rPr>
              <a:t>Ricardone volvió a mejorar</a:t>
            </a:r>
            <a:endParaRPr sz="1500"/>
          </a:p>
        </p:txBody>
      </p:sp>
      <p:sp>
        <p:nvSpPr>
          <p:cNvPr id="12" name="Text 10">
            <a:extLst xmlns:a="http://schemas.openxmlformats.org/drawingml/2006/main">
              <a:ext uri="{FF2B5EF4-FFF2-40B4-BE49-F238E27FC236}">
                <a16:creationId xmlns:a16="http://schemas.microsoft.com/office/drawing/2014/main" id="{FF4311BF-758C-4B0A-8060-C164B1D72523}"/>
              </a:ext>
            </a:extLst>
          </p:cNvPr>
          <p:cNvSpPr>
            <a:spLocks xmlns:a="http://schemas.openxmlformats.org/drawingml/2006/main" noGrp="1"/>
          </p:cNvSpPr>
          <p:nvPr/>
        </p:nvSpPr>
        <p:spPr>
          <a:xfrm xmlns:a="http://schemas.openxmlformats.org/drawingml/2006/main">
            <a:off x="4569817" y="2434431"/>
            <a:ext cx="3143834"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D6E4DA"/>
                </a:solidFill>
                <a:latin typeface="IBM Plex Sans"/>
                <a:ea typeface="IBM Plex Sans"/>
                <a:cs typeface="IBM Plex Sans"/>
              </a:rPr>
              <a:t>Playa 1 en su mínimo desde junio (antes 87). San Lorenzo, en 188 min, no acompañó.</a:t>
            </a:r>
            <a:endParaRPr sz="1200"/>
          </a:p>
        </p:txBody>
      </p:sp>
      <p:sp>
        <p:nvSpPr>
          <p:cNvPr id="13" name="Shape 11">
            <a:extLst xmlns:a="http://schemas.openxmlformats.org/drawingml/2006/main">
              <a:ext uri="{FF2B5EF4-FFF2-40B4-BE49-F238E27FC236}">
                <a16:creationId xmlns:a16="http://schemas.microsoft.com/office/drawing/2014/main" id="{B9708ED0-9FD9-4FE8-8FC7-669D94AC9554}"/>
              </a:ext>
            </a:extLst>
          </p:cNvPr>
          <p:cNvSpPr>
            <a:spLocks xmlns:a="http://schemas.openxmlformats.org/drawingml/2006/main" noGrp="1"/>
          </p:cNvSpPr>
          <p:nvPr/>
        </p:nvSpPr>
        <p:spPr>
          <a:xfrm xmlns:a="http://schemas.openxmlformats.org/drawingml/2006/main">
            <a:off x="7961809" y="1618456"/>
            <a:ext cx="3414216" cy="1398191"/>
          </a:xfrm>
          <a:prstGeom xmlns:a="http://schemas.openxmlformats.org/drawingml/2006/main" prst="roundRect">
            <a:avLst>
              <a:gd name="adj" fmla="val 7039"/>
            </a:avLst>
          </a:prstGeom>
          <a:solidFill xmlns:a="http://schemas.openxmlformats.org/drawingml/2006/main">
            <a:srgbClr val="FFFFFF">
              <a:alpha val="7000"/>
            </a:srgbClr>
          </a:solidFill>
          <a:ln xmlns:a="http://schemas.openxmlformats.org/drawingml/2006/main" w="6350">
            <a:solidFill>
              <a:srgbClr val="F1F6F2">
                <a:alpha val="18000"/>
              </a:srgbClr>
            </a:solidFill>
            <a:prstDash val="solid"/>
          </a:ln>
        </p:spPr>
      </p:sp>
      <p:sp>
        <p:nvSpPr>
          <p:cNvPr id="14" name="Text 12">
            <a:extLst xmlns:a="http://schemas.openxmlformats.org/drawingml/2006/main">
              <a:ext uri="{FF2B5EF4-FFF2-40B4-BE49-F238E27FC236}">
                <a16:creationId xmlns:a16="http://schemas.microsoft.com/office/drawing/2014/main" id="{D2FE09ED-5B36-44E3-9849-664C25D435C0}"/>
              </a:ext>
            </a:extLst>
          </p:cNvPr>
          <p:cNvSpPr>
            <a:spLocks xmlns:a="http://schemas.openxmlformats.org/drawingml/2006/main" noGrp="1"/>
          </p:cNvSpPr>
          <p:nvPr/>
        </p:nvSpPr>
        <p:spPr>
          <a:xfrm xmlns:a="http://schemas.openxmlformats.org/drawingml/2006/main">
            <a:off x="8142784" y="1774031"/>
            <a:ext cx="3143834" cy="3302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00"/>
              </a:lnSpc>
              <a:buNone/>
            </a:pPr>
            <a:r>
              <a:rPr sz="2400" b="1">
                <a:solidFill>
                  <a:srgbClr val="F1F6F2"/>
                </a:solidFill>
                <a:latin typeface="IBM Plex Sans"/>
                <a:ea typeface="IBM Plex Sans"/>
                <a:cs typeface="IBM Plex Sans"/>
              </a:rPr>
              <a:t>87 %</a:t>
            </a:r>
            <a:endParaRPr sz="2400"/>
          </a:p>
        </p:txBody>
      </p:sp>
      <p:sp>
        <p:nvSpPr>
          <p:cNvPr id="15" name="Text 13">
            <a:extLst xmlns:a="http://schemas.openxmlformats.org/drawingml/2006/main">
              <a:ext uri="{FF2B5EF4-FFF2-40B4-BE49-F238E27FC236}">
                <a16:creationId xmlns:a16="http://schemas.microsoft.com/office/drawing/2014/main" id="{FC09B2B8-0C29-4273-B5F4-850447082BAE}"/>
              </a:ext>
            </a:extLst>
          </p:cNvPr>
          <p:cNvSpPr>
            <a:spLocks xmlns:a="http://schemas.openxmlformats.org/drawingml/2006/main" noGrp="1"/>
          </p:cNvSpPr>
          <p:nvPr/>
        </p:nvSpPr>
        <p:spPr>
          <a:xfrm xmlns:a="http://schemas.openxmlformats.org/drawingml/2006/main">
            <a:off x="8142784" y="2142331"/>
            <a:ext cx="3143834"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500" b="1">
                <a:solidFill>
                  <a:srgbClr val="9CCBAE"/>
                </a:solidFill>
                <a:latin typeface="IBM Plex Sans"/>
                <a:ea typeface="IBM Plex Sans"/>
                <a:cs typeface="IBM Plex Sans"/>
              </a:rPr>
              <a:t>Calada en dos calles</a:t>
            </a:r>
            <a:endParaRPr sz="1500"/>
          </a:p>
        </p:txBody>
      </p:sp>
      <p:sp>
        <p:nvSpPr>
          <p:cNvPr id="16" name="Text 14">
            <a:extLst xmlns:a="http://schemas.openxmlformats.org/drawingml/2006/main">
              <a:ext uri="{FF2B5EF4-FFF2-40B4-BE49-F238E27FC236}">
                <a16:creationId xmlns:a16="http://schemas.microsoft.com/office/drawing/2014/main" id="{33B6FA11-DC85-4497-9ED9-A04D07259F32}"/>
              </a:ext>
            </a:extLst>
          </p:cNvPr>
          <p:cNvSpPr>
            <a:spLocks xmlns:a="http://schemas.openxmlformats.org/drawingml/2006/main" noGrp="1"/>
          </p:cNvSpPr>
          <p:nvPr/>
        </p:nvSpPr>
        <p:spPr>
          <a:xfrm xmlns:a="http://schemas.openxmlformats.org/drawingml/2006/main">
            <a:off x="8142784" y="2434431"/>
            <a:ext cx="3143834"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D6E4DA"/>
                </a:solidFill>
                <a:latin typeface="IBM Plex Sans"/>
                <a:ea typeface="IBM Plex Sans"/>
                <a:cs typeface="IBM Plex Sans"/>
              </a:rPr>
              <a:t>Las calles 3 y 4 hicieron el 87 %; la 1 y la 2 abrieron solo lunes y martes.</a:t>
            </a:r>
            <a:endParaRPr sz="1200"/>
          </a:p>
        </p:txBody>
      </p:sp>
      <p:sp>
        <p:nvSpPr>
          <p:cNvPr id="17" name="Shape 15">
            <a:extLst xmlns:a="http://schemas.openxmlformats.org/drawingml/2006/main">
              <a:ext uri="{FF2B5EF4-FFF2-40B4-BE49-F238E27FC236}">
                <a16:creationId xmlns:a16="http://schemas.microsoft.com/office/drawing/2014/main" id="{B84A880A-C6E4-47D4-93A8-00ACBB1E3B72}"/>
              </a:ext>
            </a:extLst>
          </p:cNvPr>
          <p:cNvSpPr>
            <a:spLocks xmlns:a="http://schemas.openxmlformats.org/drawingml/2006/main" noGrp="1"/>
          </p:cNvSpPr>
          <p:nvPr/>
        </p:nvSpPr>
        <p:spPr>
          <a:xfrm xmlns:a="http://schemas.openxmlformats.org/drawingml/2006/main">
            <a:off x="815975" y="3175397"/>
            <a:ext cx="3414117" cy="1611511"/>
          </a:xfrm>
          <a:prstGeom xmlns:a="http://schemas.openxmlformats.org/drawingml/2006/main" prst="roundRect">
            <a:avLst>
              <a:gd name="adj" fmla="val 6108"/>
            </a:avLst>
          </a:prstGeom>
          <a:solidFill xmlns:a="http://schemas.openxmlformats.org/drawingml/2006/main">
            <a:srgbClr val="FFFFFF">
              <a:alpha val="7000"/>
            </a:srgbClr>
          </a:solidFill>
          <a:ln xmlns:a="http://schemas.openxmlformats.org/drawingml/2006/main" w="6350">
            <a:solidFill>
              <a:srgbClr val="F1F6F2">
                <a:alpha val="18000"/>
              </a:srgbClr>
            </a:solidFill>
            <a:prstDash val="solid"/>
          </a:ln>
        </p:spPr>
      </p:sp>
      <p:sp>
        <p:nvSpPr>
          <p:cNvPr id="18" name="Text 16">
            <a:extLst xmlns:a="http://schemas.openxmlformats.org/drawingml/2006/main">
              <a:ext uri="{FF2B5EF4-FFF2-40B4-BE49-F238E27FC236}">
                <a16:creationId xmlns:a16="http://schemas.microsoft.com/office/drawing/2014/main" id="{B134745A-6C2A-4180-8730-7BFF5314F937}"/>
              </a:ext>
            </a:extLst>
          </p:cNvPr>
          <p:cNvSpPr>
            <a:spLocks xmlns:a="http://schemas.openxmlformats.org/drawingml/2006/main" noGrp="1"/>
          </p:cNvSpPr>
          <p:nvPr/>
        </p:nvSpPr>
        <p:spPr>
          <a:xfrm xmlns:a="http://schemas.openxmlformats.org/drawingml/2006/main">
            <a:off x="996950" y="3330972"/>
            <a:ext cx="3143732" cy="3302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00"/>
              </a:lnSpc>
              <a:buNone/>
            </a:pPr>
            <a:r>
              <a:rPr sz="2400" b="1">
                <a:solidFill>
                  <a:srgbClr val="F1F6F2"/>
                </a:solidFill>
                <a:latin typeface="IBM Plex Sans"/>
                <a:ea typeface="IBM Plex Sans"/>
                <a:cs typeface="IBM Plex Sans"/>
              </a:rPr>
              <a:t>477 min</a:t>
            </a:r>
            <a:endParaRPr sz="2400"/>
          </a:p>
        </p:txBody>
      </p:sp>
      <p:sp>
        <p:nvSpPr>
          <p:cNvPr id="19" name="Text 17">
            <a:extLst xmlns:a="http://schemas.openxmlformats.org/drawingml/2006/main">
              <a:ext uri="{FF2B5EF4-FFF2-40B4-BE49-F238E27FC236}">
                <a16:creationId xmlns:a16="http://schemas.microsoft.com/office/drawing/2014/main" id="{BA51F343-DFC1-400A-B01A-62EAF8CE6B4B}"/>
              </a:ext>
            </a:extLst>
          </p:cNvPr>
          <p:cNvSpPr>
            <a:spLocks xmlns:a="http://schemas.openxmlformats.org/drawingml/2006/main" noGrp="1"/>
          </p:cNvSpPr>
          <p:nvPr/>
        </p:nvSpPr>
        <p:spPr>
          <a:xfrm xmlns:a="http://schemas.openxmlformats.org/drawingml/2006/main">
            <a:off x="996950" y="3699272"/>
            <a:ext cx="3143732"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500" b="1">
                <a:solidFill>
                  <a:srgbClr val="B9A8E0"/>
                </a:solidFill>
                <a:latin typeface="IBM Plex Sans"/>
                <a:ea typeface="IBM Plex Sans"/>
                <a:cs typeface="IBM Plex Sans"/>
              </a:rPr>
              <a:t>Girasol, con más espera</a:t>
            </a:r>
            <a:endParaRPr sz="1500"/>
          </a:p>
        </p:txBody>
      </p:sp>
      <p:sp>
        <p:nvSpPr>
          <p:cNvPr id="20" name="Text 18">
            <a:extLst xmlns:a="http://schemas.openxmlformats.org/drawingml/2006/main">
              <a:ext uri="{FF2B5EF4-FFF2-40B4-BE49-F238E27FC236}">
                <a16:creationId xmlns:a16="http://schemas.microsoft.com/office/drawing/2014/main" id="{A83BC741-2223-4F68-9A7E-80DC3DADF060}"/>
              </a:ext>
            </a:extLst>
          </p:cNvPr>
          <p:cNvSpPr>
            <a:spLocks xmlns:a="http://schemas.openxmlformats.org/drawingml/2006/main" noGrp="1"/>
          </p:cNvSpPr>
          <p:nvPr/>
        </p:nvSpPr>
        <p:spPr>
          <a:xfrm xmlns:a="http://schemas.openxmlformats.org/drawingml/2006/main">
            <a:off x="996950" y="3991372"/>
            <a:ext cx="3143732" cy="665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D6E4DA"/>
                </a:solidFill>
                <a:latin typeface="IBM Plex Sans"/>
                <a:ea typeface="IBM Plex Sans"/>
                <a:cs typeface="IBM Plex Sans"/>
              </a:rPr>
              <a:t>Playa 1 en 177 y Playa 3 → volcable en 249 min: la volcable 1 estuvo demorada el jueves y parada lunes y martes.</a:t>
            </a:r>
            <a:endParaRPr sz="1200"/>
          </a:p>
        </p:txBody>
      </p:sp>
      <p:sp>
        <p:nvSpPr>
          <p:cNvPr id="21" name="Shape 19">
            <a:extLst xmlns:a="http://schemas.openxmlformats.org/drawingml/2006/main">
              <a:ext uri="{FF2B5EF4-FFF2-40B4-BE49-F238E27FC236}">
                <a16:creationId xmlns:a16="http://schemas.microsoft.com/office/drawing/2014/main" id="{06B35D87-03E2-49B0-B65A-9C3F384CE5B0}"/>
              </a:ext>
            </a:extLst>
          </p:cNvPr>
          <p:cNvSpPr>
            <a:spLocks xmlns:a="http://schemas.openxmlformats.org/drawingml/2006/main" noGrp="1"/>
          </p:cNvSpPr>
          <p:nvPr/>
        </p:nvSpPr>
        <p:spPr>
          <a:xfrm xmlns:a="http://schemas.openxmlformats.org/drawingml/2006/main">
            <a:off x="4388842" y="3175397"/>
            <a:ext cx="3414216" cy="1611511"/>
          </a:xfrm>
          <a:prstGeom xmlns:a="http://schemas.openxmlformats.org/drawingml/2006/main" prst="roundRect">
            <a:avLst>
              <a:gd name="adj" fmla="val 6108"/>
            </a:avLst>
          </a:prstGeom>
          <a:solidFill xmlns:a="http://schemas.openxmlformats.org/drawingml/2006/main">
            <a:srgbClr val="FFFFFF">
              <a:alpha val="7000"/>
            </a:srgbClr>
          </a:solidFill>
          <a:ln xmlns:a="http://schemas.openxmlformats.org/drawingml/2006/main" w="6350">
            <a:solidFill>
              <a:srgbClr val="F1F6F2">
                <a:alpha val="18000"/>
              </a:srgbClr>
            </a:solidFill>
            <a:prstDash val="solid"/>
          </a:ln>
        </p:spPr>
      </p:sp>
      <p:sp>
        <p:nvSpPr>
          <p:cNvPr id="22" name="Text 20">
            <a:extLst xmlns:a="http://schemas.openxmlformats.org/drawingml/2006/main">
              <a:ext uri="{FF2B5EF4-FFF2-40B4-BE49-F238E27FC236}">
                <a16:creationId xmlns:a16="http://schemas.microsoft.com/office/drawing/2014/main" id="{CA7E93AA-F59A-43B3-A02F-7A9E99E1C77C}"/>
              </a:ext>
            </a:extLst>
          </p:cNvPr>
          <p:cNvSpPr>
            <a:spLocks xmlns:a="http://schemas.openxmlformats.org/drawingml/2006/main" noGrp="1"/>
          </p:cNvSpPr>
          <p:nvPr/>
        </p:nvSpPr>
        <p:spPr>
          <a:xfrm xmlns:a="http://schemas.openxmlformats.org/drawingml/2006/main">
            <a:off x="4569817" y="3330972"/>
            <a:ext cx="3143834" cy="3302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00"/>
              </a:lnSpc>
              <a:buNone/>
            </a:pPr>
            <a:r>
              <a:rPr sz="2400" b="1">
                <a:solidFill>
                  <a:srgbClr val="F1F6F2"/>
                </a:solidFill>
                <a:latin typeface="IBM Plex Sans"/>
                <a:ea typeface="IBM Plex Sans"/>
                <a:cs typeface="IBM Plex Sans"/>
              </a:rPr>
              <a:t>516</a:t>
            </a:r>
            <a:endParaRPr sz="2400"/>
          </a:p>
        </p:txBody>
      </p:sp>
      <p:sp>
        <p:nvSpPr>
          <p:cNvPr id="23" name="Text 21">
            <a:extLst xmlns:a="http://schemas.openxmlformats.org/drawingml/2006/main">
              <a:ext uri="{FF2B5EF4-FFF2-40B4-BE49-F238E27FC236}">
                <a16:creationId xmlns:a16="http://schemas.microsoft.com/office/drawing/2014/main" id="{E6962672-AA2C-423D-8644-06A9FD210AC1}"/>
              </a:ext>
            </a:extLst>
          </p:cNvPr>
          <p:cNvSpPr>
            <a:spLocks xmlns:a="http://schemas.openxmlformats.org/drawingml/2006/main" noGrp="1"/>
          </p:cNvSpPr>
          <p:nvPr/>
        </p:nvSpPr>
        <p:spPr>
          <a:xfrm xmlns:a="http://schemas.openxmlformats.org/drawingml/2006/main">
            <a:off x="4569817" y="3699272"/>
            <a:ext cx="3143834"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500" b="1">
                <a:solidFill>
                  <a:srgbClr val="B9A8E0"/>
                </a:solidFill>
                <a:latin typeface="IBM Plex Sans"/>
                <a:ea typeface="IBM Plex Sans"/>
                <a:cs typeface="IBM Plex Sans"/>
              </a:rPr>
              <a:t>El transile, toda la semana</a:t>
            </a:r>
            <a:endParaRPr sz="1500"/>
          </a:p>
        </p:txBody>
      </p:sp>
      <p:sp>
        <p:nvSpPr>
          <p:cNvPr id="24" name="Text 22">
            <a:extLst xmlns:a="http://schemas.openxmlformats.org/drawingml/2006/main">
              <a:ext uri="{FF2B5EF4-FFF2-40B4-BE49-F238E27FC236}">
                <a16:creationId xmlns:a16="http://schemas.microsoft.com/office/drawing/2014/main" id="{73FB438F-FF0B-4CEF-A0AC-63AA1202F3F8}"/>
              </a:ext>
            </a:extLst>
          </p:cNvPr>
          <p:cNvSpPr>
            <a:spLocks xmlns:a="http://schemas.openxmlformats.org/drawingml/2006/main" noGrp="1"/>
          </p:cNvSpPr>
          <p:nvPr/>
        </p:nvSpPr>
        <p:spPr>
          <a:xfrm xmlns:a="http://schemas.openxmlformats.org/drawingml/2006/main">
            <a:off x="4569817" y="3991372"/>
            <a:ext cx="3143834" cy="665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D6E4DA"/>
                </a:solidFill>
                <a:latin typeface="IBM Plex Sans"/>
                <a:ea typeface="IBM Plex Sans"/>
                <a:cs typeface="IBM Plex Sans"/>
              </a:rPr>
              <a:t>Silos cargó de jueves a martes; vueltas de 5 h 0 m, con la espera en silo como tramo más largo.</a:t>
            </a:r>
            <a:endParaRPr sz="1200"/>
          </a:p>
        </p:txBody>
      </p:sp>
      <p:sp>
        <p:nvSpPr>
          <p:cNvPr id="25" name="Shape 23">
            <a:extLst xmlns:a="http://schemas.openxmlformats.org/drawingml/2006/main">
              <a:ext uri="{FF2B5EF4-FFF2-40B4-BE49-F238E27FC236}">
                <a16:creationId xmlns:a16="http://schemas.microsoft.com/office/drawing/2014/main" id="{4AE4544B-1D19-415E-B820-D1D9872636F7}"/>
              </a:ext>
            </a:extLst>
          </p:cNvPr>
          <p:cNvSpPr>
            <a:spLocks xmlns:a="http://schemas.openxmlformats.org/drawingml/2006/main" noGrp="1"/>
          </p:cNvSpPr>
          <p:nvPr/>
        </p:nvSpPr>
        <p:spPr>
          <a:xfrm xmlns:a="http://schemas.openxmlformats.org/drawingml/2006/main">
            <a:off x="7961809" y="3175397"/>
            <a:ext cx="3414216" cy="1611511"/>
          </a:xfrm>
          <a:prstGeom xmlns:a="http://schemas.openxmlformats.org/drawingml/2006/main" prst="roundRect">
            <a:avLst>
              <a:gd name="adj" fmla="val 6108"/>
            </a:avLst>
          </a:prstGeom>
          <a:solidFill xmlns:a="http://schemas.openxmlformats.org/drawingml/2006/main">
            <a:srgbClr val="FFFFFF">
              <a:alpha val="7000"/>
            </a:srgbClr>
          </a:solidFill>
          <a:ln xmlns:a="http://schemas.openxmlformats.org/drawingml/2006/main" w="6350">
            <a:solidFill>
              <a:srgbClr val="F1F6F2">
                <a:alpha val="18000"/>
              </a:srgbClr>
            </a:solidFill>
            <a:prstDash val="solid"/>
          </a:ln>
        </p:spPr>
      </p:sp>
      <p:sp>
        <p:nvSpPr>
          <p:cNvPr id="26" name="Text 24">
            <a:extLst xmlns:a="http://schemas.openxmlformats.org/drawingml/2006/main">
              <a:ext uri="{FF2B5EF4-FFF2-40B4-BE49-F238E27FC236}">
                <a16:creationId xmlns:a16="http://schemas.microsoft.com/office/drawing/2014/main" id="{E2D01D18-AB5D-441E-8491-8D200DBFB627}"/>
              </a:ext>
            </a:extLst>
          </p:cNvPr>
          <p:cNvSpPr>
            <a:spLocks xmlns:a="http://schemas.openxmlformats.org/drawingml/2006/main" noGrp="1"/>
          </p:cNvSpPr>
          <p:nvPr/>
        </p:nvSpPr>
        <p:spPr>
          <a:xfrm xmlns:a="http://schemas.openxmlformats.org/drawingml/2006/main">
            <a:off x="8142784" y="3330972"/>
            <a:ext cx="3143834" cy="3302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00"/>
              </a:lnSpc>
              <a:buNone/>
            </a:pPr>
            <a:r>
              <a:rPr sz="2400" b="1">
                <a:solidFill>
                  <a:srgbClr val="F1F6F2"/>
                </a:solidFill>
                <a:latin typeface="IBM Plex Sans"/>
                <a:ea typeface="IBM Plex Sans"/>
                <a:cs typeface="IBM Plex Sans"/>
              </a:rPr>
              <a:t>Lun 28</a:t>
            </a:r>
            <a:endParaRPr sz="2400"/>
          </a:p>
        </p:txBody>
      </p:sp>
      <p:sp>
        <p:nvSpPr>
          <p:cNvPr id="27" name="Text 25">
            <a:extLst xmlns:a="http://schemas.openxmlformats.org/drawingml/2006/main">
              <a:ext uri="{FF2B5EF4-FFF2-40B4-BE49-F238E27FC236}">
                <a16:creationId xmlns:a16="http://schemas.microsoft.com/office/drawing/2014/main" id="{83DC7CF5-2F65-433F-A07D-89EE01BDD2E9}"/>
              </a:ext>
            </a:extLst>
          </p:cNvPr>
          <p:cNvSpPr>
            <a:spLocks xmlns:a="http://schemas.openxmlformats.org/drawingml/2006/main" noGrp="1"/>
          </p:cNvSpPr>
          <p:nvPr/>
        </p:nvSpPr>
        <p:spPr>
          <a:xfrm xmlns:a="http://schemas.openxmlformats.org/drawingml/2006/main">
            <a:off x="8142784" y="3699272"/>
            <a:ext cx="3143834"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500" b="1">
                <a:solidFill>
                  <a:srgbClr val="B9A8E0"/>
                </a:solidFill>
                <a:latin typeface="IBM Plex Sans"/>
                <a:ea typeface="IBM Plex Sans"/>
                <a:cs typeface="IBM Plex Sans"/>
              </a:rPr>
              <a:t>El día para revisar</a:t>
            </a:r>
            <a:endParaRPr sz="1500"/>
          </a:p>
        </p:txBody>
      </p:sp>
      <p:sp>
        <p:nvSpPr>
          <p:cNvPr id="28" name="Text 26">
            <a:extLst xmlns:a="http://schemas.openxmlformats.org/drawingml/2006/main">
              <a:ext uri="{FF2B5EF4-FFF2-40B4-BE49-F238E27FC236}">
                <a16:creationId xmlns:a16="http://schemas.microsoft.com/office/drawing/2014/main" id="{28ABB47F-8DAA-4D73-A2D8-7D280DFA9EB5}"/>
              </a:ext>
            </a:extLst>
          </p:cNvPr>
          <p:cNvSpPr>
            <a:spLocks xmlns:a="http://schemas.openxmlformats.org/drawingml/2006/main" noGrp="1"/>
          </p:cNvSpPr>
          <p:nvPr/>
        </p:nvSpPr>
        <p:spPr>
          <a:xfrm xmlns:a="http://schemas.openxmlformats.org/drawingml/2006/main">
            <a:off x="8142784" y="3991372"/>
            <a:ext cx="3143834" cy="665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D6E4DA"/>
                </a:solidFill>
                <a:latin typeface="IBM Plex Sans"/>
                <a:ea typeface="IBM Plex Sans"/>
                <a:cs typeface="IBM Plex Sans"/>
              </a:rPr>
              <a:t>Más soja de la semana (135), PV2 del puerto y volcable 1 de Ricardone sin descargar, San Lorenzo en 248 min.</a:t>
            </a:r>
            <a:endParaRPr sz="1200"/>
          </a:p>
        </p:txBody>
      </p:sp>
      <p:pic>
        <p:nvPicPr>
          <p:cNvPr id="60" name="Image 0"/>
          <p:cNvPicPr>
            <a:picLocks xmlns:a="http://schemas.openxmlformats.org/drawingml/2006/main" noChangeAspect="1"/>
          </p:cNvPicPr>
          <p:nvPr/>
        </p:nvPicPr>
        <p:blipFill>
          <a:blip xmlns:r="http://schemas.openxmlformats.org/officeDocument/2006/relationships" xmlns:a="http://schemas.openxmlformats.org/drawingml/2006/main" r:embed="R1b0d930fc87d49c4"/>
          <a:srcRect xmlns:a="http://schemas.openxmlformats.org/drawingml/2006/main" l="-167" t="0" r="-167" b="0"/>
          <a:stretch xmlns:a="http://schemas.openxmlformats.org/drawingml/2006/main"/>
        </p:blipFill>
        <p:spPr>
          <a:xfrm xmlns:a="http://schemas.openxmlformats.org/drawingml/2006/main">
            <a:off x="812800" y="5638800"/>
            <a:ext cx="1143000" cy="609600"/>
          </a:xfrm>
          <a:prstGeom xmlns:a="http://schemas.openxmlformats.org/drawingml/2006/main" prst="rect">
            <a:avLst/>
          </a:prstGeom>
        </p:spPr>
      </p:pic>
      <p:sp>
        <p:nvSpPr>
          <p:cNvPr id="30" name="Text 27">
            <a:extLst xmlns:a="http://schemas.openxmlformats.org/drawingml/2006/main">
              <a:ext uri="{FF2B5EF4-FFF2-40B4-BE49-F238E27FC236}">
                <a16:creationId xmlns:a16="http://schemas.microsoft.com/office/drawing/2014/main" id="{8F214092-2111-4380-831C-C379CC0B4DBE}"/>
              </a:ext>
            </a:extLst>
          </p:cNvPr>
          <p:cNvSpPr>
            <a:spLocks xmlns:a="http://schemas.openxmlformats.org/drawingml/2006/main" noGrp="1"/>
          </p:cNvSpPr>
          <p:nvPr/>
        </p:nvSpPr>
        <p:spPr>
          <a:xfrm xmlns:a="http://schemas.openxmlformats.org/drawingml/2006/main">
            <a:off x="4717157" y="5836940"/>
            <a:ext cx="338554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C9D8CE"/>
                </a:solidFill>
                <a:latin typeface="IBM Plex Sans"/>
                <a:ea typeface="IBM Plex Sans"/>
                <a:cs typeface="IBM Plex Sans"/>
              </a:rPr>
              <a:t>Comité de Logística Nodo Sur · 24–30/09</a:t>
            </a:r>
            <a:endParaRPr sz="1200"/>
          </a:p>
        </p:txBody>
      </p:sp>
      <p:pic>
        <p:nvPicPr>
          <p:cNvPr id="62" name="Image 1"/>
          <p:cNvPicPr>
            <a:picLocks xmlns:a="http://schemas.openxmlformats.org/drawingml/2006/main" noChangeAspect="1"/>
          </p:cNvPicPr>
          <p:nvPr/>
        </p:nvPicPr>
        <p:blipFill>
          <a:blip xmlns:r="http://schemas.openxmlformats.org/officeDocument/2006/relationships" xmlns:a="http://schemas.openxmlformats.org/drawingml/2006/main" r:embed="R172c1f46a3274f69"/>
          <a:srcRect xmlns:a="http://schemas.openxmlformats.org/drawingml/2006/main" l="0" t="-63" r="0" b="-63"/>
          <a:stretch xmlns:a="http://schemas.openxmlformats.org/drawingml/2006/main"/>
        </p:blipFill>
        <p:spPr>
          <a:xfrm xmlns:a="http://schemas.openxmlformats.org/drawingml/2006/main">
            <a:off x="10299700" y="5689600"/>
            <a:ext cx="1079500" cy="508000"/>
          </a:xfrm>
          <a:prstGeom xmlns:a="http://schemas.openxmlformats.org/drawingml/2006/main" prst="rect">
            <a:avLst/>
          </a:prstGeom>
        </p:spPr>
      </p:pic>
    </p:spTree>
    <p:extLst>
      <p:ext uri="{BB962C8B-B14F-4D97-AF65-F5344CB8AC3E}">
        <p14:creationId xmlns:p14="http://schemas.microsoft.com/office/powerpoint/2010/main" val="1657769954"/>
      </p:ext>
    </p:extLst>
  </p:cSld>
</p:sld>
</file>

<file path=ppt/theme/theme1.xml><?xml version="1.0" encoding="utf-8"?>
<a:theme xmlns:a="http://schemas.openxmlformats.org/drawingml/2006/main" name="Comité de Logística Nodo Sur · Semana 24–30 sep">
  <a:themeElements>
    <a:clrScheme name="Comité de Logística Nodo Sur · Semana 24–30 sep">
      <a:dk1>
        <a:srgbClr val="14281E"/>
      </a:dk1>
      <a:lt1>
        <a:srgbClr val="F5F8F4"/>
      </a:lt1>
      <a:dk2>
        <a:srgbClr val="4C5C54"/>
      </a:dk2>
      <a:lt2>
        <a:srgbClr val="DFE3DF"/>
      </a:lt2>
      <a:accent1>
        <a:srgbClr val="0B5638"/>
      </a:accent1>
      <a:accent2>
        <a:srgbClr val="2E1B4E"/>
      </a:accent2>
      <a:accent3>
        <a:srgbClr val="5E4428"/>
      </a:accent3>
      <a:accent4>
        <a:srgbClr val="9CCBAE"/>
      </a:accent4>
      <a:accent5>
        <a:srgbClr val="6B55A3"/>
      </a:accent5>
      <a:accent6>
        <a:srgbClr val="3A8F63"/>
      </a:accent6>
      <a:hlink>
        <a:srgbClr val="0563C1"/>
      </a:hlink>
      <a:folHlink>
        <a:srgbClr val="954F72"/>
      </a:folHlink>
    </a:clrScheme>
    <a:fontScheme name="Comité de Logística Nodo Sur · Semana 24–30 sep">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Comité de Logística Nodo Sur · Semana 24–30 sep">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2026-10-02T19:39:41.4640000Z</dcterms:created>
  <dcterms:modified xsi:type="dcterms:W3CDTF">2026-10-02T19:39:41.4640000Z</dcterms:modified>
</coreProperties>
</file>